
<file path=[Content_Types].xml><?xml version="1.0" encoding="utf-8"?>
<Types xmlns="http://schemas.openxmlformats.org/package/2006/content-types">
  <Default ContentType="image/jpeg" Extension="jpg"/>
  <Default ContentType="application/xml" Extension="xml"/>
  <Default ContentType="application/vnd.openxmlformats-package.relationships+xml" Extension="rels"/>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37.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38.xml"/>
  <Override ContentType="application/vnd.openxmlformats-officedocument.presentationml.slideLayout+xml" PartName="/ppt/slideLayouts/slideLayout42.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39.xml"/>
  <Override ContentType="application/vnd.openxmlformats-officedocument.presentationml.slideLayout+xml" PartName="/ppt/slideLayouts/slideLayout35.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4.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Master+xml" PartName="/ppt/slideMasters/slideMaster4.xml"/>
  <Override ContentType="application/vnd.openxmlformats-officedocument.presentationml.slideMaster+xml" PartName="/ppt/slideMasters/slideMaster6.xml"/>
  <Override ContentType="application/vnd.openxmlformats-officedocument.presentationml.slideMaster+xml" PartName="/ppt/slideMasters/slideMaster5.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7.xml"/>
  <Override ContentType="application/vnd.openxmlformats-officedocument.theme+xml" PartName="/ppt/theme/theme6.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Override ContentType="application/vnd.openxmlformats-officedocument.theme+xml" PartName="/ppt/theme/theme5.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 id="2147483660" r:id="rId5"/>
    <p:sldMasterId id="2147483672" r:id="rId6"/>
    <p:sldMasterId id="2147483684" r:id="rId7"/>
    <p:sldMasterId id="2147483696" r:id="rId8"/>
    <p:sldMasterId id="2147483698" r:id="rId9"/>
  </p:sldMasterIdLst>
  <p:notesMasterIdLst>
    <p:notesMasterId r:id="rId10"/>
  </p:notesMasterIdLst>
  <p:sldIdLst>
    <p:sldId id="256" r:id="rId11"/>
    <p:sldId id="257" r:id="rId12"/>
    <p:sldId id="258" r:id="rId13"/>
    <p:sldId id="259" r:id="rId14"/>
    <p:sldId id="260" r:id="rId15"/>
    <p:sldId id="261" r:id="rId16"/>
    <p:sldId id="262" r:id="rId17"/>
    <p:sldId id="263" r:id="rId18"/>
    <p:sldId id="264" r:id="rId19"/>
    <p:sldId id="265" r:id="rId20"/>
    <p:sldId id="266" r:id="rId21"/>
    <p:sldId id="267" r:id="rId22"/>
    <p:sldId id="268" r:id="rId23"/>
    <p:sldId id="269" r:id="rId24"/>
    <p:sldId id="270" r:id="rId25"/>
    <p:sldId id="271" r:id="rId26"/>
    <p:sldId id="272" r:id="rId27"/>
    <p:sldId id="273" r:id="rId28"/>
    <p:sldId id="274" r:id="rId29"/>
    <p:sldId id="275" r:id="rId30"/>
    <p:sldId id="276" r:id="rId31"/>
    <p:sldId id="277" r:id="rId32"/>
    <p:sldId id="278" r:id="rId33"/>
    <p:sldId id="279" r:id="rId34"/>
    <p:sldId id="280" r:id="rId35"/>
    <p:sldId id="281" r:id="rId36"/>
    <p:sldId id="282" r:id="rId37"/>
    <p:sldId id="283" r:id="rId38"/>
    <p:sldId id="284" r:id="rId39"/>
    <p:sldId id="285" r:id="rId40"/>
    <p:sldId id="286" r:id="rId41"/>
    <p:sldId id="287" r:id="rId42"/>
    <p:sldId id="288" r:id="rId43"/>
    <p:sldId id="289" r:id="rId44"/>
    <p:sldId id="290" r:id="rId45"/>
    <p:sldId id="291" r:id="rId46"/>
    <p:sldId id="292" r:id="rId47"/>
    <p:sldId id="293" r:id="rId48"/>
    <p:sldId id="294" r:id="rId49"/>
    <p:sldId id="295" r:id="rId50"/>
    <p:sldId id="296" r:id="rId51"/>
    <p:sldId id="297" r:id="rId52"/>
    <p:sldId id="298" r:id="rId53"/>
    <p:sldId id="299" r:id="rId54"/>
    <p:sldId id="300" r:id="rId55"/>
    <p:sldId id="301" r:id="rId56"/>
    <p:sldId id="302" r:id="rId57"/>
    <p:sldId id="303" r:id="rId58"/>
    <p:sldId id="304" r:id="rId59"/>
    <p:sldId id="305" r:id="rId60"/>
    <p:sldId id="306" r:id="rId61"/>
    <p:sldId id="307" r:id="rId62"/>
    <p:sldId id="308" r:id="rId63"/>
    <p:sldId id="309" r:id="rId64"/>
  </p:sldIdLst>
  <p:sldSz cy="6858000" cx="9144000"/>
  <p:notesSz cx="7010400" cy="92964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2D200454-40CA-4A62-9FC3-DE9A4176ACB9}">
      <p15:notesGuideLst>
        <p15:guide id="1" orient="horz" pos="2928">
          <p15:clr>
            <a:srgbClr val="000000"/>
          </p15:clr>
        </p15:guide>
        <p15:guide id="2" pos="2208">
          <p15:clr>
            <a:srgbClr val="000000"/>
          </p15:clr>
        </p15:guide>
      </p15:notesGuideLst>
    </p:ext>
    <p:ext uri="http://customooxmlschemas.google.com/">
      <go:slidesCustomData xmlns:go="http://customooxmlschemas.google.com/" r:id="rId65" roundtripDataSignature="AMtx7mgYOVOvvDNhevxW3ivGZsl24uurZ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notesViewPr>
    <p:cSldViewPr snapToGrid="0">
      <p:cViewPr varScale="1">
        <p:scale>
          <a:sx n="100" d="100"/>
          <a:sy n="100" d="100"/>
        </p:scale>
        <p:origin x="0" y="0"/>
      </p:cViewPr>
      <p:guideLst>
        <p:guide pos="2928" orient="horz"/>
        <p:guide pos="2208"/>
      </p:guideLst>
    </p:cSldViewPr>
  </p:notesViewPr>
</p:viewPr>
</file>

<file path=ppt/_rels/presentation.xml.rels><?xml version="1.0" encoding="UTF-8" standalone="yes"?><Relationships xmlns="http://schemas.openxmlformats.org/package/2006/relationships"><Relationship Id="rId40" Type="http://schemas.openxmlformats.org/officeDocument/2006/relationships/slide" Target="slides/slide30.xml"/><Relationship Id="rId42" Type="http://schemas.openxmlformats.org/officeDocument/2006/relationships/slide" Target="slides/slide32.xml"/><Relationship Id="rId41" Type="http://schemas.openxmlformats.org/officeDocument/2006/relationships/slide" Target="slides/slide31.xml"/><Relationship Id="rId44" Type="http://schemas.openxmlformats.org/officeDocument/2006/relationships/slide" Target="slides/slide34.xml"/><Relationship Id="rId43" Type="http://schemas.openxmlformats.org/officeDocument/2006/relationships/slide" Target="slides/slide33.xml"/><Relationship Id="rId46" Type="http://schemas.openxmlformats.org/officeDocument/2006/relationships/slide" Target="slides/slide36.xml"/><Relationship Id="rId45" Type="http://schemas.openxmlformats.org/officeDocument/2006/relationships/slide" Target="slides/slide35.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Master" Target="slideMasters/slideMaster6.xml"/><Relationship Id="rId48" Type="http://schemas.openxmlformats.org/officeDocument/2006/relationships/slide" Target="slides/slide38.xml"/><Relationship Id="rId47" Type="http://schemas.openxmlformats.org/officeDocument/2006/relationships/slide" Target="slides/slide37.xml"/><Relationship Id="rId49" Type="http://schemas.openxmlformats.org/officeDocument/2006/relationships/slide" Target="slides/slide39.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slideMaster" Target="slideMasters/slideMaster4.xml"/><Relationship Id="rId8" Type="http://schemas.openxmlformats.org/officeDocument/2006/relationships/slideMaster" Target="slideMasters/slideMaster5.xml"/><Relationship Id="rId31" Type="http://schemas.openxmlformats.org/officeDocument/2006/relationships/slide" Target="slides/slide21.xml"/><Relationship Id="rId30" Type="http://schemas.openxmlformats.org/officeDocument/2006/relationships/slide" Target="slides/slide20.xml"/><Relationship Id="rId33" Type="http://schemas.openxmlformats.org/officeDocument/2006/relationships/slide" Target="slides/slide23.xml"/><Relationship Id="rId32" Type="http://schemas.openxmlformats.org/officeDocument/2006/relationships/slide" Target="slides/slide22.xml"/><Relationship Id="rId35" Type="http://schemas.openxmlformats.org/officeDocument/2006/relationships/slide" Target="slides/slide25.xml"/><Relationship Id="rId34" Type="http://schemas.openxmlformats.org/officeDocument/2006/relationships/slide" Target="slides/slide24.xml"/><Relationship Id="rId37" Type="http://schemas.openxmlformats.org/officeDocument/2006/relationships/slide" Target="slides/slide27.xml"/><Relationship Id="rId36" Type="http://schemas.openxmlformats.org/officeDocument/2006/relationships/slide" Target="slides/slide26.xml"/><Relationship Id="rId39" Type="http://schemas.openxmlformats.org/officeDocument/2006/relationships/slide" Target="slides/slide29.xml"/><Relationship Id="rId38" Type="http://schemas.openxmlformats.org/officeDocument/2006/relationships/slide" Target="slides/slide28.xml"/><Relationship Id="rId62" Type="http://schemas.openxmlformats.org/officeDocument/2006/relationships/slide" Target="slides/slide52.xml"/><Relationship Id="rId61" Type="http://schemas.openxmlformats.org/officeDocument/2006/relationships/slide" Target="slides/slide51.xml"/><Relationship Id="rId20" Type="http://schemas.openxmlformats.org/officeDocument/2006/relationships/slide" Target="slides/slide10.xml"/><Relationship Id="rId64" Type="http://schemas.openxmlformats.org/officeDocument/2006/relationships/slide" Target="slides/slide54.xml"/><Relationship Id="rId63" Type="http://schemas.openxmlformats.org/officeDocument/2006/relationships/slide" Target="slides/slide53.xml"/><Relationship Id="rId22" Type="http://schemas.openxmlformats.org/officeDocument/2006/relationships/slide" Target="slides/slide12.xml"/><Relationship Id="rId21" Type="http://schemas.openxmlformats.org/officeDocument/2006/relationships/slide" Target="slides/slide11.xml"/><Relationship Id="rId65" Type="http://customschemas.google.com/relationships/presentationmetadata" Target="metadata"/><Relationship Id="rId24" Type="http://schemas.openxmlformats.org/officeDocument/2006/relationships/slide" Target="slides/slide14.xml"/><Relationship Id="rId23" Type="http://schemas.openxmlformats.org/officeDocument/2006/relationships/slide" Target="slides/slide13.xml"/><Relationship Id="rId60" Type="http://schemas.openxmlformats.org/officeDocument/2006/relationships/slide" Target="slides/slide50.xml"/><Relationship Id="rId26" Type="http://schemas.openxmlformats.org/officeDocument/2006/relationships/slide" Target="slides/slide16.xml"/><Relationship Id="rId25" Type="http://schemas.openxmlformats.org/officeDocument/2006/relationships/slide" Target="slides/slide15.xml"/><Relationship Id="rId28" Type="http://schemas.openxmlformats.org/officeDocument/2006/relationships/slide" Target="slides/slide18.xml"/><Relationship Id="rId27" Type="http://schemas.openxmlformats.org/officeDocument/2006/relationships/slide" Target="slides/slide17.xml"/><Relationship Id="rId29" Type="http://schemas.openxmlformats.org/officeDocument/2006/relationships/slide" Target="slides/slide19.xml"/><Relationship Id="rId51" Type="http://schemas.openxmlformats.org/officeDocument/2006/relationships/slide" Target="slides/slide41.xml"/><Relationship Id="rId50" Type="http://schemas.openxmlformats.org/officeDocument/2006/relationships/slide" Target="slides/slide40.xml"/><Relationship Id="rId53" Type="http://schemas.openxmlformats.org/officeDocument/2006/relationships/slide" Target="slides/slide43.xml"/><Relationship Id="rId52" Type="http://schemas.openxmlformats.org/officeDocument/2006/relationships/slide" Target="slides/slide42.xml"/><Relationship Id="rId11" Type="http://schemas.openxmlformats.org/officeDocument/2006/relationships/slide" Target="slides/slide1.xml"/><Relationship Id="rId55" Type="http://schemas.openxmlformats.org/officeDocument/2006/relationships/slide" Target="slides/slide45.xml"/><Relationship Id="rId10" Type="http://schemas.openxmlformats.org/officeDocument/2006/relationships/notesMaster" Target="notesMasters/notesMaster1.xml"/><Relationship Id="rId54" Type="http://schemas.openxmlformats.org/officeDocument/2006/relationships/slide" Target="slides/slide44.xml"/><Relationship Id="rId13" Type="http://schemas.openxmlformats.org/officeDocument/2006/relationships/slide" Target="slides/slide3.xml"/><Relationship Id="rId57" Type="http://schemas.openxmlformats.org/officeDocument/2006/relationships/slide" Target="slides/slide47.xml"/><Relationship Id="rId12" Type="http://schemas.openxmlformats.org/officeDocument/2006/relationships/slide" Target="slides/slide2.xml"/><Relationship Id="rId56" Type="http://schemas.openxmlformats.org/officeDocument/2006/relationships/slide" Target="slides/slide46.xml"/><Relationship Id="rId15" Type="http://schemas.openxmlformats.org/officeDocument/2006/relationships/slide" Target="slides/slide5.xml"/><Relationship Id="rId59" Type="http://schemas.openxmlformats.org/officeDocument/2006/relationships/slide" Target="slides/slide49.xml"/><Relationship Id="rId14" Type="http://schemas.openxmlformats.org/officeDocument/2006/relationships/slide" Target="slides/slide4.xml"/><Relationship Id="rId58" Type="http://schemas.openxmlformats.org/officeDocument/2006/relationships/slide" Target="slides/slide48.xml"/><Relationship Id="rId17" Type="http://schemas.openxmlformats.org/officeDocument/2006/relationships/slide" Target="slides/slide7.xml"/><Relationship Id="rId16" Type="http://schemas.openxmlformats.org/officeDocument/2006/relationships/slide" Target="slides/slide6.xml"/><Relationship Id="rId19" Type="http://schemas.openxmlformats.org/officeDocument/2006/relationships/slide" Target="slides/slide9.xml"/><Relationship Id="rId18"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3038475" cy="465137"/>
          </a:xfrm>
          <a:prstGeom prst="rect">
            <a:avLst/>
          </a:prstGeom>
          <a:noFill/>
          <a:ln>
            <a:noFill/>
          </a:ln>
        </p:spPr>
        <p:txBody>
          <a:bodyPr anchorCtr="0" anchor="t" bIns="46575" lIns="93175" spcFirstLastPara="1" rIns="93175" wrap="square" tIns="46575">
            <a:noAutofit/>
          </a:bodyPr>
          <a:lstStyle>
            <a:lvl1pPr lvl="0"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1pPr>
            <a:lvl2pPr lvl="1"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2pPr>
            <a:lvl3pPr lvl="2"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3pPr>
            <a:lvl4pPr lvl="3"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4pPr>
            <a:lvl5pPr lvl="4"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5pPr>
            <a:lvl6pPr lvl="5"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6pPr>
            <a:lvl7pPr lvl="6"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7pPr>
            <a:lvl8pPr lvl="7"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8pPr>
            <a:lvl9pPr lvl="8"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9pPr>
          </a:lstStyle>
          <a:p/>
        </p:txBody>
      </p:sp>
      <p:sp>
        <p:nvSpPr>
          <p:cNvPr id="4" name="Google Shape;4;n"/>
          <p:cNvSpPr txBox="1"/>
          <p:nvPr>
            <p:ph idx="10" type="dt"/>
          </p:nvPr>
        </p:nvSpPr>
        <p:spPr>
          <a:xfrm>
            <a:off x="3970337" y="0"/>
            <a:ext cx="3038475" cy="465137"/>
          </a:xfrm>
          <a:prstGeom prst="rect">
            <a:avLst/>
          </a:prstGeom>
          <a:noFill/>
          <a:ln>
            <a:noFill/>
          </a:ln>
        </p:spPr>
        <p:txBody>
          <a:bodyPr anchorCtr="0" anchor="t" bIns="46575" lIns="93175" spcFirstLastPara="1" rIns="93175" wrap="square" tIns="46575">
            <a:noAutofit/>
          </a:bodyPr>
          <a:lstStyle>
            <a:lvl1pPr lvl="0" marR="0" rtl="0" algn="r">
              <a:lnSpc>
                <a:spcPct val="100000"/>
              </a:lnSpc>
              <a:spcBef>
                <a:spcPts val="0"/>
              </a:spcBef>
              <a:spcAft>
                <a:spcPts val="0"/>
              </a:spcAft>
              <a:buSzPts val="1400"/>
              <a:buNone/>
              <a:defRPr b="0" i="0" sz="1200" u="none" cap="none" strike="noStrike">
                <a:solidFill>
                  <a:srgbClr val="000000"/>
                </a:solidFill>
                <a:latin typeface="Times New Roman"/>
                <a:ea typeface="Times New Roman"/>
                <a:cs typeface="Times New Roman"/>
                <a:sym typeface="Times New Roman"/>
              </a:defRPr>
            </a:lvl1pPr>
            <a:lvl2pPr lvl="1"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2pPr>
            <a:lvl3pPr lvl="2"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3pPr>
            <a:lvl4pPr lvl="3"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4pPr>
            <a:lvl5pPr lvl="4"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5pPr>
            <a:lvl6pPr lvl="5"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6pPr>
            <a:lvl7pPr lvl="6"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7pPr>
            <a:lvl8pPr lvl="7"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8pPr>
            <a:lvl9pPr lvl="8"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9pPr>
          </a:lstStyle>
          <a:p/>
        </p:txBody>
      </p:sp>
      <p:sp>
        <p:nvSpPr>
          <p:cNvPr id="5" name="Google Shape;5;n"/>
          <p:cNvSpPr/>
          <p:nvPr>
            <p:ph idx="3" type="sldImg"/>
          </p:nvPr>
        </p:nvSpPr>
        <p:spPr>
          <a:xfrm>
            <a:off x="1181100" y="696912"/>
            <a:ext cx="4648200" cy="34861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
        <p:nvSpPr>
          <p:cNvPr id="6" name="Google Shape;6;n"/>
          <p:cNvSpPr txBox="1"/>
          <p:nvPr>
            <p:ph idx="1" type="body"/>
          </p:nvPr>
        </p:nvSpPr>
        <p:spPr>
          <a:xfrm>
            <a:off x="701675" y="4416425"/>
            <a:ext cx="5607050" cy="4183062"/>
          </a:xfrm>
          <a:prstGeom prst="rect">
            <a:avLst/>
          </a:prstGeom>
          <a:noFill/>
          <a:ln>
            <a:noFill/>
          </a:ln>
        </p:spPr>
        <p:txBody>
          <a:bodyPr anchorCtr="0" anchor="t" bIns="46575" lIns="93175" spcFirstLastPara="1" rIns="93175" wrap="square" tIns="46575">
            <a:norm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
        <p:nvSpPr>
          <p:cNvPr id="7" name="Google Shape;7;n"/>
          <p:cNvSpPr txBox="1"/>
          <p:nvPr>
            <p:ph idx="11" type="ftr"/>
          </p:nvPr>
        </p:nvSpPr>
        <p:spPr>
          <a:xfrm>
            <a:off x="0" y="8829675"/>
            <a:ext cx="3038475" cy="465137"/>
          </a:xfrm>
          <a:prstGeom prst="rect">
            <a:avLst/>
          </a:prstGeom>
          <a:noFill/>
          <a:ln>
            <a:noFill/>
          </a:ln>
        </p:spPr>
        <p:txBody>
          <a:bodyPr anchorCtr="0" anchor="b" bIns="46575" lIns="93175" spcFirstLastPara="1" rIns="93175" wrap="square" tIns="46575">
            <a:noAutofit/>
          </a:bodyPr>
          <a:lstStyle>
            <a:lvl1pPr lvl="0"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1pPr>
            <a:lvl2pPr lvl="1"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2pPr>
            <a:lvl3pPr lvl="2"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3pPr>
            <a:lvl4pPr lvl="3"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4pPr>
            <a:lvl5pPr lvl="4"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5pPr>
            <a:lvl6pPr lvl="5"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6pPr>
            <a:lvl7pPr lvl="6"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7pPr>
            <a:lvl8pPr lvl="7"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8pPr>
            <a:lvl9pPr lvl="8"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9pPr>
          </a:lstStyle>
          <a:p/>
        </p:txBody>
      </p:sp>
      <p:sp>
        <p:nvSpPr>
          <p:cNvPr id="8" name="Google Shape;8;n"/>
          <p:cNvSpPr txBox="1"/>
          <p:nvPr>
            <p:ph idx="12" type="sldNum"/>
          </p:nvPr>
        </p:nvSpPr>
        <p:spPr>
          <a:xfrm>
            <a:off x="3970337" y="8829675"/>
            <a:ext cx="3038475" cy="465137"/>
          </a:xfrm>
          <a:prstGeom prst="rect">
            <a:avLst/>
          </a:prstGeom>
          <a:noFill/>
          <a:ln>
            <a:noFill/>
          </a:ln>
        </p:spPr>
        <p:txBody>
          <a:bodyPr anchorCtr="0" anchor="b" bIns="46575" lIns="93175" spcFirstLastPara="1" rIns="93175" wrap="square" tIns="46575">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cap="none" strike="noStrike">
                <a:solidFill>
                  <a:srgbClr val="000000"/>
                </a:solidFill>
                <a:latin typeface="Times New Roman"/>
                <a:ea typeface="Times New Roman"/>
                <a:cs typeface="Times New Roman"/>
                <a:sym typeface="Times New Roman"/>
              </a:rPr>
              <a:t>‹#›</a:t>
            </a:fld>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8" name="Shape 318"/>
        <p:cNvGrpSpPr/>
        <p:nvPr/>
      </p:nvGrpSpPr>
      <p:grpSpPr>
        <a:xfrm>
          <a:off x="0" y="0"/>
          <a:ext cx="0" cy="0"/>
          <a:chOff x="0" y="0"/>
          <a:chExt cx="0" cy="0"/>
        </a:xfrm>
      </p:grpSpPr>
      <p:sp>
        <p:nvSpPr>
          <p:cNvPr id="319" name="Google Shape;319;p1:notes"/>
          <p:cNvSpPr txBox="1"/>
          <p:nvPr>
            <p:ph idx="1" type="body"/>
          </p:nvPr>
        </p:nvSpPr>
        <p:spPr>
          <a:xfrm>
            <a:off x="701675" y="4416425"/>
            <a:ext cx="5607050" cy="4183062"/>
          </a:xfrm>
          <a:prstGeom prst="rect">
            <a:avLst/>
          </a:prstGeom>
        </p:spPr>
        <p:txBody>
          <a:bodyPr anchorCtr="0" anchor="t" bIns="46575" lIns="93175" spcFirstLastPara="1" rIns="93175" wrap="square" tIns="46575">
            <a:noAutofit/>
          </a:bodyPr>
          <a:lstStyle/>
          <a:p>
            <a:pPr indent="0" lvl="0" marL="0" rtl="0" algn="l">
              <a:spcBef>
                <a:spcPts val="0"/>
              </a:spcBef>
              <a:spcAft>
                <a:spcPts val="0"/>
              </a:spcAft>
              <a:buNone/>
            </a:pPr>
            <a:r>
              <a:t/>
            </a:r>
            <a:endParaRPr/>
          </a:p>
        </p:txBody>
      </p:sp>
      <p:sp>
        <p:nvSpPr>
          <p:cNvPr id="320" name="Google Shape;320;p1:notes"/>
          <p:cNvSpPr/>
          <p:nvPr>
            <p:ph idx="2" type="sldImg"/>
          </p:nvPr>
        </p:nvSpPr>
        <p:spPr>
          <a:xfrm>
            <a:off x="1181100" y="696912"/>
            <a:ext cx="4648200" cy="34861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4" name="Shape 324"/>
        <p:cNvGrpSpPr/>
        <p:nvPr/>
      </p:nvGrpSpPr>
      <p:grpSpPr>
        <a:xfrm>
          <a:off x="0" y="0"/>
          <a:ext cx="0" cy="0"/>
          <a:chOff x="0" y="0"/>
          <a:chExt cx="0" cy="0"/>
        </a:xfrm>
      </p:grpSpPr>
      <p:sp>
        <p:nvSpPr>
          <p:cNvPr id="325" name="Google Shape;325;p2:notes"/>
          <p:cNvSpPr txBox="1"/>
          <p:nvPr>
            <p:ph idx="1" type="body"/>
          </p:nvPr>
        </p:nvSpPr>
        <p:spPr>
          <a:xfrm>
            <a:off x="701675" y="4416425"/>
            <a:ext cx="5607050" cy="4183062"/>
          </a:xfrm>
          <a:prstGeom prst="rect">
            <a:avLst/>
          </a:prstGeom>
        </p:spPr>
        <p:txBody>
          <a:bodyPr anchorCtr="0" anchor="t" bIns="46575" lIns="93175" spcFirstLastPara="1" rIns="93175" wrap="square" tIns="46575">
            <a:noAutofit/>
          </a:bodyPr>
          <a:lstStyle/>
          <a:p>
            <a:pPr indent="0" lvl="0" marL="0" rtl="0" algn="l">
              <a:spcBef>
                <a:spcPts val="0"/>
              </a:spcBef>
              <a:spcAft>
                <a:spcPts val="0"/>
              </a:spcAft>
              <a:buNone/>
            </a:pPr>
            <a:r>
              <a:t/>
            </a:r>
            <a:endParaRPr/>
          </a:p>
        </p:txBody>
      </p:sp>
      <p:sp>
        <p:nvSpPr>
          <p:cNvPr id="326" name="Google Shape;326;p2:notes"/>
          <p:cNvSpPr/>
          <p:nvPr>
            <p:ph idx="2" type="sldImg"/>
          </p:nvPr>
        </p:nvSpPr>
        <p:spPr>
          <a:xfrm>
            <a:off x="1181100" y="696912"/>
            <a:ext cx="4648200" cy="34861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 name="Shape 329"/>
        <p:cNvGrpSpPr/>
        <p:nvPr/>
      </p:nvGrpSpPr>
      <p:grpSpPr>
        <a:xfrm>
          <a:off x="0" y="0"/>
          <a:ext cx="0" cy="0"/>
          <a:chOff x="0" y="0"/>
          <a:chExt cx="0" cy="0"/>
        </a:xfrm>
      </p:grpSpPr>
      <p:sp>
        <p:nvSpPr>
          <p:cNvPr id="330" name="Google Shape;330;p3:notes"/>
          <p:cNvSpPr txBox="1"/>
          <p:nvPr>
            <p:ph idx="1" type="body"/>
          </p:nvPr>
        </p:nvSpPr>
        <p:spPr>
          <a:xfrm>
            <a:off x="701675" y="4416425"/>
            <a:ext cx="5607050" cy="4183062"/>
          </a:xfrm>
          <a:prstGeom prst="rect">
            <a:avLst/>
          </a:prstGeom>
        </p:spPr>
        <p:txBody>
          <a:bodyPr anchorCtr="0" anchor="t" bIns="46575" lIns="93175" spcFirstLastPara="1" rIns="93175" wrap="square" tIns="46575">
            <a:noAutofit/>
          </a:bodyPr>
          <a:lstStyle/>
          <a:p>
            <a:pPr indent="0" lvl="0" marL="0" rtl="0" algn="l">
              <a:spcBef>
                <a:spcPts val="0"/>
              </a:spcBef>
              <a:spcAft>
                <a:spcPts val="0"/>
              </a:spcAft>
              <a:buNone/>
            </a:pPr>
            <a:r>
              <a:t/>
            </a:r>
            <a:endParaRPr/>
          </a:p>
        </p:txBody>
      </p:sp>
      <p:sp>
        <p:nvSpPr>
          <p:cNvPr id="331" name="Google Shape;331;p3:notes"/>
          <p:cNvSpPr/>
          <p:nvPr>
            <p:ph idx="2" type="sldImg"/>
          </p:nvPr>
        </p:nvSpPr>
        <p:spPr>
          <a:xfrm>
            <a:off x="1181100" y="696912"/>
            <a:ext cx="4648200" cy="34861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5" name="Shape 335"/>
        <p:cNvGrpSpPr/>
        <p:nvPr/>
      </p:nvGrpSpPr>
      <p:grpSpPr>
        <a:xfrm>
          <a:off x="0" y="0"/>
          <a:ext cx="0" cy="0"/>
          <a:chOff x="0" y="0"/>
          <a:chExt cx="0" cy="0"/>
        </a:xfrm>
      </p:grpSpPr>
      <p:sp>
        <p:nvSpPr>
          <p:cNvPr id="336" name="Google Shape;336;p4:notes"/>
          <p:cNvSpPr txBox="1"/>
          <p:nvPr>
            <p:ph idx="1" type="body"/>
          </p:nvPr>
        </p:nvSpPr>
        <p:spPr>
          <a:xfrm>
            <a:off x="701675" y="4416425"/>
            <a:ext cx="5607050" cy="4183062"/>
          </a:xfrm>
          <a:prstGeom prst="rect">
            <a:avLst/>
          </a:prstGeom>
        </p:spPr>
        <p:txBody>
          <a:bodyPr anchorCtr="0" anchor="t" bIns="46575" lIns="93175" spcFirstLastPara="1" rIns="93175" wrap="square" tIns="46575">
            <a:noAutofit/>
          </a:bodyPr>
          <a:lstStyle/>
          <a:p>
            <a:pPr indent="0" lvl="0" marL="0" rtl="0" algn="l">
              <a:spcBef>
                <a:spcPts val="0"/>
              </a:spcBef>
              <a:spcAft>
                <a:spcPts val="0"/>
              </a:spcAft>
              <a:buNone/>
            </a:pPr>
            <a:r>
              <a:t/>
            </a:r>
            <a:endParaRPr/>
          </a:p>
        </p:txBody>
      </p:sp>
      <p:sp>
        <p:nvSpPr>
          <p:cNvPr id="337" name="Google Shape;337;p4:notes"/>
          <p:cNvSpPr/>
          <p:nvPr>
            <p:ph idx="2" type="sldImg"/>
          </p:nvPr>
        </p:nvSpPr>
        <p:spPr>
          <a:xfrm>
            <a:off x="1181100" y="696912"/>
            <a:ext cx="4648200" cy="34861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0" name="Shape 340"/>
        <p:cNvGrpSpPr/>
        <p:nvPr/>
      </p:nvGrpSpPr>
      <p:grpSpPr>
        <a:xfrm>
          <a:off x="0" y="0"/>
          <a:ext cx="0" cy="0"/>
          <a:chOff x="0" y="0"/>
          <a:chExt cx="0" cy="0"/>
        </a:xfrm>
      </p:grpSpPr>
      <p:sp>
        <p:nvSpPr>
          <p:cNvPr id="341" name="Google Shape;341;p5:notes"/>
          <p:cNvSpPr txBox="1"/>
          <p:nvPr>
            <p:ph idx="1" type="body"/>
          </p:nvPr>
        </p:nvSpPr>
        <p:spPr>
          <a:xfrm>
            <a:off x="701675" y="4416425"/>
            <a:ext cx="5607050" cy="4183062"/>
          </a:xfrm>
          <a:prstGeom prst="rect">
            <a:avLst/>
          </a:prstGeom>
        </p:spPr>
        <p:txBody>
          <a:bodyPr anchorCtr="0" anchor="t" bIns="46575" lIns="93175" spcFirstLastPara="1" rIns="93175" wrap="square" tIns="46575">
            <a:noAutofit/>
          </a:bodyPr>
          <a:lstStyle/>
          <a:p>
            <a:pPr indent="0" lvl="0" marL="0" rtl="0" algn="l">
              <a:spcBef>
                <a:spcPts val="0"/>
              </a:spcBef>
              <a:spcAft>
                <a:spcPts val="0"/>
              </a:spcAft>
              <a:buNone/>
            </a:pPr>
            <a:r>
              <a:t/>
            </a:r>
            <a:endParaRPr/>
          </a:p>
        </p:txBody>
      </p:sp>
      <p:sp>
        <p:nvSpPr>
          <p:cNvPr id="342" name="Google Shape;342;p5:notes"/>
          <p:cNvSpPr/>
          <p:nvPr>
            <p:ph idx="2" type="sldImg"/>
          </p:nvPr>
        </p:nvSpPr>
        <p:spPr>
          <a:xfrm>
            <a:off x="1181100" y="696912"/>
            <a:ext cx="4648200" cy="34861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5" name="Shape 345"/>
        <p:cNvGrpSpPr/>
        <p:nvPr/>
      </p:nvGrpSpPr>
      <p:grpSpPr>
        <a:xfrm>
          <a:off x="0" y="0"/>
          <a:ext cx="0" cy="0"/>
          <a:chOff x="0" y="0"/>
          <a:chExt cx="0" cy="0"/>
        </a:xfrm>
      </p:grpSpPr>
      <p:sp>
        <p:nvSpPr>
          <p:cNvPr id="346" name="Google Shape;346;p6:notes"/>
          <p:cNvSpPr txBox="1"/>
          <p:nvPr>
            <p:ph idx="1" type="body"/>
          </p:nvPr>
        </p:nvSpPr>
        <p:spPr>
          <a:xfrm>
            <a:off x="701675" y="4416425"/>
            <a:ext cx="5607050" cy="4183062"/>
          </a:xfrm>
          <a:prstGeom prst="rect">
            <a:avLst/>
          </a:prstGeom>
        </p:spPr>
        <p:txBody>
          <a:bodyPr anchorCtr="0" anchor="t" bIns="46575" lIns="93175" spcFirstLastPara="1" rIns="93175" wrap="square" tIns="46575">
            <a:noAutofit/>
          </a:bodyPr>
          <a:lstStyle/>
          <a:p>
            <a:pPr indent="0" lvl="0" marL="0" rtl="0" algn="l">
              <a:spcBef>
                <a:spcPts val="0"/>
              </a:spcBef>
              <a:spcAft>
                <a:spcPts val="0"/>
              </a:spcAft>
              <a:buNone/>
            </a:pPr>
            <a:r>
              <a:t/>
            </a:r>
            <a:endParaRPr/>
          </a:p>
        </p:txBody>
      </p:sp>
      <p:sp>
        <p:nvSpPr>
          <p:cNvPr id="347" name="Google Shape;347;p6:notes"/>
          <p:cNvSpPr/>
          <p:nvPr>
            <p:ph idx="2" type="sldImg"/>
          </p:nvPr>
        </p:nvSpPr>
        <p:spPr>
          <a:xfrm>
            <a:off x="1181100" y="696912"/>
            <a:ext cx="4648200" cy="34861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0" name="Shape 350"/>
        <p:cNvGrpSpPr/>
        <p:nvPr/>
      </p:nvGrpSpPr>
      <p:grpSpPr>
        <a:xfrm>
          <a:off x="0" y="0"/>
          <a:ext cx="0" cy="0"/>
          <a:chOff x="0" y="0"/>
          <a:chExt cx="0" cy="0"/>
        </a:xfrm>
      </p:grpSpPr>
      <p:sp>
        <p:nvSpPr>
          <p:cNvPr id="351" name="Google Shape;351;p7:notes"/>
          <p:cNvSpPr txBox="1"/>
          <p:nvPr>
            <p:ph idx="1" type="body"/>
          </p:nvPr>
        </p:nvSpPr>
        <p:spPr>
          <a:xfrm>
            <a:off x="701675" y="4416425"/>
            <a:ext cx="5607050" cy="4183062"/>
          </a:xfrm>
          <a:prstGeom prst="rect">
            <a:avLst/>
          </a:prstGeom>
        </p:spPr>
        <p:txBody>
          <a:bodyPr anchorCtr="0" anchor="t" bIns="46575" lIns="93175" spcFirstLastPara="1" rIns="93175" wrap="square" tIns="46575">
            <a:noAutofit/>
          </a:bodyPr>
          <a:lstStyle/>
          <a:p>
            <a:pPr indent="0" lvl="0" marL="0" rtl="0" algn="l">
              <a:spcBef>
                <a:spcPts val="0"/>
              </a:spcBef>
              <a:spcAft>
                <a:spcPts val="0"/>
              </a:spcAft>
              <a:buNone/>
            </a:pPr>
            <a:r>
              <a:t/>
            </a:r>
            <a:endParaRPr/>
          </a:p>
        </p:txBody>
      </p:sp>
      <p:sp>
        <p:nvSpPr>
          <p:cNvPr id="352" name="Google Shape;352;p7:notes"/>
          <p:cNvSpPr/>
          <p:nvPr>
            <p:ph idx="2" type="sldImg"/>
          </p:nvPr>
        </p:nvSpPr>
        <p:spPr>
          <a:xfrm>
            <a:off x="1181100" y="696912"/>
            <a:ext cx="4648200" cy="34861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5" name="Shape 355"/>
        <p:cNvGrpSpPr/>
        <p:nvPr/>
      </p:nvGrpSpPr>
      <p:grpSpPr>
        <a:xfrm>
          <a:off x="0" y="0"/>
          <a:ext cx="0" cy="0"/>
          <a:chOff x="0" y="0"/>
          <a:chExt cx="0" cy="0"/>
        </a:xfrm>
      </p:grpSpPr>
      <p:sp>
        <p:nvSpPr>
          <p:cNvPr id="356" name="Google Shape;356;p8:notes"/>
          <p:cNvSpPr txBox="1"/>
          <p:nvPr>
            <p:ph idx="1" type="body"/>
          </p:nvPr>
        </p:nvSpPr>
        <p:spPr>
          <a:xfrm>
            <a:off x="701675" y="4416425"/>
            <a:ext cx="5607050" cy="4183062"/>
          </a:xfrm>
          <a:prstGeom prst="rect">
            <a:avLst/>
          </a:prstGeom>
        </p:spPr>
        <p:txBody>
          <a:bodyPr anchorCtr="0" anchor="t" bIns="46575" lIns="93175" spcFirstLastPara="1" rIns="93175" wrap="square" tIns="46575">
            <a:noAutofit/>
          </a:bodyPr>
          <a:lstStyle/>
          <a:p>
            <a:pPr indent="0" lvl="0" marL="0" rtl="0" algn="l">
              <a:spcBef>
                <a:spcPts val="0"/>
              </a:spcBef>
              <a:spcAft>
                <a:spcPts val="0"/>
              </a:spcAft>
              <a:buNone/>
            </a:pPr>
            <a:r>
              <a:t/>
            </a:r>
            <a:endParaRPr/>
          </a:p>
        </p:txBody>
      </p:sp>
      <p:sp>
        <p:nvSpPr>
          <p:cNvPr id="357" name="Google Shape;357;p8:notes"/>
          <p:cNvSpPr/>
          <p:nvPr>
            <p:ph idx="2" type="sldImg"/>
          </p:nvPr>
        </p:nvSpPr>
        <p:spPr>
          <a:xfrm>
            <a:off x="1181100" y="696912"/>
            <a:ext cx="4648200" cy="34861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1" name="Shape 361"/>
        <p:cNvGrpSpPr/>
        <p:nvPr/>
      </p:nvGrpSpPr>
      <p:grpSpPr>
        <a:xfrm>
          <a:off x="0" y="0"/>
          <a:ext cx="0" cy="0"/>
          <a:chOff x="0" y="0"/>
          <a:chExt cx="0" cy="0"/>
        </a:xfrm>
      </p:grpSpPr>
      <p:sp>
        <p:nvSpPr>
          <p:cNvPr id="362" name="Google Shape;362;p9:notes"/>
          <p:cNvSpPr txBox="1"/>
          <p:nvPr>
            <p:ph idx="1" type="body"/>
          </p:nvPr>
        </p:nvSpPr>
        <p:spPr>
          <a:xfrm>
            <a:off x="701675" y="4416425"/>
            <a:ext cx="5607050" cy="4183062"/>
          </a:xfrm>
          <a:prstGeom prst="rect">
            <a:avLst/>
          </a:prstGeom>
        </p:spPr>
        <p:txBody>
          <a:bodyPr anchorCtr="0" anchor="t" bIns="46575" lIns="93175" spcFirstLastPara="1" rIns="93175" wrap="square" tIns="46575">
            <a:noAutofit/>
          </a:bodyPr>
          <a:lstStyle/>
          <a:p>
            <a:pPr indent="0" lvl="0" marL="0" rtl="0" algn="l">
              <a:spcBef>
                <a:spcPts val="0"/>
              </a:spcBef>
              <a:spcAft>
                <a:spcPts val="0"/>
              </a:spcAft>
              <a:buNone/>
            </a:pPr>
            <a:r>
              <a:t/>
            </a:r>
            <a:endParaRPr/>
          </a:p>
        </p:txBody>
      </p:sp>
      <p:sp>
        <p:nvSpPr>
          <p:cNvPr id="363" name="Google Shape;363;p9:notes"/>
          <p:cNvSpPr/>
          <p:nvPr>
            <p:ph idx="2" type="sldImg"/>
          </p:nvPr>
        </p:nvSpPr>
        <p:spPr>
          <a:xfrm>
            <a:off x="1181100" y="696912"/>
            <a:ext cx="4648200" cy="34861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6" name="Shape 366"/>
        <p:cNvGrpSpPr/>
        <p:nvPr/>
      </p:nvGrpSpPr>
      <p:grpSpPr>
        <a:xfrm>
          <a:off x="0" y="0"/>
          <a:ext cx="0" cy="0"/>
          <a:chOff x="0" y="0"/>
          <a:chExt cx="0" cy="0"/>
        </a:xfrm>
      </p:grpSpPr>
      <p:sp>
        <p:nvSpPr>
          <p:cNvPr id="367" name="Google Shape;367;p10:notes"/>
          <p:cNvSpPr txBox="1"/>
          <p:nvPr>
            <p:ph idx="1" type="body"/>
          </p:nvPr>
        </p:nvSpPr>
        <p:spPr>
          <a:xfrm>
            <a:off x="701675" y="4416425"/>
            <a:ext cx="5607050" cy="4183062"/>
          </a:xfrm>
          <a:prstGeom prst="rect">
            <a:avLst/>
          </a:prstGeom>
        </p:spPr>
        <p:txBody>
          <a:bodyPr anchorCtr="0" anchor="t" bIns="46575" lIns="93175" spcFirstLastPara="1" rIns="93175" wrap="square" tIns="46575">
            <a:noAutofit/>
          </a:bodyPr>
          <a:lstStyle/>
          <a:p>
            <a:pPr indent="0" lvl="0" marL="0" rtl="0" algn="l">
              <a:spcBef>
                <a:spcPts val="0"/>
              </a:spcBef>
              <a:spcAft>
                <a:spcPts val="0"/>
              </a:spcAft>
              <a:buNone/>
            </a:pPr>
            <a:r>
              <a:t/>
            </a:r>
            <a:endParaRPr/>
          </a:p>
        </p:txBody>
      </p:sp>
      <p:sp>
        <p:nvSpPr>
          <p:cNvPr id="368" name="Google Shape;368;p10:notes"/>
          <p:cNvSpPr/>
          <p:nvPr>
            <p:ph idx="2" type="sldImg"/>
          </p:nvPr>
        </p:nvSpPr>
        <p:spPr>
          <a:xfrm>
            <a:off x="1181100" y="696912"/>
            <a:ext cx="4648200" cy="34861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1" name="Shape 371"/>
        <p:cNvGrpSpPr/>
        <p:nvPr/>
      </p:nvGrpSpPr>
      <p:grpSpPr>
        <a:xfrm>
          <a:off x="0" y="0"/>
          <a:ext cx="0" cy="0"/>
          <a:chOff x="0" y="0"/>
          <a:chExt cx="0" cy="0"/>
        </a:xfrm>
      </p:grpSpPr>
      <p:sp>
        <p:nvSpPr>
          <p:cNvPr id="372" name="Google Shape;372;p11:notes"/>
          <p:cNvSpPr txBox="1"/>
          <p:nvPr>
            <p:ph idx="1" type="body"/>
          </p:nvPr>
        </p:nvSpPr>
        <p:spPr>
          <a:xfrm>
            <a:off x="701675" y="4416425"/>
            <a:ext cx="5607050" cy="4183062"/>
          </a:xfrm>
          <a:prstGeom prst="rect">
            <a:avLst/>
          </a:prstGeom>
        </p:spPr>
        <p:txBody>
          <a:bodyPr anchorCtr="0" anchor="t" bIns="46575" lIns="93175" spcFirstLastPara="1" rIns="93175" wrap="square" tIns="46575">
            <a:noAutofit/>
          </a:bodyPr>
          <a:lstStyle/>
          <a:p>
            <a:pPr indent="0" lvl="0" marL="0" rtl="0" algn="l">
              <a:spcBef>
                <a:spcPts val="0"/>
              </a:spcBef>
              <a:spcAft>
                <a:spcPts val="0"/>
              </a:spcAft>
              <a:buNone/>
            </a:pPr>
            <a:r>
              <a:t/>
            </a:r>
            <a:endParaRPr/>
          </a:p>
        </p:txBody>
      </p:sp>
      <p:sp>
        <p:nvSpPr>
          <p:cNvPr id="373" name="Google Shape;373;p11:notes"/>
          <p:cNvSpPr/>
          <p:nvPr>
            <p:ph idx="2" type="sldImg"/>
          </p:nvPr>
        </p:nvSpPr>
        <p:spPr>
          <a:xfrm>
            <a:off x="1181100" y="696912"/>
            <a:ext cx="4648200" cy="34861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6" name="Shape 376"/>
        <p:cNvGrpSpPr/>
        <p:nvPr/>
      </p:nvGrpSpPr>
      <p:grpSpPr>
        <a:xfrm>
          <a:off x="0" y="0"/>
          <a:ext cx="0" cy="0"/>
          <a:chOff x="0" y="0"/>
          <a:chExt cx="0" cy="0"/>
        </a:xfrm>
      </p:grpSpPr>
      <p:sp>
        <p:nvSpPr>
          <p:cNvPr id="377" name="Google Shape;377;p12:notes"/>
          <p:cNvSpPr txBox="1"/>
          <p:nvPr>
            <p:ph idx="1" type="body"/>
          </p:nvPr>
        </p:nvSpPr>
        <p:spPr>
          <a:xfrm>
            <a:off x="701675" y="4416425"/>
            <a:ext cx="5607050" cy="4183062"/>
          </a:xfrm>
          <a:prstGeom prst="rect">
            <a:avLst/>
          </a:prstGeom>
        </p:spPr>
        <p:txBody>
          <a:bodyPr anchorCtr="0" anchor="t" bIns="46575" lIns="93175" spcFirstLastPara="1" rIns="93175" wrap="square" tIns="46575">
            <a:noAutofit/>
          </a:bodyPr>
          <a:lstStyle/>
          <a:p>
            <a:pPr indent="0" lvl="0" marL="0" rtl="0" algn="l">
              <a:spcBef>
                <a:spcPts val="0"/>
              </a:spcBef>
              <a:spcAft>
                <a:spcPts val="0"/>
              </a:spcAft>
              <a:buNone/>
            </a:pPr>
            <a:r>
              <a:t/>
            </a:r>
            <a:endParaRPr/>
          </a:p>
        </p:txBody>
      </p:sp>
      <p:sp>
        <p:nvSpPr>
          <p:cNvPr id="378" name="Google Shape;378;p12:notes"/>
          <p:cNvSpPr/>
          <p:nvPr>
            <p:ph idx="2" type="sldImg"/>
          </p:nvPr>
        </p:nvSpPr>
        <p:spPr>
          <a:xfrm>
            <a:off x="1181100" y="696912"/>
            <a:ext cx="4648200" cy="34861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1" name="Shape 381"/>
        <p:cNvGrpSpPr/>
        <p:nvPr/>
      </p:nvGrpSpPr>
      <p:grpSpPr>
        <a:xfrm>
          <a:off x="0" y="0"/>
          <a:ext cx="0" cy="0"/>
          <a:chOff x="0" y="0"/>
          <a:chExt cx="0" cy="0"/>
        </a:xfrm>
      </p:grpSpPr>
      <p:sp>
        <p:nvSpPr>
          <p:cNvPr id="382" name="Google Shape;382;p13:notes"/>
          <p:cNvSpPr txBox="1"/>
          <p:nvPr>
            <p:ph idx="1" type="body"/>
          </p:nvPr>
        </p:nvSpPr>
        <p:spPr>
          <a:xfrm>
            <a:off x="701675" y="4416425"/>
            <a:ext cx="5607050" cy="4183062"/>
          </a:xfrm>
          <a:prstGeom prst="rect">
            <a:avLst/>
          </a:prstGeom>
        </p:spPr>
        <p:txBody>
          <a:bodyPr anchorCtr="0" anchor="t" bIns="46575" lIns="93175" spcFirstLastPara="1" rIns="93175" wrap="square" tIns="46575">
            <a:noAutofit/>
          </a:bodyPr>
          <a:lstStyle/>
          <a:p>
            <a:pPr indent="0" lvl="0" marL="0" rtl="0" algn="l">
              <a:spcBef>
                <a:spcPts val="0"/>
              </a:spcBef>
              <a:spcAft>
                <a:spcPts val="0"/>
              </a:spcAft>
              <a:buNone/>
            </a:pPr>
            <a:r>
              <a:t/>
            </a:r>
            <a:endParaRPr/>
          </a:p>
        </p:txBody>
      </p:sp>
      <p:sp>
        <p:nvSpPr>
          <p:cNvPr id="383" name="Google Shape;383;p13:notes"/>
          <p:cNvSpPr/>
          <p:nvPr>
            <p:ph idx="2" type="sldImg"/>
          </p:nvPr>
        </p:nvSpPr>
        <p:spPr>
          <a:xfrm>
            <a:off x="1181100" y="696912"/>
            <a:ext cx="4648200" cy="34861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6" name="Shape 386"/>
        <p:cNvGrpSpPr/>
        <p:nvPr/>
      </p:nvGrpSpPr>
      <p:grpSpPr>
        <a:xfrm>
          <a:off x="0" y="0"/>
          <a:ext cx="0" cy="0"/>
          <a:chOff x="0" y="0"/>
          <a:chExt cx="0" cy="0"/>
        </a:xfrm>
      </p:grpSpPr>
      <p:sp>
        <p:nvSpPr>
          <p:cNvPr id="387" name="Google Shape;387;p14:notes"/>
          <p:cNvSpPr txBox="1"/>
          <p:nvPr>
            <p:ph idx="1" type="body"/>
          </p:nvPr>
        </p:nvSpPr>
        <p:spPr>
          <a:xfrm>
            <a:off x="701675" y="4416425"/>
            <a:ext cx="5607050" cy="4183062"/>
          </a:xfrm>
          <a:prstGeom prst="rect">
            <a:avLst/>
          </a:prstGeom>
        </p:spPr>
        <p:txBody>
          <a:bodyPr anchorCtr="0" anchor="t" bIns="46575" lIns="93175" spcFirstLastPara="1" rIns="93175" wrap="square" tIns="46575">
            <a:noAutofit/>
          </a:bodyPr>
          <a:lstStyle/>
          <a:p>
            <a:pPr indent="0" lvl="0" marL="0" rtl="0" algn="l">
              <a:spcBef>
                <a:spcPts val="0"/>
              </a:spcBef>
              <a:spcAft>
                <a:spcPts val="0"/>
              </a:spcAft>
              <a:buNone/>
            </a:pPr>
            <a:r>
              <a:t/>
            </a:r>
            <a:endParaRPr/>
          </a:p>
        </p:txBody>
      </p:sp>
      <p:sp>
        <p:nvSpPr>
          <p:cNvPr id="388" name="Google Shape;388;p14:notes"/>
          <p:cNvSpPr/>
          <p:nvPr>
            <p:ph idx="2" type="sldImg"/>
          </p:nvPr>
        </p:nvSpPr>
        <p:spPr>
          <a:xfrm>
            <a:off x="1181100" y="696912"/>
            <a:ext cx="4648200" cy="34861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1" name="Shape 391"/>
        <p:cNvGrpSpPr/>
        <p:nvPr/>
      </p:nvGrpSpPr>
      <p:grpSpPr>
        <a:xfrm>
          <a:off x="0" y="0"/>
          <a:ext cx="0" cy="0"/>
          <a:chOff x="0" y="0"/>
          <a:chExt cx="0" cy="0"/>
        </a:xfrm>
      </p:grpSpPr>
      <p:sp>
        <p:nvSpPr>
          <p:cNvPr id="392" name="Google Shape;392;p15:notes"/>
          <p:cNvSpPr txBox="1"/>
          <p:nvPr>
            <p:ph idx="1" type="body"/>
          </p:nvPr>
        </p:nvSpPr>
        <p:spPr>
          <a:xfrm>
            <a:off x="701675" y="4416425"/>
            <a:ext cx="5607050" cy="4183062"/>
          </a:xfrm>
          <a:prstGeom prst="rect">
            <a:avLst/>
          </a:prstGeom>
        </p:spPr>
        <p:txBody>
          <a:bodyPr anchorCtr="0" anchor="t" bIns="46575" lIns="93175" spcFirstLastPara="1" rIns="93175" wrap="square" tIns="46575">
            <a:noAutofit/>
          </a:bodyPr>
          <a:lstStyle/>
          <a:p>
            <a:pPr indent="0" lvl="0" marL="0" rtl="0" algn="l">
              <a:spcBef>
                <a:spcPts val="0"/>
              </a:spcBef>
              <a:spcAft>
                <a:spcPts val="0"/>
              </a:spcAft>
              <a:buNone/>
            </a:pPr>
            <a:r>
              <a:t/>
            </a:r>
            <a:endParaRPr/>
          </a:p>
        </p:txBody>
      </p:sp>
      <p:sp>
        <p:nvSpPr>
          <p:cNvPr id="393" name="Google Shape;393;p15:notes"/>
          <p:cNvSpPr/>
          <p:nvPr>
            <p:ph idx="2" type="sldImg"/>
          </p:nvPr>
        </p:nvSpPr>
        <p:spPr>
          <a:xfrm>
            <a:off x="1181100" y="696912"/>
            <a:ext cx="4648200" cy="34861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6" name="Shape 396"/>
        <p:cNvGrpSpPr/>
        <p:nvPr/>
      </p:nvGrpSpPr>
      <p:grpSpPr>
        <a:xfrm>
          <a:off x="0" y="0"/>
          <a:ext cx="0" cy="0"/>
          <a:chOff x="0" y="0"/>
          <a:chExt cx="0" cy="0"/>
        </a:xfrm>
      </p:grpSpPr>
      <p:sp>
        <p:nvSpPr>
          <p:cNvPr id="397" name="Google Shape;397;p16:notes"/>
          <p:cNvSpPr txBox="1"/>
          <p:nvPr>
            <p:ph idx="1" type="body"/>
          </p:nvPr>
        </p:nvSpPr>
        <p:spPr>
          <a:xfrm>
            <a:off x="701675" y="4416425"/>
            <a:ext cx="5607050" cy="4183062"/>
          </a:xfrm>
          <a:prstGeom prst="rect">
            <a:avLst/>
          </a:prstGeom>
        </p:spPr>
        <p:txBody>
          <a:bodyPr anchorCtr="0" anchor="t" bIns="46575" lIns="93175" spcFirstLastPara="1" rIns="93175" wrap="square" tIns="46575">
            <a:noAutofit/>
          </a:bodyPr>
          <a:lstStyle/>
          <a:p>
            <a:pPr indent="0" lvl="0" marL="0" rtl="0" algn="l">
              <a:spcBef>
                <a:spcPts val="0"/>
              </a:spcBef>
              <a:spcAft>
                <a:spcPts val="0"/>
              </a:spcAft>
              <a:buNone/>
            </a:pPr>
            <a:r>
              <a:t/>
            </a:r>
            <a:endParaRPr/>
          </a:p>
        </p:txBody>
      </p:sp>
      <p:sp>
        <p:nvSpPr>
          <p:cNvPr id="398" name="Google Shape;398;p16:notes"/>
          <p:cNvSpPr/>
          <p:nvPr>
            <p:ph idx="2" type="sldImg"/>
          </p:nvPr>
        </p:nvSpPr>
        <p:spPr>
          <a:xfrm>
            <a:off x="1181100" y="696912"/>
            <a:ext cx="4648200" cy="34861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1" name="Shape 401"/>
        <p:cNvGrpSpPr/>
        <p:nvPr/>
      </p:nvGrpSpPr>
      <p:grpSpPr>
        <a:xfrm>
          <a:off x="0" y="0"/>
          <a:ext cx="0" cy="0"/>
          <a:chOff x="0" y="0"/>
          <a:chExt cx="0" cy="0"/>
        </a:xfrm>
      </p:grpSpPr>
      <p:sp>
        <p:nvSpPr>
          <p:cNvPr id="402" name="Google Shape;402;p17:notes"/>
          <p:cNvSpPr txBox="1"/>
          <p:nvPr>
            <p:ph idx="1" type="body"/>
          </p:nvPr>
        </p:nvSpPr>
        <p:spPr>
          <a:xfrm>
            <a:off x="701675" y="4416425"/>
            <a:ext cx="5607050" cy="4183062"/>
          </a:xfrm>
          <a:prstGeom prst="rect">
            <a:avLst/>
          </a:prstGeom>
        </p:spPr>
        <p:txBody>
          <a:bodyPr anchorCtr="0" anchor="t" bIns="46575" lIns="93175" spcFirstLastPara="1" rIns="93175" wrap="square" tIns="46575">
            <a:noAutofit/>
          </a:bodyPr>
          <a:lstStyle/>
          <a:p>
            <a:pPr indent="0" lvl="0" marL="0" rtl="0" algn="l">
              <a:spcBef>
                <a:spcPts val="0"/>
              </a:spcBef>
              <a:spcAft>
                <a:spcPts val="0"/>
              </a:spcAft>
              <a:buNone/>
            </a:pPr>
            <a:r>
              <a:t/>
            </a:r>
            <a:endParaRPr/>
          </a:p>
        </p:txBody>
      </p:sp>
      <p:sp>
        <p:nvSpPr>
          <p:cNvPr id="403" name="Google Shape;403;p17:notes"/>
          <p:cNvSpPr/>
          <p:nvPr>
            <p:ph idx="2" type="sldImg"/>
          </p:nvPr>
        </p:nvSpPr>
        <p:spPr>
          <a:xfrm>
            <a:off x="1181100" y="696912"/>
            <a:ext cx="4648200" cy="34861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7" name="Shape 407"/>
        <p:cNvGrpSpPr/>
        <p:nvPr/>
      </p:nvGrpSpPr>
      <p:grpSpPr>
        <a:xfrm>
          <a:off x="0" y="0"/>
          <a:ext cx="0" cy="0"/>
          <a:chOff x="0" y="0"/>
          <a:chExt cx="0" cy="0"/>
        </a:xfrm>
      </p:grpSpPr>
      <p:sp>
        <p:nvSpPr>
          <p:cNvPr id="408" name="Google Shape;408;p18:notes"/>
          <p:cNvSpPr txBox="1"/>
          <p:nvPr>
            <p:ph idx="1" type="body"/>
          </p:nvPr>
        </p:nvSpPr>
        <p:spPr>
          <a:xfrm>
            <a:off x="701675" y="4416425"/>
            <a:ext cx="5607050" cy="4183062"/>
          </a:xfrm>
          <a:prstGeom prst="rect">
            <a:avLst/>
          </a:prstGeom>
        </p:spPr>
        <p:txBody>
          <a:bodyPr anchorCtr="0" anchor="t" bIns="46575" lIns="93175" spcFirstLastPara="1" rIns="93175" wrap="square" tIns="46575">
            <a:noAutofit/>
          </a:bodyPr>
          <a:lstStyle/>
          <a:p>
            <a:pPr indent="0" lvl="0" marL="0" rtl="0" algn="l">
              <a:spcBef>
                <a:spcPts val="0"/>
              </a:spcBef>
              <a:spcAft>
                <a:spcPts val="0"/>
              </a:spcAft>
              <a:buNone/>
            </a:pPr>
            <a:r>
              <a:t/>
            </a:r>
            <a:endParaRPr/>
          </a:p>
        </p:txBody>
      </p:sp>
      <p:sp>
        <p:nvSpPr>
          <p:cNvPr id="409" name="Google Shape;409;p18:notes"/>
          <p:cNvSpPr/>
          <p:nvPr>
            <p:ph idx="2" type="sldImg"/>
          </p:nvPr>
        </p:nvSpPr>
        <p:spPr>
          <a:xfrm>
            <a:off x="1181100" y="696912"/>
            <a:ext cx="4648200" cy="34861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3" name="Shape 413"/>
        <p:cNvGrpSpPr/>
        <p:nvPr/>
      </p:nvGrpSpPr>
      <p:grpSpPr>
        <a:xfrm>
          <a:off x="0" y="0"/>
          <a:ext cx="0" cy="0"/>
          <a:chOff x="0" y="0"/>
          <a:chExt cx="0" cy="0"/>
        </a:xfrm>
      </p:grpSpPr>
      <p:sp>
        <p:nvSpPr>
          <p:cNvPr id="414" name="Google Shape;414;p19:notes"/>
          <p:cNvSpPr txBox="1"/>
          <p:nvPr>
            <p:ph idx="1" type="body"/>
          </p:nvPr>
        </p:nvSpPr>
        <p:spPr>
          <a:xfrm>
            <a:off x="701675" y="4416425"/>
            <a:ext cx="5607050" cy="4183062"/>
          </a:xfrm>
          <a:prstGeom prst="rect">
            <a:avLst/>
          </a:prstGeom>
        </p:spPr>
        <p:txBody>
          <a:bodyPr anchorCtr="0" anchor="t" bIns="46575" lIns="93175" spcFirstLastPara="1" rIns="93175" wrap="square" tIns="46575">
            <a:noAutofit/>
          </a:bodyPr>
          <a:lstStyle/>
          <a:p>
            <a:pPr indent="0" lvl="0" marL="0" rtl="0" algn="l">
              <a:spcBef>
                <a:spcPts val="0"/>
              </a:spcBef>
              <a:spcAft>
                <a:spcPts val="0"/>
              </a:spcAft>
              <a:buNone/>
            </a:pPr>
            <a:r>
              <a:t/>
            </a:r>
            <a:endParaRPr/>
          </a:p>
        </p:txBody>
      </p:sp>
      <p:sp>
        <p:nvSpPr>
          <p:cNvPr id="415" name="Google Shape;415;p19:notes"/>
          <p:cNvSpPr/>
          <p:nvPr>
            <p:ph idx="2" type="sldImg"/>
          </p:nvPr>
        </p:nvSpPr>
        <p:spPr>
          <a:xfrm>
            <a:off x="1181100" y="696912"/>
            <a:ext cx="4648200" cy="34861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8" name="Shape 418"/>
        <p:cNvGrpSpPr/>
        <p:nvPr/>
      </p:nvGrpSpPr>
      <p:grpSpPr>
        <a:xfrm>
          <a:off x="0" y="0"/>
          <a:ext cx="0" cy="0"/>
          <a:chOff x="0" y="0"/>
          <a:chExt cx="0" cy="0"/>
        </a:xfrm>
      </p:grpSpPr>
      <p:sp>
        <p:nvSpPr>
          <p:cNvPr id="419" name="Google Shape;419;p20:notes"/>
          <p:cNvSpPr txBox="1"/>
          <p:nvPr>
            <p:ph idx="1" type="body"/>
          </p:nvPr>
        </p:nvSpPr>
        <p:spPr>
          <a:xfrm>
            <a:off x="701675" y="4416425"/>
            <a:ext cx="5607050" cy="4183062"/>
          </a:xfrm>
          <a:prstGeom prst="rect">
            <a:avLst/>
          </a:prstGeom>
        </p:spPr>
        <p:txBody>
          <a:bodyPr anchorCtr="0" anchor="t" bIns="46575" lIns="93175" spcFirstLastPara="1" rIns="93175" wrap="square" tIns="46575">
            <a:noAutofit/>
          </a:bodyPr>
          <a:lstStyle/>
          <a:p>
            <a:pPr indent="0" lvl="0" marL="0" rtl="0" algn="l">
              <a:spcBef>
                <a:spcPts val="0"/>
              </a:spcBef>
              <a:spcAft>
                <a:spcPts val="0"/>
              </a:spcAft>
              <a:buNone/>
            </a:pPr>
            <a:r>
              <a:t/>
            </a:r>
            <a:endParaRPr/>
          </a:p>
        </p:txBody>
      </p:sp>
      <p:sp>
        <p:nvSpPr>
          <p:cNvPr id="420" name="Google Shape;420;p20:notes"/>
          <p:cNvSpPr/>
          <p:nvPr>
            <p:ph idx="2" type="sldImg"/>
          </p:nvPr>
        </p:nvSpPr>
        <p:spPr>
          <a:xfrm>
            <a:off x="1181100" y="696912"/>
            <a:ext cx="4648200" cy="34861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3" name="Shape 423"/>
        <p:cNvGrpSpPr/>
        <p:nvPr/>
      </p:nvGrpSpPr>
      <p:grpSpPr>
        <a:xfrm>
          <a:off x="0" y="0"/>
          <a:ext cx="0" cy="0"/>
          <a:chOff x="0" y="0"/>
          <a:chExt cx="0" cy="0"/>
        </a:xfrm>
      </p:grpSpPr>
      <p:sp>
        <p:nvSpPr>
          <p:cNvPr id="424" name="Google Shape;424;p21:notes"/>
          <p:cNvSpPr txBox="1"/>
          <p:nvPr>
            <p:ph idx="1" type="body"/>
          </p:nvPr>
        </p:nvSpPr>
        <p:spPr>
          <a:xfrm>
            <a:off x="701675" y="4416425"/>
            <a:ext cx="5607050" cy="4183062"/>
          </a:xfrm>
          <a:prstGeom prst="rect">
            <a:avLst/>
          </a:prstGeom>
        </p:spPr>
        <p:txBody>
          <a:bodyPr anchorCtr="0" anchor="t" bIns="46575" lIns="93175" spcFirstLastPara="1" rIns="93175" wrap="square" tIns="46575">
            <a:noAutofit/>
          </a:bodyPr>
          <a:lstStyle/>
          <a:p>
            <a:pPr indent="0" lvl="0" marL="0" rtl="0" algn="l">
              <a:spcBef>
                <a:spcPts val="0"/>
              </a:spcBef>
              <a:spcAft>
                <a:spcPts val="0"/>
              </a:spcAft>
              <a:buNone/>
            </a:pPr>
            <a:r>
              <a:t/>
            </a:r>
            <a:endParaRPr/>
          </a:p>
        </p:txBody>
      </p:sp>
      <p:sp>
        <p:nvSpPr>
          <p:cNvPr id="425" name="Google Shape;425;p21:notes"/>
          <p:cNvSpPr/>
          <p:nvPr>
            <p:ph idx="2" type="sldImg"/>
          </p:nvPr>
        </p:nvSpPr>
        <p:spPr>
          <a:xfrm>
            <a:off x="1181100" y="696912"/>
            <a:ext cx="4648200" cy="34861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8" name="Shape 428"/>
        <p:cNvGrpSpPr/>
        <p:nvPr/>
      </p:nvGrpSpPr>
      <p:grpSpPr>
        <a:xfrm>
          <a:off x="0" y="0"/>
          <a:ext cx="0" cy="0"/>
          <a:chOff x="0" y="0"/>
          <a:chExt cx="0" cy="0"/>
        </a:xfrm>
      </p:grpSpPr>
      <p:sp>
        <p:nvSpPr>
          <p:cNvPr id="429" name="Google Shape;429;p22:notes"/>
          <p:cNvSpPr txBox="1"/>
          <p:nvPr>
            <p:ph idx="1" type="body"/>
          </p:nvPr>
        </p:nvSpPr>
        <p:spPr>
          <a:xfrm>
            <a:off x="701675" y="4416425"/>
            <a:ext cx="5607050" cy="4183062"/>
          </a:xfrm>
          <a:prstGeom prst="rect">
            <a:avLst/>
          </a:prstGeom>
        </p:spPr>
        <p:txBody>
          <a:bodyPr anchorCtr="0" anchor="t" bIns="46575" lIns="93175" spcFirstLastPara="1" rIns="93175" wrap="square" tIns="46575">
            <a:noAutofit/>
          </a:bodyPr>
          <a:lstStyle/>
          <a:p>
            <a:pPr indent="0" lvl="0" marL="0" rtl="0" algn="l">
              <a:spcBef>
                <a:spcPts val="0"/>
              </a:spcBef>
              <a:spcAft>
                <a:spcPts val="0"/>
              </a:spcAft>
              <a:buNone/>
            </a:pPr>
            <a:r>
              <a:t/>
            </a:r>
            <a:endParaRPr/>
          </a:p>
        </p:txBody>
      </p:sp>
      <p:sp>
        <p:nvSpPr>
          <p:cNvPr id="430" name="Google Shape;430;p22:notes"/>
          <p:cNvSpPr/>
          <p:nvPr>
            <p:ph idx="2" type="sldImg"/>
          </p:nvPr>
        </p:nvSpPr>
        <p:spPr>
          <a:xfrm>
            <a:off x="1181100" y="696912"/>
            <a:ext cx="4648200" cy="34861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3" name="Shape 433"/>
        <p:cNvGrpSpPr/>
        <p:nvPr/>
      </p:nvGrpSpPr>
      <p:grpSpPr>
        <a:xfrm>
          <a:off x="0" y="0"/>
          <a:ext cx="0" cy="0"/>
          <a:chOff x="0" y="0"/>
          <a:chExt cx="0" cy="0"/>
        </a:xfrm>
      </p:grpSpPr>
      <p:sp>
        <p:nvSpPr>
          <p:cNvPr id="434" name="Google Shape;434;p23:notes"/>
          <p:cNvSpPr txBox="1"/>
          <p:nvPr>
            <p:ph idx="1" type="body"/>
          </p:nvPr>
        </p:nvSpPr>
        <p:spPr>
          <a:xfrm>
            <a:off x="701675" y="4416425"/>
            <a:ext cx="5607050" cy="4183062"/>
          </a:xfrm>
          <a:prstGeom prst="rect">
            <a:avLst/>
          </a:prstGeom>
        </p:spPr>
        <p:txBody>
          <a:bodyPr anchorCtr="0" anchor="t" bIns="46575" lIns="93175" spcFirstLastPara="1" rIns="93175" wrap="square" tIns="46575">
            <a:noAutofit/>
          </a:bodyPr>
          <a:lstStyle/>
          <a:p>
            <a:pPr indent="0" lvl="0" marL="0" rtl="0" algn="l">
              <a:spcBef>
                <a:spcPts val="0"/>
              </a:spcBef>
              <a:spcAft>
                <a:spcPts val="0"/>
              </a:spcAft>
              <a:buNone/>
            </a:pPr>
            <a:r>
              <a:t/>
            </a:r>
            <a:endParaRPr/>
          </a:p>
        </p:txBody>
      </p:sp>
      <p:sp>
        <p:nvSpPr>
          <p:cNvPr id="435" name="Google Shape;435;p23:notes"/>
          <p:cNvSpPr/>
          <p:nvPr>
            <p:ph idx="2" type="sldImg"/>
          </p:nvPr>
        </p:nvSpPr>
        <p:spPr>
          <a:xfrm>
            <a:off x="1181100" y="696912"/>
            <a:ext cx="4648200" cy="34861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9" name="Shape 439"/>
        <p:cNvGrpSpPr/>
        <p:nvPr/>
      </p:nvGrpSpPr>
      <p:grpSpPr>
        <a:xfrm>
          <a:off x="0" y="0"/>
          <a:ext cx="0" cy="0"/>
          <a:chOff x="0" y="0"/>
          <a:chExt cx="0" cy="0"/>
        </a:xfrm>
      </p:grpSpPr>
      <p:sp>
        <p:nvSpPr>
          <p:cNvPr id="440" name="Google Shape;440;p24:notes"/>
          <p:cNvSpPr txBox="1"/>
          <p:nvPr>
            <p:ph idx="1" type="body"/>
          </p:nvPr>
        </p:nvSpPr>
        <p:spPr>
          <a:xfrm>
            <a:off x="701675" y="4416425"/>
            <a:ext cx="5607050" cy="4183062"/>
          </a:xfrm>
          <a:prstGeom prst="rect">
            <a:avLst/>
          </a:prstGeom>
        </p:spPr>
        <p:txBody>
          <a:bodyPr anchorCtr="0" anchor="t" bIns="46575" lIns="93175" spcFirstLastPara="1" rIns="93175" wrap="square" tIns="46575">
            <a:noAutofit/>
          </a:bodyPr>
          <a:lstStyle/>
          <a:p>
            <a:pPr indent="0" lvl="0" marL="0" rtl="0" algn="l">
              <a:spcBef>
                <a:spcPts val="0"/>
              </a:spcBef>
              <a:spcAft>
                <a:spcPts val="0"/>
              </a:spcAft>
              <a:buNone/>
            </a:pPr>
            <a:r>
              <a:t/>
            </a:r>
            <a:endParaRPr/>
          </a:p>
        </p:txBody>
      </p:sp>
      <p:sp>
        <p:nvSpPr>
          <p:cNvPr id="441" name="Google Shape;441;p24:notes"/>
          <p:cNvSpPr/>
          <p:nvPr>
            <p:ph idx="2" type="sldImg"/>
          </p:nvPr>
        </p:nvSpPr>
        <p:spPr>
          <a:xfrm>
            <a:off x="1181100" y="696912"/>
            <a:ext cx="4648200" cy="34861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5" name="Shape 445"/>
        <p:cNvGrpSpPr/>
        <p:nvPr/>
      </p:nvGrpSpPr>
      <p:grpSpPr>
        <a:xfrm>
          <a:off x="0" y="0"/>
          <a:ext cx="0" cy="0"/>
          <a:chOff x="0" y="0"/>
          <a:chExt cx="0" cy="0"/>
        </a:xfrm>
      </p:grpSpPr>
      <p:sp>
        <p:nvSpPr>
          <p:cNvPr id="446" name="Google Shape;446;p25:notes"/>
          <p:cNvSpPr txBox="1"/>
          <p:nvPr>
            <p:ph idx="1" type="body"/>
          </p:nvPr>
        </p:nvSpPr>
        <p:spPr>
          <a:xfrm>
            <a:off x="701675" y="4416425"/>
            <a:ext cx="5607050" cy="4183062"/>
          </a:xfrm>
          <a:prstGeom prst="rect">
            <a:avLst/>
          </a:prstGeom>
        </p:spPr>
        <p:txBody>
          <a:bodyPr anchorCtr="0" anchor="t" bIns="46575" lIns="93175" spcFirstLastPara="1" rIns="93175" wrap="square" tIns="46575">
            <a:noAutofit/>
          </a:bodyPr>
          <a:lstStyle/>
          <a:p>
            <a:pPr indent="0" lvl="0" marL="0" rtl="0" algn="l">
              <a:spcBef>
                <a:spcPts val="0"/>
              </a:spcBef>
              <a:spcAft>
                <a:spcPts val="0"/>
              </a:spcAft>
              <a:buNone/>
            </a:pPr>
            <a:r>
              <a:t/>
            </a:r>
            <a:endParaRPr/>
          </a:p>
        </p:txBody>
      </p:sp>
      <p:sp>
        <p:nvSpPr>
          <p:cNvPr id="447" name="Google Shape;447;p25:notes"/>
          <p:cNvSpPr/>
          <p:nvPr>
            <p:ph idx="2" type="sldImg"/>
          </p:nvPr>
        </p:nvSpPr>
        <p:spPr>
          <a:xfrm>
            <a:off x="1181100" y="696912"/>
            <a:ext cx="4648200" cy="34861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0" name="Shape 450"/>
        <p:cNvGrpSpPr/>
        <p:nvPr/>
      </p:nvGrpSpPr>
      <p:grpSpPr>
        <a:xfrm>
          <a:off x="0" y="0"/>
          <a:ext cx="0" cy="0"/>
          <a:chOff x="0" y="0"/>
          <a:chExt cx="0" cy="0"/>
        </a:xfrm>
      </p:grpSpPr>
      <p:sp>
        <p:nvSpPr>
          <p:cNvPr id="451" name="Google Shape;451;p26:notes"/>
          <p:cNvSpPr txBox="1"/>
          <p:nvPr>
            <p:ph idx="1" type="body"/>
          </p:nvPr>
        </p:nvSpPr>
        <p:spPr>
          <a:xfrm>
            <a:off x="701675" y="4416425"/>
            <a:ext cx="5607050" cy="4183062"/>
          </a:xfrm>
          <a:prstGeom prst="rect">
            <a:avLst/>
          </a:prstGeom>
        </p:spPr>
        <p:txBody>
          <a:bodyPr anchorCtr="0" anchor="t" bIns="46575" lIns="93175" spcFirstLastPara="1" rIns="93175" wrap="square" tIns="46575">
            <a:noAutofit/>
          </a:bodyPr>
          <a:lstStyle/>
          <a:p>
            <a:pPr indent="0" lvl="0" marL="0" rtl="0" algn="l">
              <a:spcBef>
                <a:spcPts val="0"/>
              </a:spcBef>
              <a:spcAft>
                <a:spcPts val="0"/>
              </a:spcAft>
              <a:buNone/>
            </a:pPr>
            <a:r>
              <a:t/>
            </a:r>
            <a:endParaRPr/>
          </a:p>
        </p:txBody>
      </p:sp>
      <p:sp>
        <p:nvSpPr>
          <p:cNvPr id="452" name="Google Shape;452;p26:notes"/>
          <p:cNvSpPr/>
          <p:nvPr>
            <p:ph idx="2" type="sldImg"/>
          </p:nvPr>
        </p:nvSpPr>
        <p:spPr>
          <a:xfrm>
            <a:off x="1181100" y="696912"/>
            <a:ext cx="4648200" cy="34861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5" name="Shape 455"/>
        <p:cNvGrpSpPr/>
        <p:nvPr/>
      </p:nvGrpSpPr>
      <p:grpSpPr>
        <a:xfrm>
          <a:off x="0" y="0"/>
          <a:ext cx="0" cy="0"/>
          <a:chOff x="0" y="0"/>
          <a:chExt cx="0" cy="0"/>
        </a:xfrm>
      </p:grpSpPr>
      <p:sp>
        <p:nvSpPr>
          <p:cNvPr id="456" name="Google Shape;456;p27:notes"/>
          <p:cNvSpPr txBox="1"/>
          <p:nvPr>
            <p:ph idx="1" type="body"/>
          </p:nvPr>
        </p:nvSpPr>
        <p:spPr>
          <a:xfrm>
            <a:off x="701675" y="4416425"/>
            <a:ext cx="5607050" cy="4183062"/>
          </a:xfrm>
          <a:prstGeom prst="rect">
            <a:avLst/>
          </a:prstGeom>
        </p:spPr>
        <p:txBody>
          <a:bodyPr anchorCtr="0" anchor="t" bIns="46575" lIns="93175" spcFirstLastPara="1" rIns="93175" wrap="square" tIns="46575">
            <a:noAutofit/>
          </a:bodyPr>
          <a:lstStyle/>
          <a:p>
            <a:pPr indent="0" lvl="0" marL="0" rtl="0" algn="l">
              <a:spcBef>
                <a:spcPts val="0"/>
              </a:spcBef>
              <a:spcAft>
                <a:spcPts val="0"/>
              </a:spcAft>
              <a:buNone/>
            </a:pPr>
            <a:r>
              <a:t/>
            </a:r>
            <a:endParaRPr/>
          </a:p>
        </p:txBody>
      </p:sp>
      <p:sp>
        <p:nvSpPr>
          <p:cNvPr id="457" name="Google Shape;457;p27:notes"/>
          <p:cNvSpPr/>
          <p:nvPr>
            <p:ph idx="2" type="sldImg"/>
          </p:nvPr>
        </p:nvSpPr>
        <p:spPr>
          <a:xfrm>
            <a:off x="1181100" y="696912"/>
            <a:ext cx="4648200" cy="34861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2" name="Shape 462"/>
        <p:cNvGrpSpPr/>
        <p:nvPr/>
      </p:nvGrpSpPr>
      <p:grpSpPr>
        <a:xfrm>
          <a:off x="0" y="0"/>
          <a:ext cx="0" cy="0"/>
          <a:chOff x="0" y="0"/>
          <a:chExt cx="0" cy="0"/>
        </a:xfrm>
      </p:grpSpPr>
      <p:sp>
        <p:nvSpPr>
          <p:cNvPr id="463" name="Google Shape;463;p28:notes"/>
          <p:cNvSpPr txBox="1"/>
          <p:nvPr>
            <p:ph idx="1" type="body"/>
          </p:nvPr>
        </p:nvSpPr>
        <p:spPr>
          <a:xfrm>
            <a:off x="701675" y="4416425"/>
            <a:ext cx="5607050" cy="4183062"/>
          </a:xfrm>
          <a:prstGeom prst="rect">
            <a:avLst/>
          </a:prstGeom>
        </p:spPr>
        <p:txBody>
          <a:bodyPr anchorCtr="0" anchor="t" bIns="46575" lIns="93175" spcFirstLastPara="1" rIns="93175" wrap="square" tIns="46575">
            <a:noAutofit/>
          </a:bodyPr>
          <a:lstStyle/>
          <a:p>
            <a:pPr indent="0" lvl="0" marL="0" rtl="0" algn="l">
              <a:spcBef>
                <a:spcPts val="0"/>
              </a:spcBef>
              <a:spcAft>
                <a:spcPts val="0"/>
              </a:spcAft>
              <a:buNone/>
            </a:pPr>
            <a:r>
              <a:t/>
            </a:r>
            <a:endParaRPr/>
          </a:p>
        </p:txBody>
      </p:sp>
      <p:sp>
        <p:nvSpPr>
          <p:cNvPr id="464" name="Google Shape;464;p28:notes"/>
          <p:cNvSpPr/>
          <p:nvPr>
            <p:ph idx="2" type="sldImg"/>
          </p:nvPr>
        </p:nvSpPr>
        <p:spPr>
          <a:xfrm>
            <a:off x="1181100" y="696912"/>
            <a:ext cx="4648200" cy="34861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7" name="Shape 467"/>
        <p:cNvGrpSpPr/>
        <p:nvPr/>
      </p:nvGrpSpPr>
      <p:grpSpPr>
        <a:xfrm>
          <a:off x="0" y="0"/>
          <a:ext cx="0" cy="0"/>
          <a:chOff x="0" y="0"/>
          <a:chExt cx="0" cy="0"/>
        </a:xfrm>
      </p:grpSpPr>
      <p:sp>
        <p:nvSpPr>
          <p:cNvPr id="468" name="Google Shape;468;p29:notes"/>
          <p:cNvSpPr txBox="1"/>
          <p:nvPr>
            <p:ph idx="1" type="body"/>
          </p:nvPr>
        </p:nvSpPr>
        <p:spPr>
          <a:xfrm>
            <a:off x="701675" y="4416425"/>
            <a:ext cx="5607050" cy="4183062"/>
          </a:xfrm>
          <a:prstGeom prst="rect">
            <a:avLst/>
          </a:prstGeom>
        </p:spPr>
        <p:txBody>
          <a:bodyPr anchorCtr="0" anchor="t" bIns="46575" lIns="93175" spcFirstLastPara="1" rIns="93175" wrap="square" tIns="46575">
            <a:noAutofit/>
          </a:bodyPr>
          <a:lstStyle/>
          <a:p>
            <a:pPr indent="0" lvl="0" marL="0" rtl="0" algn="l">
              <a:spcBef>
                <a:spcPts val="0"/>
              </a:spcBef>
              <a:spcAft>
                <a:spcPts val="0"/>
              </a:spcAft>
              <a:buNone/>
            </a:pPr>
            <a:r>
              <a:t/>
            </a:r>
            <a:endParaRPr/>
          </a:p>
        </p:txBody>
      </p:sp>
      <p:sp>
        <p:nvSpPr>
          <p:cNvPr id="469" name="Google Shape;469;p29:notes"/>
          <p:cNvSpPr/>
          <p:nvPr>
            <p:ph idx="2" type="sldImg"/>
          </p:nvPr>
        </p:nvSpPr>
        <p:spPr>
          <a:xfrm>
            <a:off x="1181100" y="696912"/>
            <a:ext cx="4648200" cy="34861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2" name="Shape 472"/>
        <p:cNvGrpSpPr/>
        <p:nvPr/>
      </p:nvGrpSpPr>
      <p:grpSpPr>
        <a:xfrm>
          <a:off x="0" y="0"/>
          <a:ext cx="0" cy="0"/>
          <a:chOff x="0" y="0"/>
          <a:chExt cx="0" cy="0"/>
        </a:xfrm>
      </p:grpSpPr>
      <p:sp>
        <p:nvSpPr>
          <p:cNvPr id="473" name="Google Shape;473;p30:notes"/>
          <p:cNvSpPr txBox="1"/>
          <p:nvPr>
            <p:ph idx="1" type="body"/>
          </p:nvPr>
        </p:nvSpPr>
        <p:spPr>
          <a:xfrm>
            <a:off x="701675" y="4416425"/>
            <a:ext cx="5607050" cy="4183062"/>
          </a:xfrm>
          <a:prstGeom prst="rect">
            <a:avLst/>
          </a:prstGeom>
        </p:spPr>
        <p:txBody>
          <a:bodyPr anchorCtr="0" anchor="t" bIns="46575" lIns="93175" spcFirstLastPara="1" rIns="93175" wrap="square" tIns="46575">
            <a:noAutofit/>
          </a:bodyPr>
          <a:lstStyle/>
          <a:p>
            <a:pPr indent="0" lvl="0" marL="0" rtl="0" algn="l">
              <a:spcBef>
                <a:spcPts val="0"/>
              </a:spcBef>
              <a:spcAft>
                <a:spcPts val="0"/>
              </a:spcAft>
              <a:buNone/>
            </a:pPr>
            <a:r>
              <a:t/>
            </a:r>
            <a:endParaRPr/>
          </a:p>
        </p:txBody>
      </p:sp>
      <p:sp>
        <p:nvSpPr>
          <p:cNvPr id="474" name="Google Shape;474;p30:notes"/>
          <p:cNvSpPr/>
          <p:nvPr>
            <p:ph idx="2" type="sldImg"/>
          </p:nvPr>
        </p:nvSpPr>
        <p:spPr>
          <a:xfrm>
            <a:off x="1181100" y="696912"/>
            <a:ext cx="4648200" cy="34861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7" name="Shape 477"/>
        <p:cNvGrpSpPr/>
        <p:nvPr/>
      </p:nvGrpSpPr>
      <p:grpSpPr>
        <a:xfrm>
          <a:off x="0" y="0"/>
          <a:ext cx="0" cy="0"/>
          <a:chOff x="0" y="0"/>
          <a:chExt cx="0" cy="0"/>
        </a:xfrm>
      </p:grpSpPr>
      <p:sp>
        <p:nvSpPr>
          <p:cNvPr id="478" name="Google Shape;478;p31:notes"/>
          <p:cNvSpPr txBox="1"/>
          <p:nvPr>
            <p:ph idx="1" type="body"/>
          </p:nvPr>
        </p:nvSpPr>
        <p:spPr>
          <a:xfrm>
            <a:off x="701675" y="4416425"/>
            <a:ext cx="5607050" cy="4183062"/>
          </a:xfrm>
          <a:prstGeom prst="rect">
            <a:avLst/>
          </a:prstGeom>
        </p:spPr>
        <p:txBody>
          <a:bodyPr anchorCtr="0" anchor="t" bIns="46575" lIns="93175" spcFirstLastPara="1" rIns="93175" wrap="square" tIns="46575">
            <a:noAutofit/>
          </a:bodyPr>
          <a:lstStyle/>
          <a:p>
            <a:pPr indent="0" lvl="0" marL="0" rtl="0" algn="l">
              <a:spcBef>
                <a:spcPts val="0"/>
              </a:spcBef>
              <a:spcAft>
                <a:spcPts val="0"/>
              </a:spcAft>
              <a:buNone/>
            </a:pPr>
            <a:r>
              <a:t/>
            </a:r>
            <a:endParaRPr/>
          </a:p>
        </p:txBody>
      </p:sp>
      <p:sp>
        <p:nvSpPr>
          <p:cNvPr id="479" name="Google Shape;479;p31:notes"/>
          <p:cNvSpPr/>
          <p:nvPr>
            <p:ph idx="2" type="sldImg"/>
          </p:nvPr>
        </p:nvSpPr>
        <p:spPr>
          <a:xfrm>
            <a:off x="1181100" y="696912"/>
            <a:ext cx="4648200" cy="34861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2" name="Shape 482"/>
        <p:cNvGrpSpPr/>
        <p:nvPr/>
      </p:nvGrpSpPr>
      <p:grpSpPr>
        <a:xfrm>
          <a:off x="0" y="0"/>
          <a:ext cx="0" cy="0"/>
          <a:chOff x="0" y="0"/>
          <a:chExt cx="0" cy="0"/>
        </a:xfrm>
      </p:grpSpPr>
      <p:sp>
        <p:nvSpPr>
          <p:cNvPr id="483" name="Google Shape;483;p32:notes"/>
          <p:cNvSpPr txBox="1"/>
          <p:nvPr>
            <p:ph idx="1" type="body"/>
          </p:nvPr>
        </p:nvSpPr>
        <p:spPr>
          <a:xfrm>
            <a:off x="701675" y="4416425"/>
            <a:ext cx="5607050" cy="4183062"/>
          </a:xfrm>
          <a:prstGeom prst="rect">
            <a:avLst/>
          </a:prstGeom>
        </p:spPr>
        <p:txBody>
          <a:bodyPr anchorCtr="0" anchor="t" bIns="46575" lIns="93175" spcFirstLastPara="1" rIns="93175" wrap="square" tIns="46575">
            <a:noAutofit/>
          </a:bodyPr>
          <a:lstStyle/>
          <a:p>
            <a:pPr indent="0" lvl="0" marL="0" rtl="0" algn="l">
              <a:spcBef>
                <a:spcPts val="0"/>
              </a:spcBef>
              <a:spcAft>
                <a:spcPts val="0"/>
              </a:spcAft>
              <a:buNone/>
            </a:pPr>
            <a:r>
              <a:t/>
            </a:r>
            <a:endParaRPr/>
          </a:p>
        </p:txBody>
      </p:sp>
      <p:sp>
        <p:nvSpPr>
          <p:cNvPr id="484" name="Google Shape;484;p32:notes"/>
          <p:cNvSpPr/>
          <p:nvPr>
            <p:ph idx="2" type="sldImg"/>
          </p:nvPr>
        </p:nvSpPr>
        <p:spPr>
          <a:xfrm>
            <a:off x="1181100" y="696912"/>
            <a:ext cx="4648200" cy="34861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7" name="Shape 487"/>
        <p:cNvGrpSpPr/>
        <p:nvPr/>
      </p:nvGrpSpPr>
      <p:grpSpPr>
        <a:xfrm>
          <a:off x="0" y="0"/>
          <a:ext cx="0" cy="0"/>
          <a:chOff x="0" y="0"/>
          <a:chExt cx="0" cy="0"/>
        </a:xfrm>
      </p:grpSpPr>
      <p:sp>
        <p:nvSpPr>
          <p:cNvPr id="488" name="Google Shape;488;p33:notes"/>
          <p:cNvSpPr txBox="1"/>
          <p:nvPr>
            <p:ph idx="1" type="body"/>
          </p:nvPr>
        </p:nvSpPr>
        <p:spPr>
          <a:xfrm>
            <a:off x="701675" y="4416425"/>
            <a:ext cx="5607050" cy="4183062"/>
          </a:xfrm>
          <a:prstGeom prst="rect">
            <a:avLst/>
          </a:prstGeom>
        </p:spPr>
        <p:txBody>
          <a:bodyPr anchorCtr="0" anchor="t" bIns="46575" lIns="93175" spcFirstLastPara="1" rIns="93175" wrap="square" tIns="46575">
            <a:noAutofit/>
          </a:bodyPr>
          <a:lstStyle/>
          <a:p>
            <a:pPr indent="0" lvl="0" marL="0" rtl="0" algn="l">
              <a:spcBef>
                <a:spcPts val="0"/>
              </a:spcBef>
              <a:spcAft>
                <a:spcPts val="0"/>
              </a:spcAft>
              <a:buNone/>
            </a:pPr>
            <a:r>
              <a:t/>
            </a:r>
            <a:endParaRPr/>
          </a:p>
        </p:txBody>
      </p:sp>
      <p:sp>
        <p:nvSpPr>
          <p:cNvPr id="489" name="Google Shape;489;p33:notes"/>
          <p:cNvSpPr/>
          <p:nvPr>
            <p:ph idx="2" type="sldImg"/>
          </p:nvPr>
        </p:nvSpPr>
        <p:spPr>
          <a:xfrm>
            <a:off x="1181100" y="696912"/>
            <a:ext cx="4648200" cy="34861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2" name="Shape 492"/>
        <p:cNvGrpSpPr/>
        <p:nvPr/>
      </p:nvGrpSpPr>
      <p:grpSpPr>
        <a:xfrm>
          <a:off x="0" y="0"/>
          <a:ext cx="0" cy="0"/>
          <a:chOff x="0" y="0"/>
          <a:chExt cx="0" cy="0"/>
        </a:xfrm>
      </p:grpSpPr>
      <p:sp>
        <p:nvSpPr>
          <p:cNvPr id="493" name="Google Shape;493;p34:notes"/>
          <p:cNvSpPr txBox="1"/>
          <p:nvPr>
            <p:ph idx="1" type="body"/>
          </p:nvPr>
        </p:nvSpPr>
        <p:spPr>
          <a:xfrm>
            <a:off x="701675" y="4416425"/>
            <a:ext cx="5607050" cy="4183062"/>
          </a:xfrm>
          <a:prstGeom prst="rect">
            <a:avLst/>
          </a:prstGeom>
        </p:spPr>
        <p:txBody>
          <a:bodyPr anchorCtr="0" anchor="t" bIns="46575" lIns="93175" spcFirstLastPara="1" rIns="93175" wrap="square" tIns="46575">
            <a:noAutofit/>
          </a:bodyPr>
          <a:lstStyle/>
          <a:p>
            <a:pPr indent="0" lvl="0" marL="0" rtl="0" algn="l">
              <a:spcBef>
                <a:spcPts val="0"/>
              </a:spcBef>
              <a:spcAft>
                <a:spcPts val="0"/>
              </a:spcAft>
              <a:buNone/>
            </a:pPr>
            <a:r>
              <a:t/>
            </a:r>
            <a:endParaRPr/>
          </a:p>
        </p:txBody>
      </p:sp>
      <p:sp>
        <p:nvSpPr>
          <p:cNvPr id="494" name="Google Shape;494;p34:notes"/>
          <p:cNvSpPr/>
          <p:nvPr>
            <p:ph idx="2" type="sldImg"/>
          </p:nvPr>
        </p:nvSpPr>
        <p:spPr>
          <a:xfrm>
            <a:off x="1181100" y="696912"/>
            <a:ext cx="4648200" cy="34861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7" name="Shape 497"/>
        <p:cNvGrpSpPr/>
        <p:nvPr/>
      </p:nvGrpSpPr>
      <p:grpSpPr>
        <a:xfrm>
          <a:off x="0" y="0"/>
          <a:ext cx="0" cy="0"/>
          <a:chOff x="0" y="0"/>
          <a:chExt cx="0" cy="0"/>
        </a:xfrm>
      </p:grpSpPr>
      <p:sp>
        <p:nvSpPr>
          <p:cNvPr id="498" name="Google Shape;498;p35:notes"/>
          <p:cNvSpPr txBox="1"/>
          <p:nvPr>
            <p:ph idx="1" type="body"/>
          </p:nvPr>
        </p:nvSpPr>
        <p:spPr>
          <a:xfrm>
            <a:off x="701675" y="4416425"/>
            <a:ext cx="5607050" cy="4183062"/>
          </a:xfrm>
          <a:prstGeom prst="rect">
            <a:avLst/>
          </a:prstGeom>
        </p:spPr>
        <p:txBody>
          <a:bodyPr anchorCtr="0" anchor="t" bIns="46575" lIns="93175" spcFirstLastPara="1" rIns="93175" wrap="square" tIns="46575">
            <a:noAutofit/>
          </a:bodyPr>
          <a:lstStyle/>
          <a:p>
            <a:pPr indent="0" lvl="0" marL="0" rtl="0" algn="l">
              <a:spcBef>
                <a:spcPts val="0"/>
              </a:spcBef>
              <a:spcAft>
                <a:spcPts val="0"/>
              </a:spcAft>
              <a:buNone/>
            </a:pPr>
            <a:r>
              <a:t/>
            </a:r>
            <a:endParaRPr/>
          </a:p>
        </p:txBody>
      </p:sp>
      <p:sp>
        <p:nvSpPr>
          <p:cNvPr id="499" name="Google Shape;499;p35:notes"/>
          <p:cNvSpPr/>
          <p:nvPr>
            <p:ph idx="2" type="sldImg"/>
          </p:nvPr>
        </p:nvSpPr>
        <p:spPr>
          <a:xfrm>
            <a:off x="1181100" y="696912"/>
            <a:ext cx="4648200" cy="34861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3" name="Shape 503"/>
        <p:cNvGrpSpPr/>
        <p:nvPr/>
      </p:nvGrpSpPr>
      <p:grpSpPr>
        <a:xfrm>
          <a:off x="0" y="0"/>
          <a:ext cx="0" cy="0"/>
          <a:chOff x="0" y="0"/>
          <a:chExt cx="0" cy="0"/>
        </a:xfrm>
      </p:grpSpPr>
      <p:sp>
        <p:nvSpPr>
          <p:cNvPr id="504" name="Google Shape;504;p36:notes"/>
          <p:cNvSpPr txBox="1"/>
          <p:nvPr>
            <p:ph idx="1" type="body"/>
          </p:nvPr>
        </p:nvSpPr>
        <p:spPr>
          <a:xfrm>
            <a:off x="701675" y="4416425"/>
            <a:ext cx="5607050" cy="4183062"/>
          </a:xfrm>
          <a:prstGeom prst="rect">
            <a:avLst/>
          </a:prstGeom>
        </p:spPr>
        <p:txBody>
          <a:bodyPr anchorCtr="0" anchor="t" bIns="46575" lIns="93175" spcFirstLastPara="1" rIns="93175" wrap="square" tIns="46575">
            <a:noAutofit/>
          </a:bodyPr>
          <a:lstStyle/>
          <a:p>
            <a:pPr indent="0" lvl="0" marL="0" rtl="0" algn="l">
              <a:spcBef>
                <a:spcPts val="0"/>
              </a:spcBef>
              <a:spcAft>
                <a:spcPts val="0"/>
              </a:spcAft>
              <a:buNone/>
            </a:pPr>
            <a:r>
              <a:t/>
            </a:r>
            <a:endParaRPr/>
          </a:p>
        </p:txBody>
      </p:sp>
      <p:sp>
        <p:nvSpPr>
          <p:cNvPr id="505" name="Google Shape;505;p36:notes"/>
          <p:cNvSpPr/>
          <p:nvPr>
            <p:ph idx="2" type="sldImg"/>
          </p:nvPr>
        </p:nvSpPr>
        <p:spPr>
          <a:xfrm>
            <a:off x="1181100" y="696912"/>
            <a:ext cx="4648200" cy="34861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8" name="Shape 508"/>
        <p:cNvGrpSpPr/>
        <p:nvPr/>
      </p:nvGrpSpPr>
      <p:grpSpPr>
        <a:xfrm>
          <a:off x="0" y="0"/>
          <a:ext cx="0" cy="0"/>
          <a:chOff x="0" y="0"/>
          <a:chExt cx="0" cy="0"/>
        </a:xfrm>
      </p:grpSpPr>
      <p:sp>
        <p:nvSpPr>
          <p:cNvPr id="509" name="Google Shape;509;p37:notes"/>
          <p:cNvSpPr txBox="1"/>
          <p:nvPr>
            <p:ph idx="1" type="body"/>
          </p:nvPr>
        </p:nvSpPr>
        <p:spPr>
          <a:xfrm>
            <a:off x="701675" y="4416425"/>
            <a:ext cx="5607050" cy="4183062"/>
          </a:xfrm>
          <a:prstGeom prst="rect">
            <a:avLst/>
          </a:prstGeom>
        </p:spPr>
        <p:txBody>
          <a:bodyPr anchorCtr="0" anchor="t" bIns="46575" lIns="93175" spcFirstLastPara="1" rIns="93175" wrap="square" tIns="46575">
            <a:noAutofit/>
          </a:bodyPr>
          <a:lstStyle/>
          <a:p>
            <a:pPr indent="0" lvl="0" marL="0" rtl="0" algn="l">
              <a:spcBef>
                <a:spcPts val="0"/>
              </a:spcBef>
              <a:spcAft>
                <a:spcPts val="0"/>
              </a:spcAft>
              <a:buNone/>
            </a:pPr>
            <a:r>
              <a:t/>
            </a:r>
            <a:endParaRPr/>
          </a:p>
        </p:txBody>
      </p:sp>
      <p:sp>
        <p:nvSpPr>
          <p:cNvPr id="510" name="Google Shape;510;p37:notes"/>
          <p:cNvSpPr/>
          <p:nvPr>
            <p:ph idx="2" type="sldImg"/>
          </p:nvPr>
        </p:nvSpPr>
        <p:spPr>
          <a:xfrm>
            <a:off x="1181100" y="696912"/>
            <a:ext cx="4648200" cy="34861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4" name="Shape 514"/>
        <p:cNvGrpSpPr/>
        <p:nvPr/>
      </p:nvGrpSpPr>
      <p:grpSpPr>
        <a:xfrm>
          <a:off x="0" y="0"/>
          <a:ext cx="0" cy="0"/>
          <a:chOff x="0" y="0"/>
          <a:chExt cx="0" cy="0"/>
        </a:xfrm>
      </p:grpSpPr>
      <p:sp>
        <p:nvSpPr>
          <p:cNvPr id="515" name="Google Shape;515;p38:notes"/>
          <p:cNvSpPr txBox="1"/>
          <p:nvPr>
            <p:ph idx="1" type="body"/>
          </p:nvPr>
        </p:nvSpPr>
        <p:spPr>
          <a:xfrm>
            <a:off x="701675" y="4416425"/>
            <a:ext cx="5607050" cy="4183062"/>
          </a:xfrm>
          <a:prstGeom prst="rect">
            <a:avLst/>
          </a:prstGeom>
        </p:spPr>
        <p:txBody>
          <a:bodyPr anchorCtr="0" anchor="t" bIns="46575" lIns="93175" spcFirstLastPara="1" rIns="93175" wrap="square" tIns="46575">
            <a:noAutofit/>
          </a:bodyPr>
          <a:lstStyle/>
          <a:p>
            <a:pPr indent="0" lvl="0" marL="0" rtl="0" algn="l">
              <a:spcBef>
                <a:spcPts val="0"/>
              </a:spcBef>
              <a:spcAft>
                <a:spcPts val="0"/>
              </a:spcAft>
              <a:buNone/>
            </a:pPr>
            <a:r>
              <a:t/>
            </a:r>
            <a:endParaRPr/>
          </a:p>
        </p:txBody>
      </p:sp>
      <p:sp>
        <p:nvSpPr>
          <p:cNvPr id="516" name="Google Shape;516;p38:notes"/>
          <p:cNvSpPr/>
          <p:nvPr>
            <p:ph idx="2" type="sldImg"/>
          </p:nvPr>
        </p:nvSpPr>
        <p:spPr>
          <a:xfrm>
            <a:off x="1181100" y="696912"/>
            <a:ext cx="4648200" cy="34861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9" name="Shape 519"/>
        <p:cNvGrpSpPr/>
        <p:nvPr/>
      </p:nvGrpSpPr>
      <p:grpSpPr>
        <a:xfrm>
          <a:off x="0" y="0"/>
          <a:ext cx="0" cy="0"/>
          <a:chOff x="0" y="0"/>
          <a:chExt cx="0" cy="0"/>
        </a:xfrm>
      </p:grpSpPr>
      <p:sp>
        <p:nvSpPr>
          <p:cNvPr id="520" name="Google Shape;520;p39:notes"/>
          <p:cNvSpPr txBox="1"/>
          <p:nvPr>
            <p:ph idx="1" type="body"/>
          </p:nvPr>
        </p:nvSpPr>
        <p:spPr>
          <a:xfrm>
            <a:off x="701675" y="4416425"/>
            <a:ext cx="5607050" cy="4183062"/>
          </a:xfrm>
          <a:prstGeom prst="rect">
            <a:avLst/>
          </a:prstGeom>
        </p:spPr>
        <p:txBody>
          <a:bodyPr anchorCtr="0" anchor="t" bIns="46575" lIns="93175" spcFirstLastPara="1" rIns="93175" wrap="square" tIns="46575">
            <a:noAutofit/>
          </a:bodyPr>
          <a:lstStyle/>
          <a:p>
            <a:pPr indent="0" lvl="0" marL="0" rtl="0" algn="l">
              <a:spcBef>
                <a:spcPts val="0"/>
              </a:spcBef>
              <a:spcAft>
                <a:spcPts val="0"/>
              </a:spcAft>
              <a:buNone/>
            </a:pPr>
            <a:r>
              <a:t/>
            </a:r>
            <a:endParaRPr/>
          </a:p>
        </p:txBody>
      </p:sp>
      <p:sp>
        <p:nvSpPr>
          <p:cNvPr id="521" name="Google Shape;521;p39:notes"/>
          <p:cNvSpPr/>
          <p:nvPr>
            <p:ph idx="2" type="sldImg"/>
          </p:nvPr>
        </p:nvSpPr>
        <p:spPr>
          <a:xfrm>
            <a:off x="1181100" y="696912"/>
            <a:ext cx="4648200" cy="34861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5" name="Shape 525"/>
        <p:cNvGrpSpPr/>
        <p:nvPr/>
      </p:nvGrpSpPr>
      <p:grpSpPr>
        <a:xfrm>
          <a:off x="0" y="0"/>
          <a:ext cx="0" cy="0"/>
          <a:chOff x="0" y="0"/>
          <a:chExt cx="0" cy="0"/>
        </a:xfrm>
      </p:grpSpPr>
      <p:sp>
        <p:nvSpPr>
          <p:cNvPr id="526" name="Google Shape;526;p40:notes"/>
          <p:cNvSpPr txBox="1"/>
          <p:nvPr>
            <p:ph idx="1" type="body"/>
          </p:nvPr>
        </p:nvSpPr>
        <p:spPr>
          <a:xfrm>
            <a:off x="701675" y="4416425"/>
            <a:ext cx="5607050" cy="4183062"/>
          </a:xfrm>
          <a:prstGeom prst="rect">
            <a:avLst/>
          </a:prstGeom>
        </p:spPr>
        <p:txBody>
          <a:bodyPr anchorCtr="0" anchor="t" bIns="46575" lIns="93175" spcFirstLastPara="1" rIns="93175" wrap="square" tIns="46575">
            <a:noAutofit/>
          </a:bodyPr>
          <a:lstStyle/>
          <a:p>
            <a:pPr indent="0" lvl="0" marL="0" rtl="0" algn="l">
              <a:spcBef>
                <a:spcPts val="0"/>
              </a:spcBef>
              <a:spcAft>
                <a:spcPts val="0"/>
              </a:spcAft>
              <a:buNone/>
            </a:pPr>
            <a:r>
              <a:t/>
            </a:r>
            <a:endParaRPr/>
          </a:p>
        </p:txBody>
      </p:sp>
      <p:sp>
        <p:nvSpPr>
          <p:cNvPr id="527" name="Google Shape;527;p40:notes"/>
          <p:cNvSpPr/>
          <p:nvPr>
            <p:ph idx="2" type="sldImg"/>
          </p:nvPr>
        </p:nvSpPr>
        <p:spPr>
          <a:xfrm>
            <a:off x="1181100" y="696912"/>
            <a:ext cx="4648200" cy="34861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0" name="Shape 530"/>
        <p:cNvGrpSpPr/>
        <p:nvPr/>
      </p:nvGrpSpPr>
      <p:grpSpPr>
        <a:xfrm>
          <a:off x="0" y="0"/>
          <a:ext cx="0" cy="0"/>
          <a:chOff x="0" y="0"/>
          <a:chExt cx="0" cy="0"/>
        </a:xfrm>
      </p:grpSpPr>
      <p:sp>
        <p:nvSpPr>
          <p:cNvPr id="531" name="Google Shape;531;p41:notes"/>
          <p:cNvSpPr txBox="1"/>
          <p:nvPr>
            <p:ph idx="1" type="body"/>
          </p:nvPr>
        </p:nvSpPr>
        <p:spPr>
          <a:xfrm>
            <a:off x="701675" y="4416425"/>
            <a:ext cx="5607050" cy="4183062"/>
          </a:xfrm>
          <a:prstGeom prst="rect">
            <a:avLst/>
          </a:prstGeom>
        </p:spPr>
        <p:txBody>
          <a:bodyPr anchorCtr="0" anchor="t" bIns="46575" lIns="93175" spcFirstLastPara="1" rIns="93175" wrap="square" tIns="46575">
            <a:noAutofit/>
          </a:bodyPr>
          <a:lstStyle/>
          <a:p>
            <a:pPr indent="0" lvl="0" marL="0" rtl="0" algn="l">
              <a:spcBef>
                <a:spcPts val="0"/>
              </a:spcBef>
              <a:spcAft>
                <a:spcPts val="0"/>
              </a:spcAft>
              <a:buNone/>
            </a:pPr>
            <a:r>
              <a:t/>
            </a:r>
            <a:endParaRPr/>
          </a:p>
        </p:txBody>
      </p:sp>
      <p:sp>
        <p:nvSpPr>
          <p:cNvPr id="532" name="Google Shape;532;p41:notes"/>
          <p:cNvSpPr/>
          <p:nvPr>
            <p:ph idx="2" type="sldImg"/>
          </p:nvPr>
        </p:nvSpPr>
        <p:spPr>
          <a:xfrm>
            <a:off x="1181100" y="696912"/>
            <a:ext cx="4648200" cy="34861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6" name="Shape 536"/>
        <p:cNvGrpSpPr/>
        <p:nvPr/>
      </p:nvGrpSpPr>
      <p:grpSpPr>
        <a:xfrm>
          <a:off x="0" y="0"/>
          <a:ext cx="0" cy="0"/>
          <a:chOff x="0" y="0"/>
          <a:chExt cx="0" cy="0"/>
        </a:xfrm>
      </p:grpSpPr>
      <p:sp>
        <p:nvSpPr>
          <p:cNvPr id="537" name="Google Shape;537;p42:notes"/>
          <p:cNvSpPr txBox="1"/>
          <p:nvPr>
            <p:ph idx="1" type="body"/>
          </p:nvPr>
        </p:nvSpPr>
        <p:spPr>
          <a:xfrm>
            <a:off x="701675" y="4416425"/>
            <a:ext cx="5607050" cy="4183062"/>
          </a:xfrm>
          <a:prstGeom prst="rect">
            <a:avLst/>
          </a:prstGeom>
        </p:spPr>
        <p:txBody>
          <a:bodyPr anchorCtr="0" anchor="t" bIns="46575" lIns="93175" spcFirstLastPara="1" rIns="93175" wrap="square" tIns="46575">
            <a:noAutofit/>
          </a:bodyPr>
          <a:lstStyle/>
          <a:p>
            <a:pPr indent="0" lvl="0" marL="0" rtl="0" algn="l">
              <a:spcBef>
                <a:spcPts val="0"/>
              </a:spcBef>
              <a:spcAft>
                <a:spcPts val="0"/>
              </a:spcAft>
              <a:buNone/>
            </a:pPr>
            <a:r>
              <a:t/>
            </a:r>
            <a:endParaRPr/>
          </a:p>
        </p:txBody>
      </p:sp>
      <p:sp>
        <p:nvSpPr>
          <p:cNvPr id="538" name="Google Shape;538;p42:notes"/>
          <p:cNvSpPr/>
          <p:nvPr>
            <p:ph idx="2" type="sldImg"/>
          </p:nvPr>
        </p:nvSpPr>
        <p:spPr>
          <a:xfrm>
            <a:off x="1181100" y="696912"/>
            <a:ext cx="4648200" cy="34861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1" name="Shape 541"/>
        <p:cNvGrpSpPr/>
        <p:nvPr/>
      </p:nvGrpSpPr>
      <p:grpSpPr>
        <a:xfrm>
          <a:off x="0" y="0"/>
          <a:ext cx="0" cy="0"/>
          <a:chOff x="0" y="0"/>
          <a:chExt cx="0" cy="0"/>
        </a:xfrm>
      </p:grpSpPr>
      <p:sp>
        <p:nvSpPr>
          <p:cNvPr id="542" name="Google Shape;542;p43:notes"/>
          <p:cNvSpPr txBox="1"/>
          <p:nvPr>
            <p:ph idx="1" type="body"/>
          </p:nvPr>
        </p:nvSpPr>
        <p:spPr>
          <a:xfrm>
            <a:off x="701675" y="4416425"/>
            <a:ext cx="5607050" cy="4183062"/>
          </a:xfrm>
          <a:prstGeom prst="rect">
            <a:avLst/>
          </a:prstGeom>
        </p:spPr>
        <p:txBody>
          <a:bodyPr anchorCtr="0" anchor="t" bIns="46575" lIns="93175" spcFirstLastPara="1" rIns="93175" wrap="square" tIns="46575">
            <a:noAutofit/>
          </a:bodyPr>
          <a:lstStyle/>
          <a:p>
            <a:pPr indent="0" lvl="0" marL="0" rtl="0" algn="l">
              <a:spcBef>
                <a:spcPts val="0"/>
              </a:spcBef>
              <a:spcAft>
                <a:spcPts val="0"/>
              </a:spcAft>
              <a:buNone/>
            </a:pPr>
            <a:r>
              <a:t/>
            </a:r>
            <a:endParaRPr/>
          </a:p>
        </p:txBody>
      </p:sp>
      <p:sp>
        <p:nvSpPr>
          <p:cNvPr id="543" name="Google Shape;543;p43:notes"/>
          <p:cNvSpPr/>
          <p:nvPr>
            <p:ph idx="2" type="sldImg"/>
          </p:nvPr>
        </p:nvSpPr>
        <p:spPr>
          <a:xfrm>
            <a:off x="1181100" y="696912"/>
            <a:ext cx="4648200" cy="34861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6" name="Shape 546"/>
        <p:cNvGrpSpPr/>
        <p:nvPr/>
      </p:nvGrpSpPr>
      <p:grpSpPr>
        <a:xfrm>
          <a:off x="0" y="0"/>
          <a:ext cx="0" cy="0"/>
          <a:chOff x="0" y="0"/>
          <a:chExt cx="0" cy="0"/>
        </a:xfrm>
      </p:grpSpPr>
      <p:sp>
        <p:nvSpPr>
          <p:cNvPr id="547" name="Google Shape;547;p44:notes"/>
          <p:cNvSpPr txBox="1"/>
          <p:nvPr>
            <p:ph idx="1" type="body"/>
          </p:nvPr>
        </p:nvSpPr>
        <p:spPr>
          <a:xfrm>
            <a:off x="701675" y="4416425"/>
            <a:ext cx="5607050" cy="4183062"/>
          </a:xfrm>
          <a:prstGeom prst="rect">
            <a:avLst/>
          </a:prstGeom>
        </p:spPr>
        <p:txBody>
          <a:bodyPr anchorCtr="0" anchor="t" bIns="46575" lIns="93175" spcFirstLastPara="1" rIns="93175" wrap="square" tIns="46575">
            <a:noAutofit/>
          </a:bodyPr>
          <a:lstStyle/>
          <a:p>
            <a:pPr indent="0" lvl="0" marL="0" rtl="0" algn="l">
              <a:spcBef>
                <a:spcPts val="0"/>
              </a:spcBef>
              <a:spcAft>
                <a:spcPts val="0"/>
              </a:spcAft>
              <a:buNone/>
            </a:pPr>
            <a:r>
              <a:t/>
            </a:r>
            <a:endParaRPr/>
          </a:p>
        </p:txBody>
      </p:sp>
      <p:sp>
        <p:nvSpPr>
          <p:cNvPr id="548" name="Google Shape;548;p44:notes"/>
          <p:cNvSpPr/>
          <p:nvPr>
            <p:ph idx="2" type="sldImg"/>
          </p:nvPr>
        </p:nvSpPr>
        <p:spPr>
          <a:xfrm>
            <a:off x="1181100" y="696912"/>
            <a:ext cx="4648200" cy="34861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1" name="Shape 551"/>
        <p:cNvGrpSpPr/>
        <p:nvPr/>
      </p:nvGrpSpPr>
      <p:grpSpPr>
        <a:xfrm>
          <a:off x="0" y="0"/>
          <a:ext cx="0" cy="0"/>
          <a:chOff x="0" y="0"/>
          <a:chExt cx="0" cy="0"/>
        </a:xfrm>
      </p:grpSpPr>
      <p:sp>
        <p:nvSpPr>
          <p:cNvPr id="552" name="Google Shape;552;p45:notes"/>
          <p:cNvSpPr txBox="1"/>
          <p:nvPr>
            <p:ph idx="1" type="body"/>
          </p:nvPr>
        </p:nvSpPr>
        <p:spPr>
          <a:xfrm>
            <a:off x="701675" y="4416425"/>
            <a:ext cx="5607050" cy="4183062"/>
          </a:xfrm>
          <a:prstGeom prst="rect">
            <a:avLst/>
          </a:prstGeom>
        </p:spPr>
        <p:txBody>
          <a:bodyPr anchorCtr="0" anchor="t" bIns="46575" lIns="93175" spcFirstLastPara="1" rIns="93175" wrap="square" tIns="46575">
            <a:noAutofit/>
          </a:bodyPr>
          <a:lstStyle/>
          <a:p>
            <a:pPr indent="0" lvl="0" marL="0" rtl="0" algn="l">
              <a:spcBef>
                <a:spcPts val="0"/>
              </a:spcBef>
              <a:spcAft>
                <a:spcPts val="0"/>
              </a:spcAft>
              <a:buNone/>
            </a:pPr>
            <a:r>
              <a:t/>
            </a:r>
            <a:endParaRPr/>
          </a:p>
        </p:txBody>
      </p:sp>
      <p:sp>
        <p:nvSpPr>
          <p:cNvPr id="553" name="Google Shape;553;p45:notes"/>
          <p:cNvSpPr/>
          <p:nvPr>
            <p:ph idx="2" type="sldImg"/>
          </p:nvPr>
        </p:nvSpPr>
        <p:spPr>
          <a:xfrm>
            <a:off x="1181100" y="696912"/>
            <a:ext cx="4648200" cy="34861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6" name="Shape 556"/>
        <p:cNvGrpSpPr/>
        <p:nvPr/>
      </p:nvGrpSpPr>
      <p:grpSpPr>
        <a:xfrm>
          <a:off x="0" y="0"/>
          <a:ext cx="0" cy="0"/>
          <a:chOff x="0" y="0"/>
          <a:chExt cx="0" cy="0"/>
        </a:xfrm>
      </p:grpSpPr>
      <p:sp>
        <p:nvSpPr>
          <p:cNvPr id="557" name="Google Shape;557;p46:notes"/>
          <p:cNvSpPr txBox="1"/>
          <p:nvPr>
            <p:ph idx="1" type="body"/>
          </p:nvPr>
        </p:nvSpPr>
        <p:spPr>
          <a:xfrm>
            <a:off x="701675" y="4416425"/>
            <a:ext cx="5607050" cy="4183062"/>
          </a:xfrm>
          <a:prstGeom prst="rect">
            <a:avLst/>
          </a:prstGeom>
        </p:spPr>
        <p:txBody>
          <a:bodyPr anchorCtr="0" anchor="t" bIns="46575" lIns="93175" spcFirstLastPara="1" rIns="93175" wrap="square" tIns="46575">
            <a:noAutofit/>
          </a:bodyPr>
          <a:lstStyle/>
          <a:p>
            <a:pPr indent="0" lvl="0" marL="0" rtl="0" algn="l">
              <a:spcBef>
                <a:spcPts val="0"/>
              </a:spcBef>
              <a:spcAft>
                <a:spcPts val="0"/>
              </a:spcAft>
              <a:buNone/>
            </a:pPr>
            <a:r>
              <a:t/>
            </a:r>
            <a:endParaRPr/>
          </a:p>
        </p:txBody>
      </p:sp>
      <p:sp>
        <p:nvSpPr>
          <p:cNvPr id="558" name="Google Shape;558;p46:notes"/>
          <p:cNvSpPr/>
          <p:nvPr>
            <p:ph idx="2" type="sldImg"/>
          </p:nvPr>
        </p:nvSpPr>
        <p:spPr>
          <a:xfrm>
            <a:off x="1181100" y="696912"/>
            <a:ext cx="4648200" cy="34861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1" name="Shape 561"/>
        <p:cNvGrpSpPr/>
        <p:nvPr/>
      </p:nvGrpSpPr>
      <p:grpSpPr>
        <a:xfrm>
          <a:off x="0" y="0"/>
          <a:ext cx="0" cy="0"/>
          <a:chOff x="0" y="0"/>
          <a:chExt cx="0" cy="0"/>
        </a:xfrm>
      </p:grpSpPr>
      <p:sp>
        <p:nvSpPr>
          <p:cNvPr id="562" name="Google Shape;562;p47:notes"/>
          <p:cNvSpPr txBox="1"/>
          <p:nvPr>
            <p:ph idx="1" type="body"/>
          </p:nvPr>
        </p:nvSpPr>
        <p:spPr>
          <a:xfrm>
            <a:off x="701675" y="4416425"/>
            <a:ext cx="5607050" cy="4183062"/>
          </a:xfrm>
          <a:prstGeom prst="rect">
            <a:avLst/>
          </a:prstGeom>
        </p:spPr>
        <p:txBody>
          <a:bodyPr anchorCtr="0" anchor="t" bIns="46575" lIns="93175" spcFirstLastPara="1" rIns="93175" wrap="square" tIns="46575">
            <a:noAutofit/>
          </a:bodyPr>
          <a:lstStyle/>
          <a:p>
            <a:pPr indent="0" lvl="0" marL="0" rtl="0" algn="l">
              <a:spcBef>
                <a:spcPts val="0"/>
              </a:spcBef>
              <a:spcAft>
                <a:spcPts val="0"/>
              </a:spcAft>
              <a:buNone/>
            </a:pPr>
            <a:r>
              <a:t/>
            </a:r>
            <a:endParaRPr/>
          </a:p>
        </p:txBody>
      </p:sp>
      <p:sp>
        <p:nvSpPr>
          <p:cNvPr id="563" name="Google Shape;563;p47:notes"/>
          <p:cNvSpPr/>
          <p:nvPr>
            <p:ph idx="2" type="sldImg"/>
          </p:nvPr>
        </p:nvSpPr>
        <p:spPr>
          <a:xfrm>
            <a:off x="1181100" y="696912"/>
            <a:ext cx="4648200" cy="34861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6" name="Shape 566"/>
        <p:cNvGrpSpPr/>
        <p:nvPr/>
      </p:nvGrpSpPr>
      <p:grpSpPr>
        <a:xfrm>
          <a:off x="0" y="0"/>
          <a:ext cx="0" cy="0"/>
          <a:chOff x="0" y="0"/>
          <a:chExt cx="0" cy="0"/>
        </a:xfrm>
      </p:grpSpPr>
      <p:sp>
        <p:nvSpPr>
          <p:cNvPr id="567" name="Google Shape;567;p48:notes"/>
          <p:cNvSpPr txBox="1"/>
          <p:nvPr>
            <p:ph idx="1" type="body"/>
          </p:nvPr>
        </p:nvSpPr>
        <p:spPr>
          <a:xfrm>
            <a:off x="701675" y="4416425"/>
            <a:ext cx="5607050" cy="4183062"/>
          </a:xfrm>
          <a:prstGeom prst="rect">
            <a:avLst/>
          </a:prstGeom>
        </p:spPr>
        <p:txBody>
          <a:bodyPr anchorCtr="0" anchor="t" bIns="46575" lIns="93175" spcFirstLastPara="1" rIns="93175" wrap="square" tIns="46575">
            <a:noAutofit/>
          </a:bodyPr>
          <a:lstStyle/>
          <a:p>
            <a:pPr indent="0" lvl="0" marL="0" rtl="0" algn="l">
              <a:spcBef>
                <a:spcPts val="0"/>
              </a:spcBef>
              <a:spcAft>
                <a:spcPts val="0"/>
              </a:spcAft>
              <a:buNone/>
            </a:pPr>
            <a:r>
              <a:t/>
            </a:r>
            <a:endParaRPr/>
          </a:p>
        </p:txBody>
      </p:sp>
      <p:sp>
        <p:nvSpPr>
          <p:cNvPr id="568" name="Google Shape;568;p48:notes"/>
          <p:cNvSpPr/>
          <p:nvPr>
            <p:ph idx="2" type="sldImg"/>
          </p:nvPr>
        </p:nvSpPr>
        <p:spPr>
          <a:xfrm>
            <a:off x="1181100" y="696912"/>
            <a:ext cx="4648200" cy="34861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1" name="Shape 571"/>
        <p:cNvGrpSpPr/>
        <p:nvPr/>
      </p:nvGrpSpPr>
      <p:grpSpPr>
        <a:xfrm>
          <a:off x="0" y="0"/>
          <a:ext cx="0" cy="0"/>
          <a:chOff x="0" y="0"/>
          <a:chExt cx="0" cy="0"/>
        </a:xfrm>
      </p:grpSpPr>
      <p:sp>
        <p:nvSpPr>
          <p:cNvPr id="572" name="Google Shape;572;p49:notes"/>
          <p:cNvSpPr txBox="1"/>
          <p:nvPr>
            <p:ph idx="1" type="body"/>
          </p:nvPr>
        </p:nvSpPr>
        <p:spPr>
          <a:xfrm>
            <a:off x="701675" y="4416425"/>
            <a:ext cx="5607050" cy="4183062"/>
          </a:xfrm>
          <a:prstGeom prst="rect">
            <a:avLst/>
          </a:prstGeom>
        </p:spPr>
        <p:txBody>
          <a:bodyPr anchorCtr="0" anchor="t" bIns="46575" lIns="93175" spcFirstLastPara="1" rIns="93175" wrap="square" tIns="46575">
            <a:noAutofit/>
          </a:bodyPr>
          <a:lstStyle/>
          <a:p>
            <a:pPr indent="0" lvl="0" marL="0" rtl="0" algn="l">
              <a:spcBef>
                <a:spcPts val="0"/>
              </a:spcBef>
              <a:spcAft>
                <a:spcPts val="0"/>
              </a:spcAft>
              <a:buNone/>
            </a:pPr>
            <a:r>
              <a:t/>
            </a:r>
            <a:endParaRPr/>
          </a:p>
        </p:txBody>
      </p:sp>
      <p:sp>
        <p:nvSpPr>
          <p:cNvPr id="573" name="Google Shape;573;p49:notes"/>
          <p:cNvSpPr/>
          <p:nvPr>
            <p:ph idx="2" type="sldImg"/>
          </p:nvPr>
        </p:nvSpPr>
        <p:spPr>
          <a:xfrm>
            <a:off x="1181100" y="696912"/>
            <a:ext cx="4648200" cy="34861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6" name="Shape 576"/>
        <p:cNvGrpSpPr/>
        <p:nvPr/>
      </p:nvGrpSpPr>
      <p:grpSpPr>
        <a:xfrm>
          <a:off x="0" y="0"/>
          <a:ext cx="0" cy="0"/>
          <a:chOff x="0" y="0"/>
          <a:chExt cx="0" cy="0"/>
        </a:xfrm>
      </p:grpSpPr>
      <p:sp>
        <p:nvSpPr>
          <p:cNvPr id="577" name="Google Shape;577;p50:notes"/>
          <p:cNvSpPr txBox="1"/>
          <p:nvPr>
            <p:ph idx="1" type="body"/>
          </p:nvPr>
        </p:nvSpPr>
        <p:spPr>
          <a:xfrm>
            <a:off x="701675" y="4416425"/>
            <a:ext cx="5607050" cy="4183062"/>
          </a:xfrm>
          <a:prstGeom prst="rect">
            <a:avLst/>
          </a:prstGeom>
        </p:spPr>
        <p:txBody>
          <a:bodyPr anchorCtr="0" anchor="t" bIns="46575" lIns="93175" spcFirstLastPara="1" rIns="93175" wrap="square" tIns="46575">
            <a:noAutofit/>
          </a:bodyPr>
          <a:lstStyle/>
          <a:p>
            <a:pPr indent="0" lvl="0" marL="0" rtl="0" algn="l">
              <a:spcBef>
                <a:spcPts val="0"/>
              </a:spcBef>
              <a:spcAft>
                <a:spcPts val="0"/>
              </a:spcAft>
              <a:buNone/>
            </a:pPr>
            <a:r>
              <a:t/>
            </a:r>
            <a:endParaRPr/>
          </a:p>
        </p:txBody>
      </p:sp>
      <p:sp>
        <p:nvSpPr>
          <p:cNvPr id="578" name="Google Shape;578;p50:notes"/>
          <p:cNvSpPr/>
          <p:nvPr>
            <p:ph idx="2" type="sldImg"/>
          </p:nvPr>
        </p:nvSpPr>
        <p:spPr>
          <a:xfrm>
            <a:off x="1181100" y="696912"/>
            <a:ext cx="4648200" cy="34861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1" name="Shape 581"/>
        <p:cNvGrpSpPr/>
        <p:nvPr/>
      </p:nvGrpSpPr>
      <p:grpSpPr>
        <a:xfrm>
          <a:off x="0" y="0"/>
          <a:ext cx="0" cy="0"/>
          <a:chOff x="0" y="0"/>
          <a:chExt cx="0" cy="0"/>
        </a:xfrm>
      </p:grpSpPr>
      <p:sp>
        <p:nvSpPr>
          <p:cNvPr id="582" name="Google Shape;582;p51:notes"/>
          <p:cNvSpPr txBox="1"/>
          <p:nvPr>
            <p:ph idx="1" type="body"/>
          </p:nvPr>
        </p:nvSpPr>
        <p:spPr>
          <a:xfrm>
            <a:off x="701675" y="4416425"/>
            <a:ext cx="5607050" cy="4183062"/>
          </a:xfrm>
          <a:prstGeom prst="rect">
            <a:avLst/>
          </a:prstGeom>
        </p:spPr>
        <p:txBody>
          <a:bodyPr anchorCtr="0" anchor="t" bIns="46575" lIns="93175" spcFirstLastPara="1" rIns="93175" wrap="square" tIns="46575">
            <a:noAutofit/>
          </a:bodyPr>
          <a:lstStyle/>
          <a:p>
            <a:pPr indent="0" lvl="0" marL="0" rtl="0" algn="l">
              <a:spcBef>
                <a:spcPts val="0"/>
              </a:spcBef>
              <a:spcAft>
                <a:spcPts val="0"/>
              </a:spcAft>
              <a:buNone/>
            </a:pPr>
            <a:r>
              <a:t/>
            </a:r>
            <a:endParaRPr/>
          </a:p>
        </p:txBody>
      </p:sp>
      <p:sp>
        <p:nvSpPr>
          <p:cNvPr id="583" name="Google Shape;583;p51:notes"/>
          <p:cNvSpPr/>
          <p:nvPr>
            <p:ph idx="2" type="sldImg"/>
          </p:nvPr>
        </p:nvSpPr>
        <p:spPr>
          <a:xfrm>
            <a:off x="1181100" y="696912"/>
            <a:ext cx="4648200" cy="34861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6" name="Shape 586"/>
        <p:cNvGrpSpPr/>
        <p:nvPr/>
      </p:nvGrpSpPr>
      <p:grpSpPr>
        <a:xfrm>
          <a:off x="0" y="0"/>
          <a:ext cx="0" cy="0"/>
          <a:chOff x="0" y="0"/>
          <a:chExt cx="0" cy="0"/>
        </a:xfrm>
      </p:grpSpPr>
      <p:sp>
        <p:nvSpPr>
          <p:cNvPr id="587" name="Google Shape;587;p52:notes"/>
          <p:cNvSpPr txBox="1"/>
          <p:nvPr>
            <p:ph idx="1" type="body"/>
          </p:nvPr>
        </p:nvSpPr>
        <p:spPr>
          <a:xfrm>
            <a:off x="701675" y="4416425"/>
            <a:ext cx="5607050" cy="4183062"/>
          </a:xfrm>
          <a:prstGeom prst="rect">
            <a:avLst/>
          </a:prstGeom>
        </p:spPr>
        <p:txBody>
          <a:bodyPr anchorCtr="0" anchor="t" bIns="46575" lIns="93175" spcFirstLastPara="1" rIns="93175" wrap="square" tIns="46575">
            <a:noAutofit/>
          </a:bodyPr>
          <a:lstStyle/>
          <a:p>
            <a:pPr indent="0" lvl="0" marL="0" rtl="0" algn="l">
              <a:spcBef>
                <a:spcPts val="0"/>
              </a:spcBef>
              <a:spcAft>
                <a:spcPts val="0"/>
              </a:spcAft>
              <a:buNone/>
            </a:pPr>
            <a:r>
              <a:t/>
            </a:r>
            <a:endParaRPr/>
          </a:p>
        </p:txBody>
      </p:sp>
      <p:sp>
        <p:nvSpPr>
          <p:cNvPr id="588" name="Google Shape;588;p52:notes"/>
          <p:cNvSpPr/>
          <p:nvPr>
            <p:ph idx="2" type="sldImg"/>
          </p:nvPr>
        </p:nvSpPr>
        <p:spPr>
          <a:xfrm>
            <a:off x="1181100" y="696912"/>
            <a:ext cx="4648200" cy="34861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1" name="Shape 591"/>
        <p:cNvGrpSpPr/>
        <p:nvPr/>
      </p:nvGrpSpPr>
      <p:grpSpPr>
        <a:xfrm>
          <a:off x="0" y="0"/>
          <a:ext cx="0" cy="0"/>
          <a:chOff x="0" y="0"/>
          <a:chExt cx="0" cy="0"/>
        </a:xfrm>
      </p:grpSpPr>
      <p:sp>
        <p:nvSpPr>
          <p:cNvPr id="592" name="Google Shape;592;p53:notes"/>
          <p:cNvSpPr txBox="1"/>
          <p:nvPr>
            <p:ph idx="1" type="body"/>
          </p:nvPr>
        </p:nvSpPr>
        <p:spPr>
          <a:xfrm>
            <a:off x="701675" y="4416425"/>
            <a:ext cx="5607050" cy="4183062"/>
          </a:xfrm>
          <a:prstGeom prst="rect">
            <a:avLst/>
          </a:prstGeom>
        </p:spPr>
        <p:txBody>
          <a:bodyPr anchorCtr="0" anchor="t" bIns="46575" lIns="93175" spcFirstLastPara="1" rIns="93175" wrap="square" tIns="46575">
            <a:noAutofit/>
          </a:bodyPr>
          <a:lstStyle/>
          <a:p>
            <a:pPr indent="0" lvl="0" marL="0" rtl="0" algn="l">
              <a:spcBef>
                <a:spcPts val="0"/>
              </a:spcBef>
              <a:spcAft>
                <a:spcPts val="0"/>
              </a:spcAft>
              <a:buNone/>
            </a:pPr>
            <a:r>
              <a:t/>
            </a:r>
            <a:endParaRPr/>
          </a:p>
        </p:txBody>
      </p:sp>
      <p:sp>
        <p:nvSpPr>
          <p:cNvPr id="593" name="Google Shape;593;p53:notes"/>
          <p:cNvSpPr/>
          <p:nvPr>
            <p:ph idx="2" type="sldImg"/>
          </p:nvPr>
        </p:nvSpPr>
        <p:spPr>
          <a:xfrm>
            <a:off x="1181100" y="696912"/>
            <a:ext cx="4648200" cy="34861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6" name="Shape 596"/>
        <p:cNvGrpSpPr/>
        <p:nvPr/>
      </p:nvGrpSpPr>
      <p:grpSpPr>
        <a:xfrm>
          <a:off x="0" y="0"/>
          <a:ext cx="0" cy="0"/>
          <a:chOff x="0" y="0"/>
          <a:chExt cx="0" cy="0"/>
        </a:xfrm>
      </p:grpSpPr>
      <p:sp>
        <p:nvSpPr>
          <p:cNvPr id="597" name="Google Shape;597;p54:notes"/>
          <p:cNvSpPr txBox="1"/>
          <p:nvPr>
            <p:ph idx="1" type="body"/>
          </p:nvPr>
        </p:nvSpPr>
        <p:spPr>
          <a:xfrm>
            <a:off x="701675" y="4416425"/>
            <a:ext cx="5607050" cy="4183062"/>
          </a:xfrm>
          <a:prstGeom prst="rect">
            <a:avLst/>
          </a:prstGeom>
        </p:spPr>
        <p:txBody>
          <a:bodyPr anchorCtr="0" anchor="t" bIns="46575" lIns="93175" spcFirstLastPara="1" rIns="93175" wrap="square" tIns="46575">
            <a:noAutofit/>
          </a:bodyPr>
          <a:lstStyle/>
          <a:p>
            <a:pPr indent="0" lvl="0" marL="0" rtl="0" algn="l">
              <a:spcBef>
                <a:spcPts val="0"/>
              </a:spcBef>
              <a:spcAft>
                <a:spcPts val="0"/>
              </a:spcAft>
              <a:buNone/>
            </a:pPr>
            <a:r>
              <a:t/>
            </a:r>
            <a:endParaRPr/>
          </a:p>
        </p:txBody>
      </p:sp>
      <p:sp>
        <p:nvSpPr>
          <p:cNvPr id="598" name="Google Shape;598;p54:notes"/>
          <p:cNvSpPr/>
          <p:nvPr>
            <p:ph idx="2" type="sldImg"/>
          </p:nvPr>
        </p:nvSpPr>
        <p:spPr>
          <a:xfrm>
            <a:off x="1181100" y="696912"/>
            <a:ext cx="4648200" cy="34861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5" name="Shape 15"/>
        <p:cNvGrpSpPr/>
        <p:nvPr/>
      </p:nvGrpSpPr>
      <p:grpSpPr>
        <a:xfrm>
          <a:off x="0" y="0"/>
          <a:ext cx="0" cy="0"/>
          <a:chOff x="0" y="0"/>
          <a:chExt cx="0" cy="0"/>
        </a:xfrm>
      </p:grpSpPr>
      <p:sp>
        <p:nvSpPr>
          <p:cNvPr id="16" name="Google Shape;16;p5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5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8" name="Google Shape;18;p5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1200"/>
              <a:buFont typeface="Times New Roman"/>
              <a:buNone/>
              <a:defRPr b="0" i="0" sz="1200" u="none" cap="none" strike="noStrike">
                <a:solidFill>
                  <a:srgbClr val="898989"/>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rgbClr val="898989"/>
              </a:buClr>
              <a:buSzPts val="1200"/>
              <a:buFont typeface="Times New Roman"/>
              <a:buNone/>
              <a:defRPr b="0" i="0" sz="1200" u="none" cap="none" strike="noStrike">
                <a:solidFill>
                  <a:srgbClr val="898989"/>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rgbClr val="898989"/>
              </a:buClr>
              <a:buSzPts val="1200"/>
              <a:buFont typeface="Times New Roman"/>
              <a:buNone/>
              <a:defRPr b="0" i="0" sz="1200" u="none" cap="none" strike="noStrike">
                <a:solidFill>
                  <a:srgbClr val="898989"/>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rgbClr val="898989"/>
              </a:buClr>
              <a:buSzPts val="1200"/>
              <a:buFont typeface="Times New Roman"/>
              <a:buNone/>
              <a:defRPr b="0" i="0" sz="1200" u="none" cap="none" strike="noStrike">
                <a:solidFill>
                  <a:srgbClr val="898989"/>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rgbClr val="898989"/>
              </a:buClr>
              <a:buSzPts val="1200"/>
              <a:buFont typeface="Times New Roman"/>
              <a:buNone/>
              <a:defRPr b="0" i="0" sz="1200" u="none" cap="none" strike="noStrike">
                <a:solidFill>
                  <a:srgbClr val="898989"/>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rgbClr val="898989"/>
              </a:buClr>
              <a:buSzPts val="1200"/>
              <a:buFont typeface="Times New Roman"/>
              <a:buNone/>
              <a:defRPr b="0" i="0" sz="1200" u="none" cap="none" strike="noStrike">
                <a:solidFill>
                  <a:srgbClr val="898989"/>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rgbClr val="898989"/>
              </a:buClr>
              <a:buSzPts val="1200"/>
              <a:buFont typeface="Times New Roman"/>
              <a:buNone/>
              <a:defRPr b="0" i="0" sz="1200" u="none" cap="none" strike="noStrike">
                <a:solidFill>
                  <a:srgbClr val="898989"/>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rgbClr val="898989"/>
              </a:buClr>
              <a:buSzPts val="1200"/>
              <a:buFont typeface="Times New Roman"/>
              <a:buNone/>
              <a:defRPr b="0" i="0" sz="1200" u="none" cap="none" strike="noStrike">
                <a:solidFill>
                  <a:srgbClr val="898989"/>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rgbClr val="898989"/>
              </a:buClr>
              <a:buSzPts val="1200"/>
              <a:buFont typeface="Times New Roman"/>
              <a:buNone/>
              <a:defRPr b="0" i="0" sz="1200" u="none" cap="none" strike="noStrike">
                <a:solidFill>
                  <a:srgbClr val="898989"/>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9" name="Shape 19"/>
        <p:cNvGrpSpPr/>
        <p:nvPr/>
      </p:nvGrpSpPr>
      <p:grpSpPr>
        <a:xfrm>
          <a:off x="0" y="0"/>
          <a:ext cx="0" cy="0"/>
          <a:chOff x="0" y="0"/>
          <a:chExt cx="0" cy="0"/>
        </a:xfrm>
      </p:grpSpPr>
      <p:sp>
        <p:nvSpPr>
          <p:cNvPr id="20" name="Google Shape;20;p57"/>
          <p:cNvSpPr txBox="1"/>
          <p:nvPr>
            <p:ph type="title"/>
          </p:nvPr>
        </p:nvSpPr>
        <p:spPr>
          <a:xfrm rot="5400000">
            <a:off x="4732337" y="2171700"/>
            <a:ext cx="5851525" cy="20574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21" name="Google Shape;21;p57"/>
          <p:cNvSpPr txBox="1"/>
          <p:nvPr>
            <p:ph idx="1" type="body"/>
          </p:nvPr>
        </p:nvSpPr>
        <p:spPr>
          <a:xfrm rot="5400000">
            <a:off x="541338" y="190501"/>
            <a:ext cx="5851525" cy="6019800"/>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2" name="Google Shape;22;p5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5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 name="Google Shape;24;p5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25" name="Shape 25"/>
        <p:cNvGrpSpPr/>
        <p:nvPr/>
      </p:nvGrpSpPr>
      <p:grpSpPr>
        <a:xfrm>
          <a:off x="0" y="0"/>
          <a:ext cx="0" cy="0"/>
          <a:chOff x="0" y="0"/>
          <a:chExt cx="0" cy="0"/>
        </a:xfrm>
      </p:grpSpPr>
      <p:sp>
        <p:nvSpPr>
          <p:cNvPr id="26" name="Google Shape;26;p58"/>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27" name="Google Shape;27;p58"/>
          <p:cNvSpPr txBox="1"/>
          <p:nvPr>
            <p:ph idx="1" type="body"/>
          </p:nvPr>
        </p:nvSpPr>
        <p:spPr>
          <a:xfrm rot="5400000">
            <a:off x="2309019" y="-251619"/>
            <a:ext cx="4525962" cy="8229600"/>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8" name="Google Shape;28;p5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5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0" name="Google Shape;30;p5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31" name="Shape 31"/>
        <p:cNvGrpSpPr/>
        <p:nvPr/>
      </p:nvGrpSpPr>
      <p:grpSpPr>
        <a:xfrm>
          <a:off x="0" y="0"/>
          <a:ext cx="0" cy="0"/>
          <a:chOff x="0" y="0"/>
          <a:chExt cx="0" cy="0"/>
        </a:xfrm>
      </p:grpSpPr>
      <p:sp>
        <p:nvSpPr>
          <p:cNvPr id="32" name="Google Shape;32;p59"/>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b="1" sz="20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33" name="Google Shape;33;p59"/>
          <p:cNvSpPr/>
          <p:nvPr>
            <p:ph idx="2" type="pic"/>
          </p:nvPr>
        </p:nvSpPr>
        <p:spPr>
          <a:xfrm>
            <a:off x="1792288" y="612775"/>
            <a:ext cx="5486400" cy="4114800"/>
          </a:xfrm>
          <a:prstGeom prst="rect">
            <a:avLst/>
          </a:prstGeom>
          <a:noFill/>
          <a:ln>
            <a:noFill/>
          </a:ln>
        </p:spPr>
        <p:txBody>
          <a:bodyPr anchorCtr="0" anchor="t" bIns="45700" lIns="91425" spcFirstLastPara="1" rIns="91425" wrap="square" tIns="45700">
            <a:normAutofit/>
          </a:bodyPr>
          <a:lstStyle>
            <a:lvl1pPr lvl="0" marR="0" rtl="0" algn="l">
              <a:spcBef>
                <a:spcPts val="640"/>
              </a:spcBef>
              <a:spcAft>
                <a:spcPts val="0"/>
              </a:spcAft>
              <a:buClr>
                <a:schemeClr val="dk1"/>
              </a:buClr>
              <a:buSzPts val="3200"/>
              <a:buFont typeface="Arial"/>
              <a:buNone/>
              <a:defRPr b="0" i="0" sz="3200" u="none" cap="none" strike="noStrike">
                <a:solidFill>
                  <a:schemeClr val="dk1"/>
                </a:solidFill>
                <a:latin typeface="Calibri"/>
                <a:ea typeface="Calibri"/>
                <a:cs typeface="Calibri"/>
                <a:sym typeface="Calibri"/>
              </a:defRPr>
            </a:lvl1pPr>
            <a:lvl2pPr lvl="1" marR="0" rtl="0" algn="l">
              <a:spcBef>
                <a:spcPts val="560"/>
              </a:spcBef>
              <a:spcAft>
                <a:spcPts val="0"/>
              </a:spcAft>
              <a:buClr>
                <a:schemeClr val="dk1"/>
              </a:buClr>
              <a:buSzPts val="2800"/>
              <a:buFont typeface="Arial"/>
              <a:buNone/>
              <a:defRPr b="0" i="0" sz="2800" u="none" cap="none" strike="noStrike">
                <a:solidFill>
                  <a:schemeClr val="dk1"/>
                </a:solidFill>
                <a:latin typeface="Calibri"/>
                <a:ea typeface="Calibri"/>
                <a:cs typeface="Calibri"/>
                <a:sym typeface="Calibri"/>
              </a:defRPr>
            </a:lvl2pPr>
            <a:lvl3pPr lvl="2" marR="0" rtl="0" algn="l">
              <a:spcBef>
                <a:spcPts val="480"/>
              </a:spcBef>
              <a:spcAft>
                <a:spcPts val="0"/>
              </a:spcAft>
              <a:buClr>
                <a:schemeClr val="dk1"/>
              </a:buClr>
              <a:buSzPts val="2400"/>
              <a:buFont typeface="Arial"/>
              <a:buNone/>
              <a:defRPr b="0" i="0" sz="2400" u="none" cap="none" strike="noStrike">
                <a:solidFill>
                  <a:schemeClr val="dk1"/>
                </a:solidFill>
                <a:latin typeface="Calibri"/>
                <a:ea typeface="Calibri"/>
                <a:cs typeface="Calibri"/>
                <a:sym typeface="Calibri"/>
              </a:defRPr>
            </a:lvl3pPr>
            <a:lvl4pPr lvl="3" marR="0" rtl="0" algn="l">
              <a:spcBef>
                <a:spcPts val="400"/>
              </a:spcBef>
              <a:spcAft>
                <a:spcPts val="0"/>
              </a:spcAft>
              <a:buClr>
                <a:schemeClr val="dk1"/>
              </a:buClr>
              <a:buSzPts val="2000"/>
              <a:buFont typeface="Arial"/>
              <a:buNone/>
              <a:defRPr b="0" i="0" sz="2000" u="none" cap="none" strike="noStrike">
                <a:solidFill>
                  <a:schemeClr val="dk1"/>
                </a:solidFill>
                <a:latin typeface="Calibri"/>
                <a:ea typeface="Calibri"/>
                <a:cs typeface="Calibri"/>
                <a:sym typeface="Calibri"/>
              </a:defRPr>
            </a:lvl4pPr>
            <a:lvl5pPr lvl="4" marR="0" rtl="0" algn="l">
              <a:spcBef>
                <a:spcPts val="400"/>
              </a:spcBef>
              <a:spcAft>
                <a:spcPts val="0"/>
              </a:spcAft>
              <a:buClr>
                <a:schemeClr val="dk1"/>
              </a:buClr>
              <a:buSzPts val="2000"/>
              <a:buFont typeface="Arial"/>
              <a:buNone/>
              <a:defRPr b="0" i="0" sz="2000" u="none" cap="none" strike="noStrike">
                <a:solidFill>
                  <a:schemeClr val="dk1"/>
                </a:solidFill>
                <a:latin typeface="Calibri"/>
                <a:ea typeface="Calibri"/>
                <a:cs typeface="Calibri"/>
                <a:sym typeface="Calibri"/>
              </a:defRPr>
            </a:lvl5pPr>
            <a:lvl6pPr lvl="5" marR="0" rtl="0" algn="l">
              <a:spcBef>
                <a:spcPts val="400"/>
              </a:spcBef>
              <a:spcAft>
                <a:spcPts val="0"/>
              </a:spcAft>
              <a:buClr>
                <a:schemeClr val="dk1"/>
              </a:buClr>
              <a:buSzPts val="2000"/>
              <a:buFont typeface="Arial"/>
              <a:buNone/>
              <a:defRPr b="0" i="0" sz="2000" u="none" cap="none" strike="noStrike">
                <a:solidFill>
                  <a:schemeClr val="dk1"/>
                </a:solidFill>
                <a:latin typeface="Calibri"/>
                <a:ea typeface="Calibri"/>
                <a:cs typeface="Calibri"/>
                <a:sym typeface="Calibri"/>
              </a:defRPr>
            </a:lvl6pPr>
            <a:lvl7pPr lvl="6" marR="0" rtl="0" algn="l">
              <a:spcBef>
                <a:spcPts val="400"/>
              </a:spcBef>
              <a:spcAft>
                <a:spcPts val="0"/>
              </a:spcAft>
              <a:buClr>
                <a:schemeClr val="dk1"/>
              </a:buClr>
              <a:buSzPts val="2000"/>
              <a:buFont typeface="Arial"/>
              <a:buNone/>
              <a:defRPr b="0" i="0" sz="2000" u="none" cap="none" strike="noStrike">
                <a:solidFill>
                  <a:schemeClr val="dk1"/>
                </a:solidFill>
                <a:latin typeface="Calibri"/>
                <a:ea typeface="Calibri"/>
                <a:cs typeface="Calibri"/>
                <a:sym typeface="Calibri"/>
              </a:defRPr>
            </a:lvl7pPr>
            <a:lvl8pPr lvl="7" marR="0" rtl="0" algn="l">
              <a:spcBef>
                <a:spcPts val="400"/>
              </a:spcBef>
              <a:spcAft>
                <a:spcPts val="0"/>
              </a:spcAft>
              <a:buClr>
                <a:schemeClr val="dk1"/>
              </a:buClr>
              <a:buSzPts val="2000"/>
              <a:buFont typeface="Arial"/>
              <a:buNone/>
              <a:defRPr b="0" i="0" sz="2000" u="none" cap="none" strike="noStrike">
                <a:solidFill>
                  <a:schemeClr val="dk1"/>
                </a:solidFill>
                <a:latin typeface="Calibri"/>
                <a:ea typeface="Calibri"/>
                <a:cs typeface="Calibri"/>
                <a:sym typeface="Calibri"/>
              </a:defRPr>
            </a:lvl8pPr>
            <a:lvl9pPr lvl="8" marR="0" rtl="0" algn="l">
              <a:spcBef>
                <a:spcPts val="400"/>
              </a:spcBef>
              <a:spcAft>
                <a:spcPts val="0"/>
              </a:spcAft>
              <a:buClr>
                <a:schemeClr val="dk1"/>
              </a:buClr>
              <a:buSzPts val="2000"/>
              <a:buFont typeface="Arial"/>
              <a:buNone/>
              <a:defRPr b="0" i="0" sz="2000" u="none" cap="none" strike="noStrike">
                <a:solidFill>
                  <a:schemeClr val="dk1"/>
                </a:solidFill>
                <a:latin typeface="Calibri"/>
                <a:ea typeface="Calibri"/>
                <a:cs typeface="Calibri"/>
                <a:sym typeface="Calibri"/>
              </a:defRPr>
            </a:lvl9pPr>
          </a:lstStyle>
          <a:p/>
        </p:txBody>
      </p:sp>
      <p:sp>
        <p:nvSpPr>
          <p:cNvPr id="34" name="Google Shape;34;p59"/>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35" name="Google Shape;35;p5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6" name="Google Shape;36;p5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7" name="Google Shape;37;p5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38" name="Shape 38"/>
        <p:cNvGrpSpPr/>
        <p:nvPr/>
      </p:nvGrpSpPr>
      <p:grpSpPr>
        <a:xfrm>
          <a:off x="0" y="0"/>
          <a:ext cx="0" cy="0"/>
          <a:chOff x="0" y="0"/>
          <a:chExt cx="0" cy="0"/>
        </a:xfrm>
      </p:grpSpPr>
      <p:sp>
        <p:nvSpPr>
          <p:cNvPr id="39" name="Google Shape;39;p60"/>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b="1" sz="20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40" name="Google Shape;40;p60"/>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41" name="Google Shape;41;p60"/>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42" name="Google Shape;42;p6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 name="Google Shape;43;p6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4" name="Google Shape;44;p6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5" name="Shape 45"/>
        <p:cNvGrpSpPr/>
        <p:nvPr/>
      </p:nvGrpSpPr>
      <p:grpSpPr>
        <a:xfrm>
          <a:off x="0" y="0"/>
          <a:ext cx="0" cy="0"/>
          <a:chOff x="0" y="0"/>
          <a:chExt cx="0" cy="0"/>
        </a:xfrm>
      </p:grpSpPr>
      <p:sp>
        <p:nvSpPr>
          <p:cNvPr id="46" name="Google Shape;46;p61"/>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47" name="Google Shape;47;p6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6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9" name="Google Shape;49;p6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50" name="Shape 50"/>
        <p:cNvGrpSpPr/>
        <p:nvPr/>
      </p:nvGrpSpPr>
      <p:grpSpPr>
        <a:xfrm>
          <a:off x="0" y="0"/>
          <a:ext cx="0" cy="0"/>
          <a:chOff x="0" y="0"/>
          <a:chExt cx="0" cy="0"/>
        </a:xfrm>
      </p:grpSpPr>
      <p:sp>
        <p:nvSpPr>
          <p:cNvPr id="51" name="Google Shape;51;p62"/>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52" name="Google Shape;52;p62"/>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53" name="Google Shape;53;p62"/>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54" name="Google Shape;54;p62"/>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55" name="Google Shape;55;p62"/>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56" name="Google Shape;56;p6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6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8" name="Google Shape;58;p6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59" name="Shape 59"/>
        <p:cNvGrpSpPr/>
        <p:nvPr/>
      </p:nvGrpSpPr>
      <p:grpSpPr>
        <a:xfrm>
          <a:off x="0" y="0"/>
          <a:ext cx="0" cy="0"/>
          <a:chOff x="0" y="0"/>
          <a:chExt cx="0" cy="0"/>
        </a:xfrm>
      </p:grpSpPr>
      <p:sp>
        <p:nvSpPr>
          <p:cNvPr id="60" name="Google Shape;60;p63"/>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61" name="Google Shape;61;p63"/>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62" name="Google Shape;62;p63"/>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63" name="Google Shape;63;p6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6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5" name="Google Shape;65;p6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66" name="Shape 66"/>
        <p:cNvGrpSpPr/>
        <p:nvPr/>
      </p:nvGrpSpPr>
      <p:grpSpPr>
        <a:xfrm>
          <a:off x="0" y="0"/>
          <a:ext cx="0" cy="0"/>
          <a:chOff x="0" y="0"/>
          <a:chExt cx="0" cy="0"/>
        </a:xfrm>
      </p:grpSpPr>
      <p:sp>
        <p:nvSpPr>
          <p:cNvPr id="67" name="Google Shape;67;p64"/>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b="1" sz="4000" cap="none"/>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68" name="Google Shape;68;p64"/>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69" name="Google Shape;69;p6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6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6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72" name="Shape 72"/>
        <p:cNvGrpSpPr/>
        <p:nvPr/>
      </p:nvGrpSpPr>
      <p:grpSpPr>
        <a:xfrm>
          <a:off x="0" y="0"/>
          <a:ext cx="0" cy="0"/>
          <a:chOff x="0" y="0"/>
          <a:chExt cx="0" cy="0"/>
        </a:xfrm>
      </p:grpSpPr>
      <p:sp>
        <p:nvSpPr>
          <p:cNvPr id="73" name="Google Shape;73;p65"/>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74" name="Google Shape;74;p65"/>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5" name="Google Shape;75;p6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6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6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78" name="Shape 78"/>
        <p:cNvGrpSpPr/>
        <p:nvPr/>
      </p:nvGrpSpPr>
      <p:grpSpPr>
        <a:xfrm>
          <a:off x="0" y="0"/>
          <a:ext cx="0" cy="0"/>
          <a:chOff x="0" y="0"/>
          <a:chExt cx="0" cy="0"/>
        </a:xfrm>
      </p:grpSpPr>
      <p:sp>
        <p:nvSpPr>
          <p:cNvPr id="79" name="Google Shape;79;p66"/>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80" name="Google Shape;80;p66"/>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81" name="Google Shape;81;p6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2" name="Google Shape;82;p6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6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90" name="Shape 90"/>
        <p:cNvGrpSpPr/>
        <p:nvPr/>
      </p:nvGrpSpPr>
      <p:grpSpPr>
        <a:xfrm>
          <a:off x="0" y="0"/>
          <a:ext cx="0" cy="0"/>
          <a:chOff x="0" y="0"/>
          <a:chExt cx="0" cy="0"/>
        </a:xfrm>
      </p:grpSpPr>
      <p:sp>
        <p:nvSpPr>
          <p:cNvPr id="91" name="Google Shape;91;p68"/>
          <p:cNvSpPr txBox="1"/>
          <p:nvPr>
            <p:ph type="title"/>
          </p:nvPr>
        </p:nvSpPr>
        <p:spPr>
          <a:xfrm rot="5400000">
            <a:off x="4732337" y="2171700"/>
            <a:ext cx="5851525" cy="20574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92" name="Google Shape;92;p68"/>
          <p:cNvSpPr txBox="1"/>
          <p:nvPr>
            <p:ph idx="1" type="body"/>
          </p:nvPr>
        </p:nvSpPr>
        <p:spPr>
          <a:xfrm rot="5400000">
            <a:off x="541338" y="190501"/>
            <a:ext cx="5851525" cy="6019800"/>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93" name="Google Shape;93;p6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4" name="Google Shape;94;p6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5" name="Google Shape;95;p6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96" name="Shape 96"/>
        <p:cNvGrpSpPr/>
        <p:nvPr/>
      </p:nvGrpSpPr>
      <p:grpSpPr>
        <a:xfrm>
          <a:off x="0" y="0"/>
          <a:ext cx="0" cy="0"/>
          <a:chOff x="0" y="0"/>
          <a:chExt cx="0" cy="0"/>
        </a:xfrm>
      </p:grpSpPr>
      <p:sp>
        <p:nvSpPr>
          <p:cNvPr id="97" name="Google Shape;97;p69"/>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98" name="Google Shape;98;p69"/>
          <p:cNvSpPr txBox="1"/>
          <p:nvPr>
            <p:ph idx="1" type="body"/>
          </p:nvPr>
        </p:nvSpPr>
        <p:spPr>
          <a:xfrm rot="5400000">
            <a:off x="2309019" y="-251619"/>
            <a:ext cx="4525962" cy="8229600"/>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99" name="Google Shape;99;p6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0" name="Google Shape;100;p6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1" name="Google Shape;101;p6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102" name="Shape 102"/>
        <p:cNvGrpSpPr/>
        <p:nvPr/>
      </p:nvGrpSpPr>
      <p:grpSpPr>
        <a:xfrm>
          <a:off x="0" y="0"/>
          <a:ext cx="0" cy="0"/>
          <a:chOff x="0" y="0"/>
          <a:chExt cx="0" cy="0"/>
        </a:xfrm>
      </p:grpSpPr>
      <p:sp>
        <p:nvSpPr>
          <p:cNvPr id="103" name="Google Shape;103;p70"/>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b="1" sz="20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04" name="Google Shape;104;p70"/>
          <p:cNvSpPr/>
          <p:nvPr>
            <p:ph idx="2" type="pic"/>
          </p:nvPr>
        </p:nvSpPr>
        <p:spPr>
          <a:xfrm>
            <a:off x="1792288" y="612775"/>
            <a:ext cx="5486400" cy="4114800"/>
          </a:xfrm>
          <a:prstGeom prst="rect">
            <a:avLst/>
          </a:prstGeom>
          <a:noFill/>
          <a:ln>
            <a:noFill/>
          </a:ln>
        </p:spPr>
        <p:txBody>
          <a:bodyPr anchorCtr="0" anchor="t" bIns="45700" lIns="91425" spcFirstLastPara="1" rIns="91425" wrap="square" tIns="45700">
            <a:normAutofit/>
          </a:bodyPr>
          <a:lstStyle>
            <a:lvl1pPr lvl="0" marR="0" rtl="0" algn="l">
              <a:spcBef>
                <a:spcPts val="640"/>
              </a:spcBef>
              <a:spcAft>
                <a:spcPts val="0"/>
              </a:spcAft>
              <a:buClr>
                <a:schemeClr val="dk1"/>
              </a:buClr>
              <a:buSzPts val="3200"/>
              <a:buFont typeface="Arial"/>
              <a:buNone/>
              <a:defRPr b="0" i="0" sz="3200" u="none" cap="none" strike="noStrike">
                <a:solidFill>
                  <a:schemeClr val="dk1"/>
                </a:solidFill>
                <a:latin typeface="Calibri"/>
                <a:ea typeface="Calibri"/>
                <a:cs typeface="Calibri"/>
                <a:sym typeface="Calibri"/>
              </a:defRPr>
            </a:lvl1pPr>
            <a:lvl2pPr lvl="1" marR="0" rtl="0" algn="l">
              <a:spcBef>
                <a:spcPts val="560"/>
              </a:spcBef>
              <a:spcAft>
                <a:spcPts val="0"/>
              </a:spcAft>
              <a:buClr>
                <a:schemeClr val="dk1"/>
              </a:buClr>
              <a:buSzPts val="2800"/>
              <a:buFont typeface="Arial"/>
              <a:buNone/>
              <a:defRPr b="0" i="0" sz="2800" u="none" cap="none" strike="noStrike">
                <a:solidFill>
                  <a:schemeClr val="dk1"/>
                </a:solidFill>
                <a:latin typeface="Calibri"/>
                <a:ea typeface="Calibri"/>
                <a:cs typeface="Calibri"/>
                <a:sym typeface="Calibri"/>
              </a:defRPr>
            </a:lvl2pPr>
            <a:lvl3pPr lvl="2" marR="0" rtl="0" algn="l">
              <a:spcBef>
                <a:spcPts val="480"/>
              </a:spcBef>
              <a:spcAft>
                <a:spcPts val="0"/>
              </a:spcAft>
              <a:buClr>
                <a:schemeClr val="dk1"/>
              </a:buClr>
              <a:buSzPts val="2400"/>
              <a:buFont typeface="Arial"/>
              <a:buNone/>
              <a:defRPr b="0" i="0" sz="2400" u="none" cap="none" strike="noStrike">
                <a:solidFill>
                  <a:schemeClr val="dk1"/>
                </a:solidFill>
                <a:latin typeface="Calibri"/>
                <a:ea typeface="Calibri"/>
                <a:cs typeface="Calibri"/>
                <a:sym typeface="Calibri"/>
              </a:defRPr>
            </a:lvl3pPr>
            <a:lvl4pPr lvl="3" marR="0" rtl="0" algn="l">
              <a:spcBef>
                <a:spcPts val="400"/>
              </a:spcBef>
              <a:spcAft>
                <a:spcPts val="0"/>
              </a:spcAft>
              <a:buClr>
                <a:schemeClr val="dk1"/>
              </a:buClr>
              <a:buSzPts val="2000"/>
              <a:buFont typeface="Arial"/>
              <a:buNone/>
              <a:defRPr b="0" i="0" sz="2000" u="none" cap="none" strike="noStrike">
                <a:solidFill>
                  <a:schemeClr val="dk1"/>
                </a:solidFill>
                <a:latin typeface="Calibri"/>
                <a:ea typeface="Calibri"/>
                <a:cs typeface="Calibri"/>
                <a:sym typeface="Calibri"/>
              </a:defRPr>
            </a:lvl4pPr>
            <a:lvl5pPr lvl="4" marR="0" rtl="0" algn="l">
              <a:spcBef>
                <a:spcPts val="400"/>
              </a:spcBef>
              <a:spcAft>
                <a:spcPts val="0"/>
              </a:spcAft>
              <a:buClr>
                <a:schemeClr val="dk1"/>
              </a:buClr>
              <a:buSzPts val="2000"/>
              <a:buFont typeface="Arial"/>
              <a:buNone/>
              <a:defRPr b="0" i="0" sz="2000" u="none" cap="none" strike="noStrike">
                <a:solidFill>
                  <a:schemeClr val="dk1"/>
                </a:solidFill>
                <a:latin typeface="Calibri"/>
                <a:ea typeface="Calibri"/>
                <a:cs typeface="Calibri"/>
                <a:sym typeface="Calibri"/>
              </a:defRPr>
            </a:lvl5pPr>
            <a:lvl6pPr lvl="5" marR="0" rtl="0" algn="l">
              <a:spcBef>
                <a:spcPts val="400"/>
              </a:spcBef>
              <a:spcAft>
                <a:spcPts val="0"/>
              </a:spcAft>
              <a:buClr>
                <a:schemeClr val="dk1"/>
              </a:buClr>
              <a:buSzPts val="2000"/>
              <a:buFont typeface="Arial"/>
              <a:buNone/>
              <a:defRPr b="0" i="0" sz="2000" u="none" cap="none" strike="noStrike">
                <a:solidFill>
                  <a:schemeClr val="dk1"/>
                </a:solidFill>
                <a:latin typeface="Calibri"/>
                <a:ea typeface="Calibri"/>
                <a:cs typeface="Calibri"/>
                <a:sym typeface="Calibri"/>
              </a:defRPr>
            </a:lvl6pPr>
            <a:lvl7pPr lvl="6" marR="0" rtl="0" algn="l">
              <a:spcBef>
                <a:spcPts val="400"/>
              </a:spcBef>
              <a:spcAft>
                <a:spcPts val="0"/>
              </a:spcAft>
              <a:buClr>
                <a:schemeClr val="dk1"/>
              </a:buClr>
              <a:buSzPts val="2000"/>
              <a:buFont typeface="Arial"/>
              <a:buNone/>
              <a:defRPr b="0" i="0" sz="2000" u="none" cap="none" strike="noStrike">
                <a:solidFill>
                  <a:schemeClr val="dk1"/>
                </a:solidFill>
                <a:latin typeface="Calibri"/>
                <a:ea typeface="Calibri"/>
                <a:cs typeface="Calibri"/>
                <a:sym typeface="Calibri"/>
              </a:defRPr>
            </a:lvl7pPr>
            <a:lvl8pPr lvl="7" marR="0" rtl="0" algn="l">
              <a:spcBef>
                <a:spcPts val="400"/>
              </a:spcBef>
              <a:spcAft>
                <a:spcPts val="0"/>
              </a:spcAft>
              <a:buClr>
                <a:schemeClr val="dk1"/>
              </a:buClr>
              <a:buSzPts val="2000"/>
              <a:buFont typeface="Arial"/>
              <a:buNone/>
              <a:defRPr b="0" i="0" sz="2000" u="none" cap="none" strike="noStrike">
                <a:solidFill>
                  <a:schemeClr val="dk1"/>
                </a:solidFill>
                <a:latin typeface="Calibri"/>
                <a:ea typeface="Calibri"/>
                <a:cs typeface="Calibri"/>
                <a:sym typeface="Calibri"/>
              </a:defRPr>
            </a:lvl8pPr>
            <a:lvl9pPr lvl="8" marR="0" rtl="0" algn="l">
              <a:spcBef>
                <a:spcPts val="400"/>
              </a:spcBef>
              <a:spcAft>
                <a:spcPts val="0"/>
              </a:spcAft>
              <a:buClr>
                <a:schemeClr val="dk1"/>
              </a:buClr>
              <a:buSzPts val="2000"/>
              <a:buFont typeface="Arial"/>
              <a:buNone/>
              <a:defRPr b="0" i="0" sz="2000" u="none" cap="none" strike="noStrike">
                <a:solidFill>
                  <a:schemeClr val="dk1"/>
                </a:solidFill>
                <a:latin typeface="Calibri"/>
                <a:ea typeface="Calibri"/>
                <a:cs typeface="Calibri"/>
                <a:sym typeface="Calibri"/>
              </a:defRPr>
            </a:lvl9pPr>
          </a:lstStyle>
          <a:p/>
        </p:txBody>
      </p:sp>
      <p:sp>
        <p:nvSpPr>
          <p:cNvPr id="105" name="Google Shape;105;p70"/>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106" name="Google Shape;106;p7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7" name="Google Shape;107;p7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8" name="Google Shape;108;p7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109" name="Shape 109"/>
        <p:cNvGrpSpPr/>
        <p:nvPr/>
      </p:nvGrpSpPr>
      <p:grpSpPr>
        <a:xfrm>
          <a:off x="0" y="0"/>
          <a:ext cx="0" cy="0"/>
          <a:chOff x="0" y="0"/>
          <a:chExt cx="0" cy="0"/>
        </a:xfrm>
      </p:grpSpPr>
      <p:sp>
        <p:nvSpPr>
          <p:cNvPr id="110" name="Google Shape;110;p71"/>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b="1" sz="20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11" name="Google Shape;111;p71"/>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112" name="Google Shape;112;p71"/>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113" name="Google Shape;113;p7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4" name="Google Shape;114;p7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5" name="Google Shape;115;p7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6" name="Shape 116"/>
        <p:cNvGrpSpPr/>
        <p:nvPr/>
      </p:nvGrpSpPr>
      <p:grpSpPr>
        <a:xfrm>
          <a:off x="0" y="0"/>
          <a:ext cx="0" cy="0"/>
          <a:chOff x="0" y="0"/>
          <a:chExt cx="0" cy="0"/>
        </a:xfrm>
      </p:grpSpPr>
      <p:sp>
        <p:nvSpPr>
          <p:cNvPr id="117" name="Google Shape;117;p7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8" name="Google Shape;118;p7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9" name="Google Shape;119;p7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20" name="Shape 120"/>
        <p:cNvGrpSpPr/>
        <p:nvPr/>
      </p:nvGrpSpPr>
      <p:grpSpPr>
        <a:xfrm>
          <a:off x="0" y="0"/>
          <a:ext cx="0" cy="0"/>
          <a:chOff x="0" y="0"/>
          <a:chExt cx="0" cy="0"/>
        </a:xfrm>
      </p:grpSpPr>
      <p:sp>
        <p:nvSpPr>
          <p:cNvPr id="121" name="Google Shape;121;p73"/>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22" name="Google Shape;122;p7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3" name="Google Shape;123;p7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4" name="Google Shape;124;p7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125" name="Shape 125"/>
        <p:cNvGrpSpPr/>
        <p:nvPr/>
      </p:nvGrpSpPr>
      <p:grpSpPr>
        <a:xfrm>
          <a:off x="0" y="0"/>
          <a:ext cx="0" cy="0"/>
          <a:chOff x="0" y="0"/>
          <a:chExt cx="0" cy="0"/>
        </a:xfrm>
      </p:grpSpPr>
      <p:sp>
        <p:nvSpPr>
          <p:cNvPr id="126" name="Google Shape;126;p74"/>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27" name="Google Shape;127;p74"/>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128" name="Google Shape;128;p74"/>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129" name="Google Shape;129;p74"/>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130" name="Google Shape;130;p74"/>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131" name="Google Shape;131;p7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2" name="Google Shape;132;p7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3" name="Google Shape;133;p7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134" name="Shape 134"/>
        <p:cNvGrpSpPr/>
        <p:nvPr/>
      </p:nvGrpSpPr>
      <p:grpSpPr>
        <a:xfrm>
          <a:off x="0" y="0"/>
          <a:ext cx="0" cy="0"/>
          <a:chOff x="0" y="0"/>
          <a:chExt cx="0" cy="0"/>
        </a:xfrm>
      </p:grpSpPr>
      <p:sp>
        <p:nvSpPr>
          <p:cNvPr id="135" name="Google Shape;135;p75"/>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36" name="Google Shape;136;p75"/>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137" name="Google Shape;137;p75"/>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138" name="Google Shape;138;p7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9" name="Google Shape;139;p7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0" name="Google Shape;140;p7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41" name="Shape 141"/>
        <p:cNvGrpSpPr/>
        <p:nvPr/>
      </p:nvGrpSpPr>
      <p:grpSpPr>
        <a:xfrm>
          <a:off x="0" y="0"/>
          <a:ext cx="0" cy="0"/>
          <a:chOff x="0" y="0"/>
          <a:chExt cx="0" cy="0"/>
        </a:xfrm>
      </p:grpSpPr>
      <p:sp>
        <p:nvSpPr>
          <p:cNvPr id="142" name="Google Shape;142;p76"/>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b="1" sz="4000" cap="none"/>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43" name="Google Shape;143;p76"/>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144" name="Google Shape;144;p7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5" name="Google Shape;145;p7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6" name="Google Shape;146;p7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47" name="Shape 147"/>
        <p:cNvGrpSpPr/>
        <p:nvPr/>
      </p:nvGrpSpPr>
      <p:grpSpPr>
        <a:xfrm>
          <a:off x="0" y="0"/>
          <a:ext cx="0" cy="0"/>
          <a:chOff x="0" y="0"/>
          <a:chExt cx="0" cy="0"/>
        </a:xfrm>
      </p:grpSpPr>
      <p:sp>
        <p:nvSpPr>
          <p:cNvPr id="148" name="Google Shape;148;p77"/>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49" name="Google Shape;149;p77"/>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150" name="Google Shape;150;p7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1" name="Google Shape;151;p7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2" name="Google Shape;152;p7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3" name="Shape 153"/>
        <p:cNvGrpSpPr/>
        <p:nvPr/>
      </p:nvGrpSpPr>
      <p:grpSpPr>
        <a:xfrm>
          <a:off x="0" y="0"/>
          <a:ext cx="0" cy="0"/>
          <a:chOff x="0" y="0"/>
          <a:chExt cx="0" cy="0"/>
        </a:xfrm>
      </p:grpSpPr>
      <p:sp>
        <p:nvSpPr>
          <p:cNvPr id="154" name="Google Shape;154;p78"/>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55" name="Google Shape;155;p78"/>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56" name="Google Shape;156;p7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7" name="Google Shape;157;p7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8" name="Google Shape;158;p7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65" name="Shape 165"/>
        <p:cNvGrpSpPr/>
        <p:nvPr/>
      </p:nvGrpSpPr>
      <p:grpSpPr>
        <a:xfrm>
          <a:off x="0" y="0"/>
          <a:ext cx="0" cy="0"/>
          <a:chOff x="0" y="0"/>
          <a:chExt cx="0" cy="0"/>
        </a:xfrm>
      </p:grpSpPr>
      <p:sp>
        <p:nvSpPr>
          <p:cNvPr id="166" name="Google Shape;166;p80"/>
          <p:cNvSpPr txBox="1"/>
          <p:nvPr>
            <p:ph type="title"/>
          </p:nvPr>
        </p:nvSpPr>
        <p:spPr>
          <a:xfrm rot="5400000">
            <a:off x="4732337" y="2171700"/>
            <a:ext cx="5851525" cy="20574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67" name="Google Shape;167;p80"/>
          <p:cNvSpPr txBox="1"/>
          <p:nvPr>
            <p:ph idx="1" type="body"/>
          </p:nvPr>
        </p:nvSpPr>
        <p:spPr>
          <a:xfrm rot="5400000">
            <a:off x="541338" y="190501"/>
            <a:ext cx="5851525" cy="6019800"/>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168" name="Google Shape;168;p8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9" name="Google Shape;169;p8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0" name="Google Shape;170;p8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71" name="Shape 171"/>
        <p:cNvGrpSpPr/>
        <p:nvPr/>
      </p:nvGrpSpPr>
      <p:grpSpPr>
        <a:xfrm>
          <a:off x="0" y="0"/>
          <a:ext cx="0" cy="0"/>
          <a:chOff x="0" y="0"/>
          <a:chExt cx="0" cy="0"/>
        </a:xfrm>
      </p:grpSpPr>
      <p:sp>
        <p:nvSpPr>
          <p:cNvPr id="172" name="Google Shape;172;p81"/>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73" name="Google Shape;173;p81"/>
          <p:cNvSpPr txBox="1"/>
          <p:nvPr>
            <p:ph idx="1" type="body"/>
          </p:nvPr>
        </p:nvSpPr>
        <p:spPr>
          <a:xfrm rot="5400000">
            <a:off x="2309019" y="-251619"/>
            <a:ext cx="4525962" cy="8229600"/>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174" name="Google Shape;174;p8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5" name="Google Shape;175;p8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6" name="Google Shape;176;p8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177" name="Shape 177"/>
        <p:cNvGrpSpPr/>
        <p:nvPr/>
      </p:nvGrpSpPr>
      <p:grpSpPr>
        <a:xfrm>
          <a:off x="0" y="0"/>
          <a:ext cx="0" cy="0"/>
          <a:chOff x="0" y="0"/>
          <a:chExt cx="0" cy="0"/>
        </a:xfrm>
      </p:grpSpPr>
      <p:sp>
        <p:nvSpPr>
          <p:cNvPr id="178" name="Google Shape;178;p82"/>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b="1" sz="20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79" name="Google Shape;179;p82"/>
          <p:cNvSpPr/>
          <p:nvPr>
            <p:ph idx="2" type="pic"/>
          </p:nvPr>
        </p:nvSpPr>
        <p:spPr>
          <a:xfrm>
            <a:off x="1792288" y="612775"/>
            <a:ext cx="5486400" cy="4114800"/>
          </a:xfrm>
          <a:prstGeom prst="rect">
            <a:avLst/>
          </a:prstGeom>
          <a:noFill/>
          <a:ln>
            <a:noFill/>
          </a:ln>
        </p:spPr>
        <p:txBody>
          <a:bodyPr anchorCtr="0" anchor="t" bIns="45700" lIns="91425" spcFirstLastPara="1" rIns="91425" wrap="square" tIns="45700">
            <a:normAutofit/>
          </a:bodyPr>
          <a:lstStyle>
            <a:lvl1pPr lvl="0" marR="0" rtl="0" algn="l">
              <a:spcBef>
                <a:spcPts val="640"/>
              </a:spcBef>
              <a:spcAft>
                <a:spcPts val="0"/>
              </a:spcAft>
              <a:buClr>
                <a:schemeClr val="dk1"/>
              </a:buClr>
              <a:buSzPts val="3200"/>
              <a:buFont typeface="Arial"/>
              <a:buNone/>
              <a:defRPr b="0" i="0" sz="3200" u="none" cap="none" strike="noStrike">
                <a:solidFill>
                  <a:schemeClr val="dk1"/>
                </a:solidFill>
                <a:latin typeface="Calibri"/>
                <a:ea typeface="Calibri"/>
                <a:cs typeface="Calibri"/>
                <a:sym typeface="Calibri"/>
              </a:defRPr>
            </a:lvl1pPr>
            <a:lvl2pPr lvl="1" marR="0" rtl="0" algn="l">
              <a:spcBef>
                <a:spcPts val="560"/>
              </a:spcBef>
              <a:spcAft>
                <a:spcPts val="0"/>
              </a:spcAft>
              <a:buClr>
                <a:schemeClr val="dk1"/>
              </a:buClr>
              <a:buSzPts val="2800"/>
              <a:buFont typeface="Arial"/>
              <a:buNone/>
              <a:defRPr b="0" i="0" sz="2800" u="none" cap="none" strike="noStrike">
                <a:solidFill>
                  <a:schemeClr val="dk1"/>
                </a:solidFill>
                <a:latin typeface="Calibri"/>
                <a:ea typeface="Calibri"/>
                <a:cs typeface="Calibri"/>
                <a:sym typeface="Calibri"/>
              </a:defRPr>
            </a:lvl2pPr>
            <a:lvl3pPr lvl="2" marR="0" rtl="0" algn="l">
              <a:spcBef>
                <a:spcPts val="480"/>
              </a:spcBef>
              <a:spcAft>
                <a:spcPts val="0"/>
              </a:spcAft>
              <a:buClr>
                <a:schemeClr val="dk1"/>
              </a:buClr>
              <a:buSzPts val="2400"/>
              <a:buFont typeface="Arial"/>
              <a:buNone/>
              <a:defRPr b="0" i="0" sz="2400" u="none" cap="none" strike="noStrike">
                <a:solidFill>
                  <a:schemeClr val="dk1"/>
                </a:solidFill>
                <a:latin typeface="Calibri"/>
                <a:ea typeface="Calibri"/>
                <a:cs typeface="Calibri"/>
                <a:sym typeface="Calibri"/>
              </a:defRPr>
            </a:lvl3pPr>
            <a:lvl4pPr lvl="3" marR="0" rtl="0" algn="l">
              <a:spcBef>
                <a:spcPts val="400"/>
              </a:spcBef>
              <a:spcAft>
                <a:spcPts val="0"/>
              </a:spcAft>
              <a:buClr>
                <a:schemeClr val="dk1"/>
              </a:buClr>
              <a:buSzPts val="2000"/>
              <a:buFont typeface="Arial"/>
              <a:buNone/>
              <a:defRPr b="0" i="0" sz="2000" u="none" cap="none" strike="noStrike">
                <a:solidFill>
                  <a:schemeClr val="dk1"/>
                </a:solidFill>
                <a:latin typeface="Calibri"/>
                <a:ea typeface="Calibri"/>
                <a:cs typeface="Calibri"/>
                <a:sym typeface="Calibri"/>
              </a:defRPr>
            </a:lvl4pPr>
            <a:lvl5pPr lvl="4" marR="0" rtl="0" algn="l">
              <a:spcBef>
                <a:spcPts val="400"/>
              </a:spcBef>
              <a:spcAft>
                <a:spcPts val="0"/>
              </a:spcAft>
              <a:buClr>
                <a:schemeClr val="dk1"/>
              </a:buClr>
              <a:buSzPts val="2000"/>
              <a:buFont typeface="Arial"/>
              <a:buNone/>
              <a:defRPr b="0" i="0" sz="2000" u="none" cap="none" strike="noStrike">
                <a:solidFill>
                  <a:schemeClr val="dk1"/>
                </a:solidFill>
                <a:latin typeface="Calibri"/>
                <a:ea typeface="Calibri"/>
                <a:cs typeface="Calibri"/>
                <a:sym typeface="Calibri"/>
              </a:defRPr>
            </a:lvl5pPr>
            <a:lvl6pPr lvl="5" marR="0" rtl="0" algn="l">
              <a:spcBef>
                <a:spcPts val="400"/>
              </a:spcBef>
              <a:spcAft>
                <a:spcPts val="0"/>
              </a:spcAft>
              <a:buClr>
                <a:schemeClr val="dk1"/>
              </a:buClr>
              <a:buSzPts val="2000"/>
              <a:buFont typeface="Arial"/>
              <a:buNone/>
              <a:defRPr b="0" i="0" sz="2000" u="none" cap="none" strike="noStrike">
                <a:solidFill>
                  <a:schemeClr val="dk1"/>
                </a:solidFill>
                <a:latin typeface="Calibri"/>
                <a:ea typeface="Calibri"/>
                <a:cs typeface="Calibri"/>
                <a:sym typeface="Calibri"/>
              </a:defRPr>
            </a:lvl6pPr>
            <a:lvl7pPr lvl="6" marR="0" rtl="0" algn="l">
              <a:spcBef>
                <a:spcPts val="400"/>
              </a:spcBef>
              <a:spcAft>
                <a:spcPts val="0"/>
              </a:spcAft>
              <a:buClr>
                <a:schemeClr val="dk1"/>
              </a:buClr>
              <a:buSzPts val="2000"/>
              <a:buFont typeface="Arial"/>
              <a:buNone/>
              <a:defRPr b="0" i="0" sz="2000" u="none" cap="none" strike="noStrike">
                <a:solidFill>
                  <a:schemeClr val="dk1"/>
                </a:solidFill>
                <a:latin typeface="Calibri"/>
                <a:ea typeface="Calibri"/>
                <a:cs typeface="Calibri"/>
                <a:sym typeface="Calibri"/>
              </a:defRPr>
            </a:lvl7pPr>
            <a:lvl8pPr lvl="7" marR="0" rtl="0" algn="l">
              <a:spcBef>
                <a:spcPts val="400"/>
              </a:spcBef>
              <a:spcAft>
                <a:spcPts val="0"/>
              </a:spcAft>
              <a:buClr>
                <a:schemeClr val="dk1"/>
              </a:buClr>
              <a:buSzPts val="2000"/>
              <a:buFont typeface="Arial"/>
              <a:buNone/>
              <a:defRPr b="0" i="0" sz="2000" u="none" cap="none" strike="noStrike">
                <a:solidFill>
                  <a:schemeClr val="dk1"/>
                </a:solidFill>
                <a:latin typeface="Calibri"/>
                <a:ea typeface="Calibri"/>
                <a:cs typeface="Calibri"/>
                <a:sym typeface="Calibri"/>
              </a:defRPr>
            </a:lvl8pPr>
            <a:lvl9pPr lvl="8" marR="0" rtl="0" algn="l">
              <a:spcBef>
                <a:spcPts val="400"/>
              </a:spcBef>
              <a:spcAft>
                <a:spcPts val="0"/>
              </a:spcAft>
              <a:buClr>
                <a:schemeClr val="dk1"/>
              </a:buClr>
              <a:buSzPts val="2000"/>
              <a:buFont typeface="Arial"/>
              <a:buNone/>
              <a:defRPr b="0" i="0" sz="2000" u="none" cap="none" strike="noStrike">
                <a:solidFill>
                  <a:schemeClr val="dk1"/>
                </a:solidFill>
                <a:latin typeface="Calibri"/>
                <a:ea typeface="Calibri"/>
                <a:cs typeface="Calibri"/>
                <a:sym typeface="Calibri"/>
              </a:defRPr>
            </a:lvl9pPr>
          </a:lstStyle>
          <a:p/>
        </p:txBody>
      </p:sp>
      <p:sp>
        <p:nvSpPr>
          <p:cNvPr id="180" name="Google Shape;180;p82"/>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181" name="Google Shape;181;p8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82" name="Google Shape;182;p8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83" name="Google Shape;183;p8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184" name="Shape 184"/>
        <p:cNvGrpSpPr/>
        <p:nvPr/>
      </p:nvGrpSpPr>
      <p:grpSpPr>
        <a:xfrm>
          <a:off x="0" y="0"/>
          <a:ext cx="0" cy="0"/>
          <a:chOff x="0" y="0"/>
          <a:chExt cx="0" cy="0"/>
        </a:xfrm>
      </p:grpSpPr>
      <p:sp>
        <p:nvSpPr>
          <p:cNvPr id="185" name="Google Shape;185;p83"/>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b="1" sz="20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86" name="Google Shape;186;p83"/>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187" name="Google Shape;187;p83"/>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188" name="Google Shape;188;p8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89" name="Google Shape;189;p8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0" name="Google Shape;190;p8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91" name="Shape 191"/>
        <p:cNvGrpSpPr/>
        <p:nvPr/>
      </p:nvGrpSpPr>
      <p:grpSpPr>
        <a:xfrm>
          <a:off x="0" y="0"/>
          <a:ext cx="0" cy="0"/>
          <a:chOff x="0" y="0"/>
          <a:chExt cx="0" cy="0"/>
        </a:xfrm>
      </p:grpSpPr>
      <p:sp>
        <p:nvSpPr>
          <p:cNvPr id="192" name="Google Shape;192;p8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3" name="Google Shape;193;p8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4" name="Google Shape;194;p8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95" name="Shape 195"/>
        <p:cNvGrpSpPr/>
        <p:nvPr/>
      </p:nvGrpSpPr>
      <p:grpSpPr>
        <a:xfrm>
          <a:off x="0" y="0"/>
          <a:ext cx="0" cy="0"/>
          <a:chOff x="0" y="0"/>
          <a:chExt cx="0" cy="0"/>
        </a:xfrm>
      </p:grpSpPr>
      <p:sp>
        <p:nvSpPr>
          <p:cNvPr id="196" name="Google Shape;196;p85"/>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97" name="Google Shape;197;p8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8" name="Google Shape;198;p8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9" name="Google Shape;199;p8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200" name="Shape 200"/>
        <p:cNvGrpSpPr/>
        <p:nvPr/>
      </p:nvGrpSpPr>
      <p:grpSpPr>
        <a:xfrm>
          <a:off x="0" y="0"/>
          <a:ext cx="0" cy="0"/>
          <a:chOff x="0" y="0"/>
          <a:chExt cx="0" cy="0"/>
        </a:xfrm>
      </p:grpSpPr>
      <p:sp>
        <p:nvSpPr>
          <p:cNvPr id="201" name="Google Shape;201;p86"/>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202" name="Google Shape;202;p86"/>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203" name="Google Shape;203;p86"/>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204" name="Google Shape;204;p86"/>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205" name="Google Shape;205;p86"/>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206" name="Google Shape;206;p8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7" name="Google Shape;207;p8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8" name="Google Shape;208;p8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209" name="Shape 209"/>
        <p:cNvGrpSpPr/>
        <p:nvPr/>
      </p:nvGrpSpPr>
      <p:grpSpPr>
        <a:xfrm>
          <a:off x="0" y="0"/>
          <a:ext cx="0" cy="0"/>
          <a:chOff x="0" y="0"/>
          <a:chExt cx="0" cy="0"/>
        </a:xfrm>
      </p:grpSpPr>
      <p:sp>
        <p:nvSpPr>
          <p:cNvPr id="210" name="Google Shape;210;p87"/>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211" name="Google Shape;211;p87"/>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212" name="Google Shape;212;p87"/>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213" name="Google Shape;213;p8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4" name="Google Shape;214;p8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5" name="Google Shape;215;p8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16" name="Shape 216"/>
        <p:cNvGrpSpPr/>
        <p:nvPr/>
      </p:nvGrpSpPr>
      <p:grpSpPr>
        <a:xfrm>
          <a:off x="0" y="0"/>
          <a:ext cx="0" cy="0"/>
          <a:chOff x="0" y="0"/>
          <a:chExt cx="0" cy="0"/>
        </a:xfrm>
      </p:grpSpPr>
      <p:sp>
        <p:nvSpPr>
          <p:cNvPr id="217" name="Google Shape;217;p88"/>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b="1" sz="4000" cap="none"/>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218" name="Google Shape;218;p88"/>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219" name="Google Shape;219;p8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20" name="Google Shape;220;p8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21" name="Google Shape;221;p8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22" name="Shape 222"/>
        <p:cNvGrpSpPr/>
        <p:nvPr/>
      </p:nvGrpSpPr>
      <p:grpSpPr>
        <a:xfrm>
          <a:off x="0" y="0"/>
          <a:ext cx="0" cy="0"/>
          <a:chOff x="0" y="0"/>
          <a:chExt cx="0" cy="0"/>
        </a:xfrm>
      </p:grpSpPr>
      <p:sp>
        <p:nvSpPr>
          <p:cNvPr id="223" name="Google Shape;223;p89"/>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224" name="Google Shape;224;p89"/>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25" name="Google Shape;225;p8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26" name="Google Shape;226;p8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27" name="Google Shape;227;p8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28" name="Shape 228"/>
        <p:cNvGrpSpPr/>
        <p:nvPr/>
      </p:nvGrpSpPr>
      <p:grpSpPr>
        <a:xfrm>
          <a:off x="0" y="0"/>
          <a:ext cx="0" cy="0"/>
          <a:chOff x="0" y="0"/>
          <a:chExt cx="0" cy="0"/>
        </a:xfrm>
      </p:grpSpPr>
      <p:sp>
        <p:nvSpPr>
          <p:cNvPr id="229" name="Google Shape;229;p90"/>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230" name="Google Shape;230;p90"/>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231" name="Google Shape;231;p9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2" name="Google Shape;232;p9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3" name="Google Shape;233;p9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240" name="Shape 240"/>
        <p:cNvGrpSpPr/>
        <p:nvPr/>
      </p:nvGrpSpPr>
      <p:grpSpPr>
        <a:xfrm>
          <a:off x="0" y="0"/>
          <a:ext cx="0" cy="0"/>
          <a:chOff x="0" y="0"/>
          <a:chExt cx="0" cy="0"/>
        </a:xfrm>
      </p:grpSpPr>
      <p:sp>
        <p:nvSpPr>
          <p:cNvPr id="241" name="Google Shape;241;p92"/>
          <p:cNvSpPr txBox="1"/>
          <p:nvPr>
            <p:ph type="title"/>
          </p:nvPr>
        </p:nvSpPr>
        <p:spPr>
          <a:xfrm rot="5400000">
            <a:off x="4732337" y="2171700"/>
            <a:ext cx="5851525" cy="20574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242" name="Google Shape;242;p92"/>
          <p:cNvSpPr txBox="1"/>
          <p:nvPr>
            <p:ph idx="1" type="body"/>
          </p:nvPr>
        </p:nvSpPr>
        <p:spPr>
          <a:xfrm rot="5400000">
            <a:off x="541338" y="190501"/>
            <a:ext cx="5851525" cy="6019800"/>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3" name="Google Shape;243;p9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4" name="Google Shape;244;p9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5" name="Google Shape;245;p9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246" name="Shape 246"/>
        <p:cNvGrpSpPr/>
        <p:nvPr/>
      </p:nvGrpSpPr>
      <p:grpSpPr>
        <a:xfrm>
          <a:off x="0" y="0"/>
          <a:ext cx="0" cy="0"/>
          <a:chOff x="0" y="0"/>
          <a:chExt cx="0" cy="0"/>
        </a:xfrm>
      </p:grpSpPr>
      <p:sp>
        <p:nvSpPr>
          <p:cNvPr id="247" name="Google Shape;247;p93"/>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248" name="Google Shape;248;p93"/>
          <p:cNvSpPr txBox="1"/>
          <p:nvPr>
            <p:ph idx="1" type="body"/>
          </p:nvPr>
        </p:nvSpPr>
        <p:spPr>
          <a:xfrm rot="5400000">
            <a:off x="2309019" y="-251619"/>
            <a:ext cx="4525962" cy="8229600"/>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9" name="Google Shape;249;p9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0" name="Google Shape;250;p9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1" name="Google Shape;251;p9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252" name="Shape 252"/>
        <p:cNvGrpSpPr/>
        <p:nvPr/>
      </p:nvGrpSpPr>
      <p:grpSpPr>
        <a:xfrm>
          <a:off x="0" y="0"/>
          <a:ext cx="0" cy="0"/>
          <a:chOff x="0" y="0"/>
          <a:chExt cx="0" cy="0"/>
        </a:xfrm>
      </p:grpSpPr>
      <p:sp>
        <p:nvSpPr>
          <p:cNvPr id="253" name="Google Shape;253;p94"/>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b="1" sz="20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254" name="Google Shape;254;p94"/>
          <p:cNvSpPr/>
          <p:nvPr>
            <p:ph idx="2" type="pic"/>
          </p:nvPr>
        </p:nvSpPr>
        <p:spPr>
          <a:xfrm>
            <a:off x="1792288" y="612775"/>
            <a:ext cx="5486400" cy="4114800"/>
          </a:xfrm>
          <a:prstGeom prst="rect">
            <a:avLst/>
          </a:prstGeom>
          <a:noFill/>
          <a:ln>
            <a:noFill/>
          </a:ln>
        </p:spPr>
        <p:txBody>
          <a:bodyPr anchorCtr="0" anchor="t" bIns="45700" lIns="91425" spcFirstLastPara="1" rIns="91425" wrap="square" tIns="45700">
            <a:normAutofit/>
          </a:bodyPr>
          <a:lstStyle>
            <a:lvl1pPr lvl="0" marR="0" rtl="0" algn="l">
              <a:spcBef>
                <a:spcPts val="640"/>
              </a:spcBef>
              <a:spcAft>
                <a:spcPts val="0"/>
              </a:spcAft>
              <a:buClr>
                <a:schemeClr val="dk1"/>
              </a:buClr>
              <a:buSzPts val="3200"/>
              <a:buFont typeface="Arial"/>
              <a:buNone/>
              <a:defRPr b="0" i="0" sz="3200" u="none" cap="none" strike="noStrike">
                <a:solidFill>
                  <a:schemeClr val="dk1"/>
                </a:solidFill>
                <a:latin typeface="Calibri"/>
                <a:ea typeface="Calibri"/>
                <a:cs typeface="Calibri"/>
                <a:sym typeface="Calibri"/>
              </a:defRPr>
            </a:lvl1pPr>
            <a:lvl2pPr lvl="1" marR="0" rtl="0" algn="l">
              <a:spcBef>
                <a:spcPts val="560"/>
              </a:spcBef>
              <a:spcAft>
                <a:spcPts val="0"/>
              </a:spcAft>
              <a:buClr>
                <a:schemeClr val="dk1"/>
              </a:buClr>
              <a:buSzPts val="2800"/>
              <a:buFont typeface="Arial"/>
              <a:buNone/>
              <a:defRPr b="0" i="0" sz="2800" u="none" cap="none" strike="noStrike">
                <a:solidFill>
                  <a:schemeClr val="dk1"/>
                </a:solidFill>
                <a:latin typeface="Calibri"/>
                <a:ea typeface="Calibri"/>
                <a:cs typeface="Calibri"/>
                <a:sym typeface="Calibri"/>
              </a:defRPr>
            </a:lvl2pPr>
            <a:lvl3pPr lvl="2" marR="0" rtl="0" algn="l">
              <a:spcBef>
                <a:spcPts val="480"/>
              </a:spcBef>
              <a:spcAft>
                <a:spcPts val="0"/>
              </a:spcAft>
              <a:buClr>
                <a:schemeClr val="dk1"/>
              </a:buClr>
              <a:buSzPts val="2400"/>
              <a:buFont typeface="Arial"/>
              <a:buNone/>
              <a:defRPr b="0" i="0" sz="2400" u="none" cap="none" strike="noStrike">
                <a:solidFill>
                  <a:schemeClr val="dk1"/>
                </a:solidFill>
                <a:latin typeface="Calibri"/>
                <a:ea typeface="Calibri"/>
                <a:cs typeface="Calibri"/>
                <a:sym typeface="Calibri"/>
              </a:defRPr>
            </a:lvl3pPr>
            <a:lvl4pPr lvl="3" marR="0" rtl="0" algn="l">
              <a:spcBef>
                <a:spcPts val="400"/>
              </a:spcBef>
              <a:spcAft>
                <a:spcPts val="0"/>
              </a:spcAft>
              <a:buClr>
                <a:schemeClr val="dk1"/>
              </a:buClr>
              <a:buSzPts val="2000"/>
              <a:buFont typeface="Arial"/>
              <a:buNone/>
              <a:defRPr b="0" i="0" sz="2000" u="none" cap="none" strike="noStrike">
                <a:solidFill>
                  <a:schemeClr val="dk1"/>
                </a:solidFill>
                <a:latin typeface="Calibri"/>
                <a:ea typeface="Calibri"/>
                <a:cs typeface="Calibri"/>
                <a:sym typeface="Calibri"/>
              </a:defRPr>
            </a:lvl4pPr>
            <a:lvl5pPr lvl="4" marR="0" rtl="0" algn="l">
              <a:spcBef>
                <a:spcPts val="400"/>
              </a:spcBef>
              <a:spcAft>
                <a:spcPts val="0"/>
              </a:spcAft>
              <a:buClr>
                <a:schemeClr val="dk1"/>
              </a:buClr>
              <a:buSzPts val="2000"/>
              <a:buFont typeface="Arial"/>
              <a:buNone/>
              <a:defRPr b="0" i="0" sz="2000" u="none" cap="none" strike="noStrike">
                <a:solidFill>
                  <a:schemeClr val="dk1"/>
                </a:solidFill>
                <a:latin typeface="Calibri"/>
                <a:ea typeface="Calibri"/>
                <a:cs typeface="Calibri"/>
                <a:sym typeface="Calibri"/>
              </a:defRPr>
            </a:lvl5pPr>
            <a:lvl6pPr lvl="5" marR="0" rtl="0" algn="l">
              <a:spcBef>
                <a:spcPts val="400"/>
              </a:spcBef>
              <a:spcAft>
                <a:spcPts val="0"/>
              </a:spcAft>
              <a:buClr>
                <a:schemeClr val="dk1"/>
              </a:buClr>
              <a:buSzPts val="2000"/>
              <a:buFont typeface="Arial"/>
              <a:buNone/>
              <a:defRPr b="0" i="0" sz="2000" u="none" cap="none" strike="noStrike">
                <a:solidFill>
                  <a:schemeClr val="dk1"/>
                </a:solidFill>
                <a:latin typeface="Calibri"/>
                <a:ea typeface="Calibri"/>
                <a:cs typeface="Calibri"/>
                <a:sym typeface="Calibri"/>
              </a:defRPr>
            </a:lvl6pPr>
            <a:lvl7pPr lvl="6" marR="0" rtl="0" algn="l">
              <a:spcBef>
                <a:spcPts val="400"/>
              </a:spcBef>
              <a:spcAft>
                <a:spcPts val="0"/>
              </a:spcAft>
              <a:buClr>
                <a:schemeClr val="dk1"/>
              </a:buClr>
              <a:buSzPts val="2000"/>
              <a:buFont typeface="Arial"/>
              <a:buNone/>
              <a:defRPr b="0" i="0" sz="2000" u="none" cap="none" strike="noStrike">
                <a:solidFill>
                  <a:schemeClr val="dk1"/>
                </a:solidFill>
                <a:latin typeface="Calibri"/>
                <a:ea typeface="Calibri"/>
                <a:cs typeface="Calibri"/>
                <a:sym typeface="Calibri"/>
              </a:defRPr>
            </a:lvl7pPr>
            <a:lvl8pPr lvl="7" marR="0" rtl="0" algn="l">
              <a:spcBef>
                <a:spcPts val="400"/>
              </a:spcBef>
              <a:spcAft>
                <a:spcPts val="0"/>
              </a:spcAft>
              <a:buClr>
                <a:schemeClr val="dk1"/>
              </a:buClr>
              <a:buSzPts val="2000"/>
              <a:buFont typeface="Arial"/>
              <a:buNone/>
              <a:defRPr b="0" i="0" sz="2000" u="none" cap="none" strike="noStrike">
                <a:solidFill>
                  <a:schemeClr val="dk1"/>
                </a:solidFill>
                <a:latin typeface="Calibri"/>
                <a:ea typeface="Calibri"/>
                <a:cs typeface="Calibri"/>
                <a:sym typeface="Calibri"/>
              </a:defRPr>
            </a:lvl8pPr>
            <a:lvl9pPr lvl="8" marR="0" rtl="0" algn="l">
              <a:spcBef>
                <a:spcPts val="400"/>
              </a:spcBef>
              <a:spcAft>
                <a:spcPts val="0"/>
              </a:spcAft>
              <a:buClr>
                <a:schemeClr val="dk1"/>
              </a:buClr>
              <a:buSzPts val="2000"/>
              <a:buFont typeface="Arial"/>
              <a:buNone/>
              <a:defRPr b="0" i="0" sz="2000" u="none" cap="none" strike="noStrike">
                <a:solidFill>
                  <a:schemeClr val="dk1"/>
                </a:solidFill>
                <a:latin typeface="Calibri"/>
                <a:ea typeface="Calibri"/>
                <a:cs typeface="Calibri"/>
                <a:sym typeface="Calibri"/>
              </a:defRPr>
            </a:lvl9pPr>
          </a:lstStyle>
          <a:p/>
        </p:txBody>
      </p:sp>
      <p:sp>
        <p:nvSpPr>
          <p:cNvPr id="255" name="Google Shape;255;p94"/>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256" name="Google Shape;256;p9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7" name="Google Shape;257;p9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8" name="Google Shape;258;p9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259" name="Shape 259"/>
        <p:cNvGrpSpPr/>
        <p:nvPr/>
      </p:nvGrpSpPr>
      <p:grpSpPr>
        <a:xfrm>
          <a:off x="0" y="0"/>
          <a:ext cx="0" cy="0"/>
          <a:chOff x="0" y="0"/>
          <a:chExt cx="0" cy="0"/>
        </a:xfrm>
      </p:grpSpPr>
      <p:sp>
        <p:nvSpPr>
          <p:cNvPr id="260" name="Google Shape;260;p95"/>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b="1" sz="20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261" name="Google Shape;261;p95"/>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262" name="Google Shape;262;p95"/>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263" name="Google Shape;263;p9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4" name="Google Shape;264;p9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5" name="Google Shape;265;p9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66" name="Shape 266"/>
        <p:cNvGrpSpPr/>
        <p:nvPr/>
      </p:nvGrpSpPr>
      <p:grpSpPr>
        <a:xfrm>
          <a:off x="0" y="0"/>
          <a:ext cx="0" cy="0"/>
          <a:chOff x="0" y="0"/>
          <a:chExt cx="0" cy="0"/>
        </a:xfrm>
      </p:grpSpPr>
      <p:sp>
        <p:nvSpPr>
          <p:cNvPr id="267" name="Google Shape;267;p9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8" name="Google Shape;268;p9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9" name="Google Shape;269;p9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70" name="Shape 270"/>
        <p:cNvGrpSpPr/>
        <p:nvPr/>
      </p:nvGrpSpPr>
      <p:grpSpPr>
        <a:xfrm>
          <a:off x="0" y="0"/>
          <a:ext cx="0" cy="0"/>
          <a:chOff x="0" y="0"/>
          <a:chExt cx="0" cy="0"/>
        </a:xfrm>
      </p:grpSpPr>
      <p:sp>
        <p:nvSpPr>
          <p:cNvPr id="271" name="Google Shape;271;p97"/>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272" name="Google Shape;272;p9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3" name="Google Shape;273;p9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4" name="Google Shape;274;p9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275" name="Shape 275"/>
        <p:cNvGrpSpPr/>
        <p:nvPr/>
      </p:nvGrpSpPr>
      <p:grpSpPr>
        <a:xfrm>
          <a:off x="0" y="0"/>
          <a:ext cx="0" cy="0"/>
          <a:chOff x="0" y="0"/>
          <a:chExt cx="0" cy="0"/>
        </a:xfrm>
      </p:grpSpPr>
      <p:sp>
        <p:nvSpPr>
          <p:cNvPr id="276" name="Google Shape;276;p98"/>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277" name="Google Shape;277;p98"/>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278" name="Google Shape;278;p98"/>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279" name="Google Shape;279;p98"/>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280" name="Google Shape;280;p98"/>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281" name="Google Shape;281;p9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82" name="Google Shape;282;p9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83" name="Google Shape;283;p9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284" name="Shape 284"/>
        <p:cNvGrpSpPr/>
        <p:nvPr/>
      </p:nvGrpSpPr>
      <p:grpSpPr>
        <a:xfrm>
          <a:off x="0" y="0"/>
          <a:ext cx="0" cy="0"/>
          <a:chOff x="0" y="0"/>
          <a:chExt cx="0" cy="0"/>
        </a:xfrm>
      </p:grpSpPr>
      <p:sp>
        <p:nvSpPr>
          <p:cNvPr id="285" name="Google Shape;285;p99"/>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286" name="Google Shape;286;p99"/>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287" name="Google Shape;287;p99"/>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288" name="Google Shape;288;p9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89" name="Google Shape;289;p9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0" name="Google Shape;290;p9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91" name="Shape 291"/>
        <p:cNvGrpSpPr/>
        <p:nvPr/>
      </p:nvGrpSpPr>
      <p:grpSpPr>
        <a:xfrm>
          <a:off x="0" y="0"/>
          <a:ext cx="0" cy="0"/>
          <a:chOff x="0" y="0"/>
          <a:chExt cx="0" cy="0"/>
        </a:xfrm>
      </p:grpSpPr>
      <p:sp>
        <p:nvSpPr>
          <p:cNvPr id="292" name="Google Shape;292;p100"/>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b="1" sz="4000" cap="none"/>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293" name="Google Shape;293;p100"/>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294" name="Google Shape;294;p10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5" name="Google Shape;295;p10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6" name="Google Shape;296;p10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97" name="Shape 297"/>
        <p:cNvGrpSpPr/>
        <p:nvPr/>
      </p:nvGrpSpPr>
      <p:grpSpPr>
        <a:xfrm>
          <a:off x="0" y="0"/>
          <a:ext cx="0" cy="0"/>
          <a:chOff x="0" y="0"/>
          <a:chExt cx="0" cy="0"/>
        </a:xfrm>
      </p:grpSpPr>
      <p:sp>
        <p:nvSpPr>
          <p:cNvPr id="298" name="Google Shape;298;p101"/>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299" name="Google Shape;299;p101"/>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300" name="Google Shape;300;p10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01" name="Google Shape;301;p10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02" name="Google Shape;302;p10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303" name="Shape 303"/>
        <p:cNvGrpSpPr/>
        <p:nvPr/>
      </p:nvGrpSpPr>
      <p:grpSpPr>
        <a:xfrm>
          <a:off x="0" y="0"/>
          <a:ext cx="0" cy="0"/>
          <a:chOff x="0" y="0"/>
          <a:chExt cx="0" cy="0"/>
        </a:xfrm>
      </p:grpSpPr>
      <p:sp>
        <p:nvSpPr>
          <p:cNvPr id="304" name="Google Shape;304;p102"/>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305" name="Google Shape;305;p102"/>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306" name="Google Shape;306;p10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07" name="Google Shape;307;p10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08" name="Google Shape;308;p10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Only">
  <p:cSld name="1_Title Only">
    <p:spTree>
      <p:nvGrpSpPr>
        <p:cNvPr id="312" name="Shape 312"/>
        <p:cNvGrpSpPr/>
        <p:nvPr/>
      </p:nvGrpSpPr>
      <p:grpSpPr>
        <a:xfrm>
          <a:off x="0" y="0"/>
          <a:ext cx="0" cy="0"/>
          <a:chOff x="0" y="0"/>
          <a:chExt cx="0" cy="0"/>
        </a:xfrm>
      </p:grpSpPr>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p:cSld name="Custom Layout">
    <p:spTree>
      <p:nvGrpSpPr>
        <p:cNvPr id="316" name="Shape 316"/>
        <p:cNvGrpSpPr/>
        <p:nvPr/>
      </p:nvGrpSpPr>
      <p:grpSpPr>
        <a:xfrm>
          <a:off x="0" y="0"/>
          <a:ext cx="0" cy="0"/>
          <a:chOff x="0" y="0"/>
          <a:chExt cx="0" cy="0"/>
        </a:xfrm>
      </p:grpSpPr>
      <p:sp>
        <p:nvSpPr>
          <p:cNvPr id="317" name="Google Shape;317;p10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2" Type="http://schemas.openxmlformats.org/officeDocument/2006/relationships/theme" Target="../theme/theme7.xml"/><Relationship Id="rId9" Type="http://schemas.openxmlformats.org/officeDocument/2006/relationships/slideLayout" Target="../slideLayouts/slideLayout20.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slideLayout" Target="../slideLayouts/slideLayout24.xml"/><Relationship Id="rId3" Type="http://schemas.openxmlformats.org/officeDocument/2006/relationships/slideLayout" Target="../slideLayouts/slideLayout25.xml"/><Relationship Id="rId4" Type="http://schemas.openxmlformats.org/officeDocument/2006/relationships/slideLayout" Target="../slideLayouts/slideLayout26.xml"/><Relationship Id="rId11" Type="http://schemas.openxmlformats.org/officeDocument/2006/relationships/slideLayout" Target="../slideLayouts/slideLayout33.xml"/><Relationship Id="rId10" Type="http://schemas.openxmlformats.org/officeDocument/2006/relationships/slideLayout" Target="../slideLayouts/slideLayout32.xml"/><Relationship Id="rId12" Type="http://schemas.openxmlformats.org/officeDocument/2006/relationships/theme" Target="../theme/theme2.xml"/><Relationship Id="rId9" Type="http://schemas.openxmlformats.org/officeDocument/2006/relationships/slideLayout" Target="../slideLayouts/slideLayout31.xml"/><Relationship Id="rId5" Type="http://schemas.openxmlformats.org/officeDocument/2006/relationships/slideLayout" Target="../slideLayouts/slideLayout27.xml"/><Relationship Id="rId6" Type="http://schemas.openxmlformats.org/officeDocument/2006/relationships/slideLayout" Target="../slideLayouts/slideLayout28.xml"/><Relationship Id="rId7" Type="http://schemas.openxmlformats.org/officeDocument/2006/relationships/slideLayout" Target="../slideLayouts/slideLayout29.xml"/><Relationship Id="rId8" Type="http://schemas.openxmlformats.org/officeDocument/2006/relationships/slideLayout" Target="../slideLayouts/slideLayout30.xml"/></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slideLayout" Target="../slideLayouts/slideLayout35.xml"/><Relationship Id="rId3" Type="http://schemas.openxmlformats.org/officeDocument/2006/relationships/slideLayout" Target="../slideLayouts/slideLayout36.xml"/><Relationship Id="rId4" Type="http://schemas.openxmlformats.org/officeDocument/2006/relationships/slideLayout" Target="../slideLayouts/slideLayout37.xml"/><Relationship Id="rId11" Type="http://schemas.openxmlformats.org/officeDocument/2006/relationships/slideLayout" Target="../slideLayouts/slideLayout44.xml"/><Relationship Id="rId10" Type="http://schemas.openxmlformats.org/officeDocument/2006/relationships/slideLayout" Target="../slideLayouts/slideLayout43.xml"/><Relationship Id="rId12" Type="http://schemas.openxmlformats.org/officeDocument/2006/relationships/theme" Target="../theme/theme6.xml"/><Relationship Id="rId9" Type="http://schemas.openxmlformats.org/officeDocument/2006/relationships/slideLayout" Target="../slideLayouts/slideLayout42.xml"/><Relationship Id="rId5" Type="http://schemas.openxmlformats.org/officeDocument/2006/relationships/slideLayout" Target="../slideLayouts/slideLayout38.xml"/><Relationship Id="rId6" Type="http://schemas.openxmlformats.org/officeDocument/2006/relationships/slideLayout" Target="../slideLayouts/slideLayout39.xml"/><Relationship Id="rId7" Type="http://schemas.openxmlformats.org/officeDocument/2006/relationships/slideLayout" Target="../slideLayouts/slideLayout40.xml"/><Relationship Id="rId8" Type="http://schemas.openxmlformats.org/officeDocument/2006/relationships/slideLayout" Target="../slideLayouts/slideLayout41.xml"/></Relationships>
</file>

<file path=ppt/slideMasters/_rels/slideMaster5.xml.rels><?xml version="1.0" encoding="UTF-8" standalone="yes"?><Relationships xmlns="http://schemas.openxmlformats.org/package/2006/relationships"><Relationship Id="rId1" Type="http://schemas.openxmlformats.org/officeDocument/2006/relationships/slideLayout" Target="../slideLayouts/slideLayout45.xml"/><Relationship Id="rId2" Type="http://schemas.openxmlformats.org/officeDocument/2006/relationships/theme" Target="../theme/theme5.xml"/></Relationships>
</file>

<file path=ppt/slideMasters/_rels/slideMaster6.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55"/>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1pPr>
            <a:lvl2pPr lvl="1"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2pPr>
            <a:lvl3pPr lvl="2"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3pPr>
            <a:lvl4pPr lvl="3"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4pPr>
            <a:lvl5pPr lvl="4"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5pPr>
            <a:lvl6pPr lvl="5"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6pPr>
            <a:lvl7pPr lvl="6"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7pPr>
            <a:lvl8pPr lvl="7"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8pPr>
            <a:lvl9pPr lvl="8"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9pPr>
          </a:lstStyle>
          <a:p/>
        </p:txBody>
      </p:sp>
      <p:sp>
        <p:nvSpPr>
          <p:cNvPr id="11" name="Google Shape;11;p55"/>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2" name="Google Shape;12;p5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SzPts val="1400"/>
              <a:buNone/>
              <a:defRPr b="0" i="0" sz="1200" u="none" cap="none" strike="noStrike">
                <a:solidFill>
                  <a:srgbClr val="898989"/>
                </a:solidFill>
                <a:latin typeface="Times New Roman"/>
                <a:ea typeface="Times New Roman"/>
                <a:cs typeface="Times New Roman"/>
                <a:sym typeface="Times New Roman"/>
              </a:defRPr>
            </a:lvl1pPr>
            <a:lvl2pPr lvl="1"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2pPr>
            <a:lvl3pPr lvl="2"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3pPr>
            <a:lvl4pPr lvl="3"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4pPr>
            <a:lvl5pPr lvl="4"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5pPr>
            <a:lvl6pPr lvl="5"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6pPr>
            <a:lvl7pPr lvl="6"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7pPr>
            <a:lvl8pPr lvl="7"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8pPr>
            <a:lvl9pPr lvl="8"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9pPr>
          </a:lstStyle>
          <a:p/>
        </p:txBody>
      </p:sp>
      <p:sp>
        <p:nvSpPr>
          <p:cNvPr id="13" name="Google Shape;13;p5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1pPr>
            <a:lvl2pPr lvl="1"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2pPr>
            <a:lvl3pPr lvl="2"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3pPr>
            <a:lvl4pPr lvl="3"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4pPr>
            <a:lvl5pPr lvl="4"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5pPr>
            <a:lvl6pPr lvl="5"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6pPr>
            <a:lvl7pPr lvl="6"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7pPr>
            <a:lvl8pPr lvl="7"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8pPr>
            <a:lvl9pPr lvl="8"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9pPr>
          </a:lstStyle>
          <a:p/>
        </p:txBody>
      </p:sp>
      <p:sp>
        <p:nvSpPr>
          <p:cNvPr id="14" name="Google Shape;14;p5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898989"/>
              </a:buClr>
              <a:buSzPts val="1200"/>
              <a:buFont typeface="Times New Roman"/>
              <a:buNone/>
              <a:defRPr b="0" i="0" sz="1200" u="none" cap="none" strike="noStrike">
                <a:solidFill>
                  <a:srgbClr val="898989"/>
                </a:solidFill>
                <a:latin typeface="Times New Roman"/>
                <a:ea typeface="Times New Roman"/>
                <a:cs typeface="Times New Roman"/>
                <a:sym typeface="Times New Roman"/>
              </a:defRPr>
            </a:lvl1pPr>
            <a:lvl2pPr indent="0" lvl="1" marL="0" marR="0" rtl="0" algn="r">
              <a:lnSpc>
                <a:spcPct val="100000"/>
              </a:lnSpc>
              <a:spcBef>
                <a:spcPts val="0"/>
              </a:spcBef>
              <a:spcAft>
                <a:spcPts val="0"/>
              </a:spcAft>
              <a:buClr>
                <a:srgbClr val="898989"/>
              </a:buClr>
              <a:buSzPts val="1200"/>
              <a:buFont typeface="Times New Roman"/>
              <a:buNone/>
              <a:defRPr b="0" i="0" sz="1200" u="none" cap="none" strike="noStrike">
                <a:solidFill>
                  <a:srgbClr val="898989"/>
                </a:solidFill>
                <a:latin typeface="Times New Roman"/>
                <a:ea typeface="Times New Roman"/>
                <a:cs typeface="Times New Roman"/>
                <a:sym typeface="Times New Roman"/>
              </a:defRPr>
            </a:lvl2pPr>
            <a:lvl3pPr indent="0" lvl="2" marL="0" marR="0" rtl="0" algn="r">
              <a:lnSpc>
                <a:spcPct val="100000"/>
              </a:lnSpc>
              <a:spcBef>
                <a:spcPts val="0"/>
              </a:spcBef>
              <a:spcAft>
                <a:spcPts val="0"/>
              </a:spcAft>
              <a:buClr>
                <a:srgbClr val="898989"/>
              </a:buClr>
              <a:buSzPts val="1200"/>
              <a:buFont typeface="Times New Roman"/>
              <a:buNone/>
              <a:defRPr b="0" i="0" sz="1200" u="none" cap="none" strike="noStrike">
                <a:solidFill>
                  <a:srgbClr val="898989"/>
                </a:solidFill>
                <a:latin typeface="Times New Roman"/>
                <a:ea typeface="Times New Roman"/>
                <a:cs typeface="Times New Roman"/>
                <a:sym typeface="Times New Roman"/>
              </a:defRPr>
            </a:lvl3pPr>
            <a:lvl4pPr indent="0" lvl="3" marL="0" marR="0" rtl="0" algn="r">
              <a:lnSpc>
                <a:spcPct val="100000"/>
              </a:lnSpc>
              <a:spcBef>
                <a:spcPts val="0"/>
              </a:spcBef>
              <a:spcAft>
                <a:spcPts val="0"/>
              </a:spcAft>
              <a:buClr>
                <a:srgbClr val="898989"/>
              </a:buClr>
              <a:buSzPts val="1200"/>
              <a:buFont typeface="Times New Roman"/>
              <a:buNone/>
              <a:defRPr b="0" i="0" sz="1200" u="none" cap="none" strike="noStrike">
                <a:solidFill>
                  <a:srgbClr val="898989"/>
                </a:solidFill>
                <a:latin typeface="Times New Roman"/>
                <a:ea typeface="Times New Roman"/>
                <a:cs typeface="Times New Roman"/>
                <a:sym typeface="Times New Roman"/>
              </a:defRPr>
            </a:lvl4pPr>
            <a:lvl5pPr indent="0" lvl="4" marL="0" marR="0" rtl="0" algn="r">
              <a:lnSpc>
                <a:spcPct val="100000"/>
              </a:lnSpc>
              <a:spcBef>
                <a:spcPts val="0"/>
              </a:spcBef>
              <a:spcAft>
                <a:spcPts val="0"/>
              </a:spcAft>
              <a:buClr>
                <a:srgbClr val="898989"/>
              </a:buClr>
              <a:buSzPts val="1200"/>
              <a:buFont typeface="Times New Roman"/>
              <a:buNone/>
              <a:defRPr b="0" i="0" sz="1200" u="none" cap="none" strike="noStrike">
                <a:solidFill>
                  <a:srgbClr val="898989"/>
                </a:solidFill>
                <a:latin typeface="Times New Roman"/>
                <a:ea typeface="Times New Roman"/>
                <a:cs typeface="Times New Roman"/>
                <a:sym typeface="Times New Roman"/>
              </a:defRPr>
            </a:lvl5pPr>
            <a:lvl6pPr indent="0" lvl="5" marL="0" marR="0" rtl="0" algn="r">
              <a:lnSpc>
                <a:spcPct val="100000"/>
              </a:lnSpc>
              <a:spcBef>
                <a:spcPts val="0"/>
              </a:spcBef>
              <a:spcAft>
                <a:spcPts val="0"/>
              </a:spcAft>
              <a:buClr>
                <a:srgbClr val="898989"/>
              </a:buClr>
              <a:buSzPts val="1200"/>
              <a:buFont typeface="Times New Roman"/>
              <a:buNone/>
              <a:defRPr b="0" i="0" sz="1200" u="none" cap="none" strike="noStrike">
                <a:solidFill>
                  <a:srgbClr val="898989"/>
                </a:solidFill>
                <a:latin typeface="Times New Roman"/>
                <a:ea typeface="Times New Roman"/>
                <a:cs typeface="Times New Roman"/>
                <a:sym typeface="Times New Roman"/>
              </a:defRPr>
            </a:lvl6pPr>
            <a:lvl7pPr indent="0" lvl="6" marL="0" marR="0" rtl="0" algn="r">
              <a:lnSpc>
                <a:spcPct val="100000"/>
              </a:lnSpc>
              <a:spcBef>
                <a:spcPts val="0"/>
              </a:spcBef>
              <a:spcAft>
                <a:spcPts val="0"/>
              </a:spcAft>
              <a:buClr>
                <a:srgbClr val="898989"/>
              </a:buClr>
              <a:buSzPts val="1200"/>
              <a:buFont typeface="Times New Roman"/>
              <a:buNone/>
              <a:defRPr b="0" i="0" sz="1200" u="none" cap="none" strike="noStrike">
                <a:solidFill>
                  <a:srgbClr val="898989"/>
                </a:solidFill>
                <a:latin typeface="Times New Roman"/>
                <a:ea typeface="Times New Roman"/>
                <a:cs typeface="Times New Roman"/>
                <a:sym typeface="Times New Roman"/>
              </a:defRPr>
            </a:lvl7pPr>
            <a:lvl8pPr indent="0" lvl="7" marL="0" marR="0" rtl="0" algn="r">
              <a:lnSpc>
                <a:spcPct val="100000"/>
              </a:lnSpc>
              <a:spcBef>
                <a:spcPts val="0"/>
              </a:spcBef>
              <a:spcAft>
                <a:spcPts val="0"/>
              </a:spcAft>
              <a:buClr>
                <a:srgbClr val="898989"/>
              </a:buClr>
              <a:buSzPts val="1200"/>
              <a:buFont typeface="Times New Roman"/>
              <a:buNone/>
              <a:defRPr b="0" i="0" sz="1200" u="none" cap="none" strike="noStrike">
                <a:solidFill>
                  <a:srgbClr val="898989"/>
                </a:solidFill>
                <a:latin typeface="Times New Roman"/>
                <a:ea typeface="Times New Roman"/>
                <a:cs typeface="Times New Roman"/>
                <a:sym typeface="Times New Roman"/>
              </a:defRPr>
            </a:lvl8pPr>
            <a:lvl9pPr indent="0" lvl="8" marL="0" marR="0" rtl="0" algn="r">
              <a:lnSpc>
                <a:spcPct val="100000"/>
              </a:lnSpc>
              <a:spcBef>
                <a:spcPts val="0"/>
              </a:spcBef>
              <a:spcAft>
                <a:spcPts val="0"/>
              </a:spcAft>
              <a:buClr>
                <a:srgbClr val="898989"/>
              </a:buClr>
              <a:buSzPts val="1200"/>
              <a:buFont typeface="Times New Roman"/>
              <a:buNone/>
              <a:defRPr b="0" i="0" sz="1200" u="none" cap="none" strike="noStrike">
                <a:solidFill>
                  <a:srgbClr val="898989"/>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84" name="Shape 84"/>
        <p:cNvGrpSpPr/>
        <p:nvPr/>
      </p:nvGrpSpPr>
      <p:grpSpPr>
        <a:xfrm>
          <a:off x="0" y="0"/>
          <a:ext cx="0" cy="0"/>
          <a:chOff x="0" y="0"/>
          <a:chExt cx="0" cy="0"/>
        </a:xfrm>
      </p:grpSpPr>
      <p:sp>
        <p:nvSpPr>
          <p:cNvPr id="85" name="Google Shape;85;p67"/>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1pPr>
            <a:lvl2pPr lvl="1"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2pPr>
            <a:lvl3pPr lvl="2"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3pPr>
            <a:lvl4pPr lvl="3"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4pPr>
            <a:lvl5pPr lvl="4"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5pPr>
            <a:lvl6pPr lvl="5"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6pPr>
            <a:lvl7pPr lvl="6"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7pPr>
            <a:lvl8pPr lvl="7"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8pPr>
            <a:lvl9pPr lvl="8"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9pPr>
          </a:lstStyle>
          <a:p/>
        </p:txBody>
      </p:sp>
      <p:sp>
        <p:nvSpPr>
          <p:cNvPr id="86" name="Google Shape;86;p67"/>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7" name="Google Shape;87;p6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SzPts val="1400"/>
              <a:buNone/>
              <a:defRPr b="0" i="0" sz="1200" u="none">
                <a:solidFill>
                  <a:srgbClr val="898989"/>
                </a:solidFill>
                <a:latin typeface="Times New Roman"/>
                <a:ea typeface="Times New Roman"/>
                <a:cs typeface="Times New Roman"/>
                <a:sym typeface="Times New Roman"/>
              </a:defRPr>
            </a:lvl1pPr>
            <a:lvl2pPr lvl="1"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2pPr>
            <a:lvl3pPr lvl="2"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3pPr>
            <a:lvl4pPr lvl="3"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4pPr>
            <a:lvl5pPr lvl="4"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5pPr>
            <a:lvl6pPr lvl="5"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6pPr>
            <a:lvl7pPr lvl="6"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7pPr>
            <a:lvl8pPr lvl="7"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8pPr>
            <a:lvl9pPr lvl="8"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9pPr>
          </a:lstStyle>
          <a:p/>
        </p:txBody>
      </p:sp>
      <p:sp>
        <p:nvSpPr>
          <p:cNvPr id="88" name="Google Shape;88;p6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SzPts val="1400"/>
              <a:buNone/>
              <a:defRPr b="0" i="0" sz="2400" u="none">
                <a:solidFill>
                  <a:schemeClr val="dk1"/>
                </a:solidFill>
                <a:latin typeface="Times New Roman"/>
                <a:ea typeface="Times New Roman"/>
                <a:cs typeface="Times New Roman"/>
                <a:sym typeface="Times New Roman"/>
              </a:defRPr>
            </a:lvl1pPr>
            <a:lvl2pPr lvl="1"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2pPr>
            <a:lvl3pPr lvl="2"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3pPr>
            <a:lvl4pPr lvl="3"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4pPr>
            <a:lvl5pPr lvl="4"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5pPr>
            <a:lvl6pPr lvl="5"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6pPr>
            <a:lvl7pPr lvl="6"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7pPr>
            <a:lvl8pPr lvl="7"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8pPr>
            <a:lvl9pPr lvl="8"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9pPr>
          </a:lstStyle>
          <a:p/>
        </p:txBody>
      </p:sp>
      <p:sp>
        <p:nvSpPr>
          <p:cNvPr id="89" name="Google Shape;89;p6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1pPr>
            <a:lvl2pPr indent="0" lvl="1" marL="0" marR="0" rtl="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2pPr>
            <a:lvl3pPr indent="0" lvl="2" marL="0" marR="0" rtl="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3pPr>
            <a:lvl4pPr indent="0" lvl="3" marL="0" marR="0" rtl="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4pPr>
            <a:lvl5pPr indent="0" lvl="4" marL="0" marR="0" rtl="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5pPr>
            <a:lvl6pPr indent="0" lvl="5" marL="0" marR="0" rtl="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6pPr>
            <a:lvl7pPr indent="0" lvl="6" marL="0" marR="0" rtl="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7pPr>
            <a:lvl8pPr indent="0" lvl="7" marL="0" marR="0" rtl="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8pPr>
            <a:lvl9pPr indent="0" lvl="8" marL="0" marR="0" rtl="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59" name="Shape 159"/>
        <p:cNvGrpSpPr/>
        <p:nvPr/>
      </p:nvGrpSpPr>
      <p:grpSpPr>
        <a:xfrm>
          <a:off x="0" y="0"/>
          <a:ext cx="0" cy="0"/>
          <a:chOff x="0" y="0"/>
          <a:chExt cx="0" cy="0"/>
        </a:xfrm>
      </p:grpSpPr>
      <p:sp>
        <p:nvSpPr>
          <p:cNvPr id="160" name="Google Shape;160;p79"/>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1pPr>
            <a:lvl2pPr lvl="1"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2pPr>
            <a:lvl3pPr lvl="2"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3pPr>
            <a:lvl4pPr lvl="3"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4pPr>
            <a:lvl5pPr lvl="4"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5pPr>
            <a:lvl6pPr lvl="5"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6pPr>
            <a:lvl7pPr lvl="6"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7pPr>
            <a:lvl8pPr lvl="7"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8pPr>
            <a:lvl9pPr lvl="8"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9pPr>
          </a:lstStyle>
          <a:p/>
        </p:txBody>
      </p:sp>
      <p:sp>
        <p:nvSpPr>
          <p:cNvPr id="161" name="Google Shape;161;p79"/>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62" name="Google Shape;162;p7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SzPts val="1400"/>
              <a:buNone/>
              <a:defRPr b="0" i="0" sz="1200" u="none">
                <a:solidFill>
                  <a:srgbClr val="898989"/>
                </a:solidFill>
                <a:latin typeface="Times New Roman"/>
                <a:ea typeface="Times New Roman"/>
                <a:cs typeface="Times New Roman"/>
                <a:sym typeface="Times New Roman"/>
              </a:defRPr>
            </a:lvl1pPr>
            <a:lvl2pPr lvl="1"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2pPr>
            <a:lvl3pPr lvl="2"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3pPr>
            <a:lvl4pPr lvl="3"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4pPr>
            <a:lvl5pPr lvl="4"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5pPr>
            <a:lvl6pPr lvl="5"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6pPr>
            <a:lvl7pPr lvl="6"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7pPr>
            <a:lvl8pPr lvl="7"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8pPr>
            <a:lvl9pPr lvl="8"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9pPr>
          </a:lstStyle>
          <a:p/>
        </p:txBody>
      </p:sp>
      <p:sp>
        <p:nvSpPr>
          <p:cNvPr id="163" name="Google Shape;163;p7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SzPts val="1400"/>
              <a:buNone/>
              <a:defRPr b="0" i="0" sz="2400" u="none">
                <a:solidFill>
                  <a:schemeClr val="dk1"/>
                </a:solidFill>
                <a:latin typeface="Times New Roman"/>
                <a:ea typeface="Times New Roman"/>
                <a:cs typeface="Times New Roman"/>
                <a:sym typeface="Times New Roman"/>
              </a:defRPr>
            </a:lvl1pPr>
            <a:lvl2pPr lvl="1"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2pPr>
            <a:lvl3pPr lvl="2"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3pPr>
            <a:lvl4pPr lvl="3"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4pPr>
            <a:lvl5pPr lvl="4"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5pPr>
            <a:lvl6pPr lvl="5"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6pPr>
            <a:lvl7pPr lvl="6"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7pPr>
            <a:lvl8pPr lvl="7"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8pPr>
            <a:lvl9pPr lvl="8"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9pPr>
          </a:lstStyle>
          <a:p/>
        </p:txBody>
      </p:sp>
      <p:sp>
        <p:nvSpPr>
          <p:cNvPr id="164" name="Google Shape;164;p7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1pPr>
            <a:lvl2pPr indent="0" lvl="1" marL="0" marR="0" rtl="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2pPr>
            <a:lvl3pPr indent="0" lvl="2" marL="0" marR="0" rtl="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3pPr>
            <a:lvl4pPr indent="0" lvl="3" marL="0" marR="0" rtl="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4pPr>
            <a:lvl5pPr indent="0" lvl="4" marL="0" marR="0" rtl="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5pPr>
            <a:lvl6pPr indent="0" lvl="5" marL="0" marR="0" rtl="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6pPr>
            <a:lvl7pPr indent="0" lvl="6" marL="0" marR="0" rtl="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7pPr>
            <a:lvl8pPr indent="0" lvl="7" marL="0" marR="0" rtl="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8pPr>
            <a:lvl9pPr indent="0" lvl="8" marL="0" marR="0" rtl="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34" name="Shape 234"/>
        <p:cNvGrpSpPr/>
        <p:nvPr/>
      </p:nvGrpSpPr>
      <p:grpSpPr>
        <a:xfrm>
          <a:off x="0" y="0"/>
          <a:ext cx="0" cy="0"/>
          <a:chOff x="0" y="0"/>
          <a:chExt cx="0" cy="0"/>
        </a:xfrm>
      </p:grpSpPr>
      <p:sp>
        <p:nvSpPr>
          <p:cNvPr id="235" name="Google Shape;235;p91"/>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1pPr>
            <a:lvl2pPr lvl="1"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2pPr>
            <a:lvl3pPr lvl="2"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3pPr>
            <a:lvl4pPr lvl="3"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4pPr>
            <a:lvl5pPr lvl="4"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5pPr>
            <a:lvl6pPr lvl="5"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6pPr>
            <a:lvl7pPr lvl="6"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7pPr>
            <a:lvl8pPr lvl="7"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8pPr>
            <a:lvl9pPr lvl="8"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9pPr>
          </a:lstStyle>
          <a:p/>
        </p:txBody>
      </p:sp>
      <p:sp>
        <p:nvSpPr>
          <p:cNvPr id="236" name="Google Shape;236;p91"/>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237" name="Google Shape;237;p9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SzPts val="1400"/>
              <a:buNone/>
              <a:defRPr b="0" i="0" sz="1200" u="none">
                <a:solidFill>
                  <a:srgbClr val="898989"/>
                </a:solidFill>
                <a:latin typeface="Times New Roman"/>
                <a:ea typeface="Times New Roman"/>
                <a:cs typeface="Times New Roman"/>
                <a:sym typeface="Times New Roman"/>
              </a:defRPr>
            </a:lvl1pPr>
            <a:lvl2pPr lvl="1"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2pPr>
            <a:lvl3pPr lvl="2"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3pPr>
            <a:lvl4pPr lvl="3"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4pPr>
            <a:lvl5pPr lvl="4"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5pPr>
            <a:lvl6pPr lvl="5"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6pPr>
            <a:lvl7pPr lvl="6"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7pPr>
            <a:lvl8pPr lvl="7"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8pPr>
            <a:lvl9pPr lvl="8"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9pPr>
          </a:lstStyle>
          <a:p/>
        </p:txBody>
      </p:sp>
      <p:sp>
        <p:nvSpPr>
          <p:cNvPr id="238" name="Google Shape;238;p9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SzPts val="1400"/>
              <a:buNone/>
              <a:defRPr b="0" i="0" sz="2400" u="none">
                <a:solidFill>
                  <a:schemeClr val="dk1"/>
                </a:solidFill>
                <a:latin typeface="Times New Roman"/>
                <a:ea typeface="Times New Roman"/>
                <a:cs typeface="Times New Roman"/>
                <a:sym typeface="Times New Roman"/>
              </a:defRPr>
            </a:lvl1pPr>
            <a:lvl2pPr lvl="1"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2pPr>
            <a:lvl3pPr lvl="2"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3pPr>
            <a:lvl4pPr lvl="3"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4pPr>
            <a:lvl5pPr lvl="4"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5pPr>
            <a:lvl6pPr lvl="5"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6pPr>
            <a:lvl7pPr lvl="6"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7pPr>
            <a:lvl8pPr lvl="7"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8pPr>
            <a:lvl9pPr lvl="8"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9pPr>
          </a:lstStyle>
          <a:p/>
        </p:txBody>
      </p:sp>
      <p:sp>
        <p:nvSpPr>
          <p:cNvPr id="239" name="Google Shape;239;p9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1pPr>
            <a:lvl2pPr indent="0" lvl="1" marL="0" marR="0" rtl="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2pPr>
            <a:lvl3pPr indent="0" lvl="2" marL="0" marR="0" rtl="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3pPr>
            <a:lvl4pPr indent="0" lvl="3" marL="0" marR="0" rtl="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4pPr>
            <a:lvl5pPr indent="0" lvl="4" marL="0" marR="0" rtl="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5pPr>
            <a:lvl6pPr indent="0" lvl="5" marL="0" marR="0" rtl="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6pPr>
            <a:lvl7pPr indent="0" lvl="6" marL="0" marR="0" rtl="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7pPr>
            <a:lvl8pPr indent="0" lvl="7" marL="0" marR="0" rtl="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8pPr>
            <a:lvl9pPr indent="0" lvl="8" marL="0" marR="0" rtl="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5.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09" name="Shape 309"/>
        <p:cNvGrpSpPr/>
        <p:nvPr/>
      </p:nvGrpSpPr>
      <p:grpSpPr>
        <a:xfrm>
          <a:off x="0" y="0"/>
          <a:ext cx="0" cy="0"/>
          <a:chOff x="0" y="0"/>
          <a:chExt cx="0" cy="0"/>
        </a:xfrm>
      </p:grpSpPr>
      <p:sp>
        <p:nvSpPr>
          <p:cNvPr id="310" name="Google Shape;310;p103"/>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1pPr>
            <a:lvl2pPr lvl="1"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2pPr>
            <a:lvl3pPr lvl="2"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3pPr>
            <a:lvl4pPr lvl="3"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4pPr>
            <a:lvl5pPr lvl="4"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5pPr>
            <a:lvl6pPr lvl="5"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6pPr>
            <a:lvl7pPr lvl="6"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7pPr>
            <a:lvl8pPr lvl="7"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8pPr>
            <a:lvl9pPr lvl="8"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9pPr>
          </a:lstStyle>
          <a:p/>
        </p:txBody>
      </p:sp>
      <p:sp>
        <p:nvSpPr>
          <p:cNvPr id="311" name="Google Shape;311;p103"/>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Tree>
  </p:cSld>
  <p:clrMap accent1="accent1" accent2="accent2" accent3="accent3" accent4="accent4" accent5="accent5" accent6="accent6" bg1="lt1" bg2="dk2" tx1="dk1" tx2="lt2" folHlink="folHlink" hlink="hlink"/>
  <p:sldLayoutIdLst>
    <p:sldLayoutId id="2147483697"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6.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13" name="Shape 313"/>
        <p:cNvGrpSpPr/>
        <p:nvPr/>
      </p:nvGrpSpPr>
      <p:grpSpPr>
        <a:xfrm>
          <a:off x="0" y="0"/>
          <a:ext cx="0" cy="0"/>
          <a:chOff x="0" y="0"/>
          <a:chExt cx="0" cy="0"/>
        </a:xfrm>
      </p:grpSpPr>
      <p:sp>
        <p:nvSpPr>
          <p:cNvPr id="314" name="Google Shape;314;p105"/>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1pPr>
            <a:lvl2pPr lvl="1"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2pPr>
            <a:lvl3pPr lvl="2"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3pPr>
            <a:lvl4pPr lvl="3"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4pPr>
            <a:lvl5pPr lvl="4"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5pPr>
            <a:lvl6pPr lvl="5"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6pPr>
            <a:lvl7pPr lvl="6"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7pPr>
            <a:lvl8pPr lvl="7"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8pPr>
            <a:lvl9pPr lvl="8"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9pPr>
          </a:lstStyle>
          <a:p/>
        </p:txBody>
      </p:sp>
      <p:sp>
        <p:nvSpPr>
          <p:cNvPr id="315" name="Google Shape;315;p105"/>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Tree>
  </p:cSld>
  <p:clrMap accent1="accent1" accent2="accent2" accent3="accent3" accent4="accent4" accent5="accent5" accent6="accent6" bg1="lt1" bg2="dk2" tx1="dk1" tx2="lt2" folHlink="folHlink" hlink="hlink"/>
  <p:sldLayoutIdLst>
    <p:sldLayoutId id="214748369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4.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6.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8.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10.jp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2.jp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9.jpg"/><Relationship Id="rId4" Type="http://schemas.openxmlformats.org/officeDocument/2006/relationships/image" Target="../media/image7.jp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 Id="rId3" Type="http://schemas.openxmlformats.org/officeDocument/2006/relationships/image" Target="../media/image3.jp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 Id="rId3" Type="http://schemas.openxmlformats.org/officeDocument/2006/relationships/image" Target="../media/image5.jp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 Id="rId3" Type="http://schemas.openxmlformats.org/officeDocument/2006/relationships/image" Target="../media/image12.jp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 Id="rId3" Type="http://schemas.openxmlformats.org/officeDocument/2006/relationships/image" Target="../media/image11.jp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1" name="Shape 321"/>
        <p:cNvGrpSpPr/>
        <p:nvPr/>
      </p:nvGrpSpPr>
      <p:grpSpPr>
        <a:xfrm>
          <a:off x="0" y="0"/>
          <a:ext cx="0" cy="0"/>
          <a:chOff x="0" y="0"/>
          <a:chExt cx="0" cy="0"/>
        </a:xfrm>
      </p:grpSpPr>
      <p:sp>
        <p:nvSpPr>
          <p:cNvPr id="322" name="Google Shape;322;p1"/>
          <p:cNvSpPr txBox="1"/>
          <p:nvPr>
            <p:ph idx="4294967295" type="title"/>
          </p:nvPr>
        </p:nvSpPr>
        <p:spPr>
          <a:xfrm>
            <a:off x="457200" y="914400"/>
            <a:ext cx="8686800" cy="2846387"/>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50000"/>
              </a:lnSpc>
              <a:spcBef>
                <a:spcPts val="0"/>
              </a:spcBef>
              <a:spcAft>
                <a:spcPts val="0"/>
              </a:spcAft>
              <a:buClr>
                <a:srgbClr val="FF0066"/>
              </a:buClr>
              <a:buSzPts val="6000"/>
              <a:buFont typeface="Times New Roman"/>
              <a:buNone/>
            </a:pPr>
            <a:r>
              <a:rPr b="1" i="0" lang="en-US" sz="6000" u="none" cap="none" strike="noStrike">
                <a:solidFill>
                  <a:srgbClr val="FF0066"/>
                </a:solidFill>
                <a:latin typeface="Times New Roman"/>
                <a:ea typeface="Times New Roman"/>
                <a:cs typeface="Times New Roman"/>
                <a:sym typeface="Times New Roman"/>
              </a:rPr>
              <a:t> </a:t>
            </a:r>
            <a:r>
              <a:rPr b="1" i="0" lang="en-US" sz="4800" u="none" cap="none" strike="noStrike">
                <a:solidFill>
                  <a:srgbClr val="FF0066"/>
                </a:solidFill>
                <a:latin typeface="Times New Roman"/>
                <a:ea typeface="Times New Roman"/>
                <a:cs typeface="Times New Roman"/>
                <a:sym typeface="Times New Roman"/>
              </a:rPr>
              <a:t>ĐỘNG VẬT LÀM THUỐC</a:t>
            </a:r>
            <a:endParaRPr/>
          </a:p>
        </p:txBody>
      </p:sp>
      <p:sp>
        <p:nvSpPr>
          <p:cNvPr id="323" name="Google Shape;323;p1"/>
          <p:cNvSpPr txBox="1"/>
          <p:nvPr/>
        </p:nvSpPr>
        <p:spPr>
          <a:xfrm>
            <a:off x="609600" y="4343400"/>
            <a:ext cx="8153400" cy="5238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Times New Roman"/>
              <a:buNone/>
            </a:pPr>
            <a:r>
              <a:rPr b="0" i="0" lang="en-US" sz="2400" u="none" cap="none" strike="noStrike">
                <a:solidFill>
                  <a:schemeClr val="dk1"/>
                </a:solidFill>
                <a:latin typeface="Times New Roman"/>
                <a:ea typeface="Times New Roman"/>
                <a:cs typeface="Times New Roman"/>
                <a:sym typeface="Times New Roman"/>
              </a:rPr>
              <a:t>               </a:t>
            </a:r>
            <a:r>
              <a:rPr b="0" i="0" lang="en-US" sz="2800" u="none" cap="none" strike="noStrike">
                <a:solidFill>
                  <a:schemeClr val="dk1"/>
                </a:solidFill>
                <a:latin typeface="Times New Roman"/>
                <a:ea typeface="Times New Roman"/>
                <a:cs typeface="Times New Roman"/>
                <a:sym typeface="Times New Roman"/>
              </a:rPr>
              <a:t>TS. Vũ Xuân Giang - Bộ môn Dược liệu, HUP</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7" name="Shape 327"/>
        <p:cNvGrpSpPr/>
        <p:nvPr/>
      </p:nvGrpSpPr>
      <p:grpSpPr>
        <a:xfrm>
          <a:off x="0" y="0"/>
          <a:ext cx="0" cy="0"/>
          <a:chOff x="0" y="0"/>
          <a:chExt cx="0" cy="0"/>
        </a:xfrm>
      </p:grpSpPr>
      <p:sp>
        <p:nvSpPr>
          <p:cNvPr id="328" name="Google Shape;328;p2"/>
          <p:cNvSpPr txBox="1"/>
          <p:nvPr/>
        </p:nvSpPr>
        <p:spPr>
          <a:xfrm>
            <a:off x="457200" y="76200"/>
            <a:ext cx="8458200" cy="6597650"/>
          </a:xfrm>
          <a:prstGeom prst="rect">
            <a:avLst/>
          </a:prstGeom>
          <a:noFill/>
          <a:ln>
            <a:noFill/>
          </a:ln>
        </p:spPr>
        <p:txBody>
          <a:bodyPr anchorCtr="0" anchor="t" bIns="45700" lIns="91425" spcFirstLastPara="1" rIns="91425" wrap="square" tIns="45700">
            <a:spAutoFit/>
          </a:bodyPr>
          <a:lstStyle/>
          <a:p>
            <a:pPr indent="-457200" lvl="0" marL="457200" marR="0" rtl="0" algn="ctr">
              <a:lnSpc>
                <a:spcPct val="150000"/>
              </a:lnSpc>
              <a:spcBef>
                <a:spcPts val="0"/>
              </a:spcBef>
              <a:spcAft>
                <a:spcPts val="0"/>
              </a:spcAft>
              <a:buClr>
                <a:srgbClr val="FF0066"/>
              </a:buClr>
              <a:buSzPts val="3200"/>
              <a:buFont typeface="Times New Roman"/>
              <a:buNone/>
            </a:pPr>
            <a:r>
              <a:rPr b="1" i="0" lang="en-US" sz="3200" u="none" cap="none" strike="noStrike">
                <a:solidFill>
                  <a:srgbClr val="FF0066"/>
                </a:solidFill>
                <a:latin typeface="Times New Roman"/>
                <a:ea typeface="Times New Roman"/>
                <a:cs typeface="Times New Roman"/>
                <a:sym typeface="Times New Roman"/>
              </a:rPr>
              <a:t>MỤC TIÊU</a:t>
            </a:r>
            <a:endParaRPr/>
          </a:p>
          <a:p>
            <a:pPr indent="-457200" lvl="0" marL="457200" marR="0" rtl="0" algn="l">
              <a:lnSpc>
                <a:spcPct val="145000"/>
              </a:lnSpc>
              <a:spcBef>
                <a:spcPts val="1400"/>
              </a:spcBef>
              <a:spcAft>
                <a:spcPts val="0"/>
              </a:spcAft>
              <a:buClr>
                <a:srgbClr val="003399"/>
              </a:buClr>
              <a:buSzPts val="2400"/>
              <a:buFont typeface="Times New Roman"/>
              <a:buNone/>
            </a:pPr>
            <a:r>
              <a:rPr b="1" i="0" lang="en-US" sz="2400" u="none" cap="none" strike="noStrike">
                <a:solidFill>
                  <a:srgbClr val="003399"/>
                </a:solidFill>
                <a:latin typeface="Times New Roman"/>
                <a:ea typeface="Times New Roman"/>
                <a:cs typeface="Times New Roman"/>
                <a:sym typeface="Times New Roman"/>
              </a:rPr>
              <a:t>1. </a:t>
            </a:r>
            <a:r>
              <a:rPr b="1" i="0" lang="en-US" sz="2800" u="none" cap="none" strike="noStrike">
                <a:solidFill>
                  <a:srgbClr val="003399"/>
                </a:solidFill>
                <a:latin typeface="Times New Roman"/>
                <a:ea typeface="Times New Roman"/>
                <a:cs typeface="Times New Roman"/>
                <a:sym typeface="Times New Roman"/>
              </a:rPr>
              <a:t>Tên Việt nam, tên khoa học của các động vật làm thuốc (Ong mật, Rắn, Hươu và Nai). Với các loài rắn cần viết tên khoa học của 4 loài : Rắn hổ mang, rắn cạp nong, rắn cạp nia, rắn ráo).</a:t>
            </a:r>
            <a:endParaRPr b="1"/>
          </a:p>
          <a:p>
            <a:pPr indent="-457200" lvl="0" marL="457200" marR="0" rtl="0" algn="l">
              <a:lnSpc>
                <a:spcPct val="145000"/>
              </a:lnSpc>
              <a:spcBef>
                <a:spcPts val="0"/>
              </a:spcBef>
              <a:spcAft>
                <a:spcPts val="0"/>
              </a:spcAft>
              <a:buClr>
                <a:srgbClr val="003399"/>
              </a:buClr>
              <a:buSzPts val="2800"/>
              <a:buFont typeface="Times New Roman"/>
              <a:buNone/>
            </a:pPr>
            <a:r>
              <a:rPr b="1" i="0" lang="en-US" sz="2800" u="none" cap="none" strike="noStrike">
                <a:solidFill>
                  <a:srgbClr val="003399"/>
                </a:solidFill>
                <a:latin typeface="Times New Roman"/>
                <a:ea typeface="Times New Roman"/>
                <a:cs typeface="Times New Roman"/>
                <a:sym typeface="Times New Roman"/>
              </a:rPr>
              <a:t>2. Thành phần hóa học chính của các sản phẩm hay bộ phận dùng làm thuốc của các động vật.</a:t>
            </a:r>
            <a:endParaRPr b="1"/>
          </a:p>
          <a:p>
            <a:pPr indent="-457200" lvl="0" marL="457200" marR="0" rtl="0" algn="l">
              <a:lnSpc>
                <a:spcPct val="145000"/>
              </a:lnSpc>
              <a:spcBef>
                <a:spcPts val="0"/>
              </a:spcBef>
              <a:spcAft>
                <a:spcPts val="0"/>
              </a:spcAft>
              <a:buClr>
                <a:srgbClr val="003399"/>
              </a:buClr>
              <a:buSzPts val="2800"/>
              <a:buFont typeface="Times New Roman"/>
              <a:buNone/>
            </a:pPr>
            <a:r>
              <a:rPr b="1" i="0" lang="en-US" sz="2800" u="none" cap="none" strike="noStrike">
                <a:solidFill>
                  <a:srgbClr val="003399"/>
                </a:solidFill>
                <a:latin typeface="Times New Roman"/>
                <a:ea typeface="Times New Roman"/>
                <a:cs typeface="Times New Roman"/>
                <a:sym typeface="Times New Roman"/>
              </a:rPr>
              <a:t>3. Công dụng và phương pháp sử dụng các sản phẩm hay bộ phận dùng làm thuốc của các động vật làm thuốc.</a:t>
            </a:r>
            <a:endParaRPr b="1"/>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2" name="Shape 332"/>
        <p:cNvGrpSpPr/>
        <p:nvPr/>
      </p:nvGrpSpPr>
      <p:grpSpPr>
        <a:xfrm>
          <a:off x="0" y="0"/>
          <a:ext cx="0" cy="0"/>
          <a:chOff x="0" y="0"/>
          <a:chExt cx="0" cy="0"/>
        </a:xfrm>
      </p:grpSpPr>
      <p:sp>
        <p:nvSpPr>
          <p:cNvPr id="333" name="Google Shape;333;p3"/>
          <p:cNvSpPr txBox="1"/>
          <p:nvPr/>
        </p:nvSpPr>
        <p:spPr>
          <a:xfrm>
            <a:off x="0" y="228600"/>
            <a:ext cx="8686800" cy="2354262"/>
          </a:xfrm>
          <a:prstGeom prst="rect">
            <a:avLst/>
          </a:prstGeom>
          <a:noFill/>
          <a:ln>
            <a:noFill/>
          </a:ln>
        </p:spPr>
        <p:txBody>
          <a:bodyPr anchorCtr="0" anchor="t" bIns="45700" lIns="91425" spcFirstLastPara="1" rIns="91425" wrap="square" tIns="45700">
            <a:spAutoFit/>
          </a:bodyPr>
          <a:lstStyle/>
          <a:p>
            <a:pPr indent="-457200" lvl="0" marL="457200" marR="0" rtl="0" algn="ctr">
              <a:lnSpc>
                <a:spcPct val="100000"/>
              </a:lnSpc>
              <a:spcBef>
                <a:spcPts val="0"/>
              </a:spcBef>
              <a:spcAft>
                <a:spcPts val="0"/>
              </a:spcAft>
              <a:buClr>
                <a:srgbClr val="FF0066"/>
              </a:buClr>
              <a:buSzPts val="3200"/>
              <a:buFont typeface="Times New Roman"/>
              <a:buNone/>
            </a:pPr>
            <a:r>
              <a:rPr b="1" i="0" lang="en-US" sz="3200" u="none" cap="none" strike="noStrike">
                <a:solidFill>
                  <a:srgbClr val="FF0066"/>
                </a:solidFill>
                <a:latin typeface="Times New Roman"/>
                <a:ea typeface="Times New Roman"/>
                <a:cs typeface="Times New Roman"/>
                <a:sym typeface="Times New Roman"/>
              </a:rPr>
              <a:t>ONG MẬT</a:t>
            </a:r>
            <a:endParaRPr/>
          </a:p>
          <a:p>
            <a:pPr indent="-457200" lvl="0" marL="457200" marR="0" rtl="0" algn="ctr">
              <a:lnSpc>
                <a:spcPct val="150000"/>
              </a:lnSpc>
              <a:spcBef>
                <a:spcPts val="1600"/>
              </a:spcBef>
              <a:spcAft>
                <a:spcPts val="0"/>
              </a:spcAft>
              <a:buClr>
                <a:srgbClr val="003399"/>
              </a:buClr>
              <a:buSzPts val="3200"/>
              <a:buFont typeface="Times New Roman"/>
              <a:buNone/>
            </a:pPr>
            <a:r>
              <a:rPr b="1" i="1" lang="en-US" sz="3200" u="none" cap="none" strike="noStrike">
                <a:solidFill>
                  <a:srgbClr val="003399"/>
                </a:solidFill>
                <a:latin typeface="Times New Roman"/>
                <a:ea typeface="Times New Roman"/>
                <a:cs typeface="Times New Roman"/>
                <a:sym typeface="Times New Roman"/>
              </a:rPr>
              <a:t>Apis mellifica</a:t>
            </a:r>
            <a:r>
              <a:rPr b="1" i="0" lang="en-US" sz="3200" u="none" cap="none" strike="noStrike">
                <a:solidFill>
                  <a:srgbClr val="003399"/>
                </a:solidFill>
                <a:latin typeface="Times New Roman"/>
                <a:ea typeface="Times New Roman"/>
                <a:cs typeface="Times New Roman"/>
                <a:sym typeface="Times New Roman"/>
              </a:rPr>
              <a:t> L., Apidae</a:t>
            </a:r>
            <a:endParaRPr/>
          </a:p>
          <a:p>
            <a:pPr indent="0" lvl="0" marL="0" marR="0" rtl="0" algn="l">
              <a:lnSpc>
                <a:spcPct val="100000"/>
              </a:lnSpc>
              <a:spcBef>
                <a:spcPts val="0"/>
              </a:spcBef>
              <a:spcAft>
                <a:spcPts val="0"/>
              </a:spcAft>
              <a:buNone/>
            </a:pPr>
            <a:r>
              <a:t/>
            </a:r>
            <a:endParaRPr b="1" i="0" sz="3200" u="none">
              <a:solidFill>
                <a:srgbClr val="003399"/>
              </a:solidFill>
              <a:latin typeface="Times New Roman"/>
              <a:ea typeface="Times New Roman"/>
              <a:cs typeface="Times New Roman"/>
              <a:sym typeface="Times New Roman"/>
            </a:endParaRPr>
          </a:p>
        </p:txBody>
      </p:sp>
      <p:pic>
        <p:nvPicPr>
          <p:cNvPr descr="ong-ch" id="334" name="Google Shape;334;p3"/>
          <p:cNvPicPr preferRelativeResize="0"/>
          <p:nvPr/>
        </p:nvPicPr>
        <p:blipFill rotWithShape="1">
          <a:blip r:embed="rId3">
            <a:alphaModFix/>
          </a:blip>
          <a:srcRect b="0" l="0" r="0" t="0"/>
          <a:stretch/>
        </p:blipFill>
        <p:spPr>
          <a:xfrm>
            <a:off x="1905000" y="2108200"/>
            <a:ext cx="4876800" cy="42926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8" name="Shape 338"/>
        <p:cNvGrpSpPr/>
        <p:nvPr/>
      </p:nvGrpSpPr>
      <p:grpSpPr>
        <a:xfrm>
          <a:off x="0" y="0"/>
          <a:ext cx="0" cy="0"/>
          <a:chOff x="0" y="0"/>
          <a:chExt cx="0" cy="0"/>
        </a:xfrm>
      </p:grpSpPr>
      <p:sp>
        <p:nvSpPr>
          <p:cNvPr id="339" name="Google Shape;339;p4"/>
          <p:cNvSpPr txBox="1"/>
          <p:nvPr/>
        </p:nvSpPr>
        <p:spPr>
          <a:xfrm>
            <a:off x="304800" y="609600"/>
            <a:ext cx="8686800" cy="4384675"/>
          </a:xfrm>
          <a:prstGeom prst="rect">
            <a:avLst/>
          </a:prstGeom>
          <a:noFill/>
          <a:ln>
            <a:noFill/>
          </a:ln>
        </p:spPr>
        <p:txBody>
          <a:bodyPr anchorCtr="0" anchor="t" bIns="45700" lIns="91425" spcFirstLastPara="1" rIns="91425" wrap="square" tIns="45700">
            <a:spAutoFit/>
          </a:bodyPr>
          <a:lstStyle/>
          <a:p>
            <a:pPr indent="-457200" lvl="0" marL="457200" marR="0" rtl="0" algn="ctr">
              <a:lnSpc>
                <a:spcPct val="100000"/>
              </a:lnSpc>
              <a:spcBef>
                <a:spcPts val="0"/>
              </a:spcBef>
              <a:spcAft>
                <a:spcPts val="0"/>
              </a:spcAft>
              <a:buClr>
                <a:srgbClr val="FF0066"/>
              </a:buClr>
              <a:buSzPts val="3200"/>
              <a:buFont typeface="Times New Roman"/>
              <a:buNone/>
            </a:pPr>
            <a:r>
              <a:rPr b="1" i="0" lang="en-US" sz="3200" u="none">
                <a:solidFill>
                  <a:srgbClr val="FF0066"/>
                </a:solidFill>
                <a:latin typeface="Times New Roman"/>
                <a:ea typeface="Times New Roman"/>
                <a:cs typeface="Times New Roman"/>
                <a:sym typeface="Times New Roman"/>
              </a:rPr>
              <a:t>ONG MẬT</a:t>
            </a:r>
            <a:endParaRPr/>
          </a:p>
          <a:p>
            <a:pPr indent="-457200" lvl="0" marL="457200" marR="0" rtl="0" algn="l">
              <a:lnSpc>
                <a:spcPct val="150000"/>
              </a:lnSpc>
              <a:spcBef>
                <a:spcPts val="1400"/>
              </a:spcBef>
              <a:spcAft>
                <a:spcPts val="0"/>
              </a:spcAft>
              <a:buClr>
                <a:srgbClr val="CC0066"/>
              </a:buClr>
              <a:buSzPts val="2800"/>
              <a:buFont typeface="Times New Roman"/>
              <a:buAutoNum type="arabicPeriod"/>
            </a:pPr>
            <a:r>
              <a:rPr b="1" i="0" lang="en-US" sz="2800" u="none">
                <a:solidFill>
                  <a:srgbClr val="CC0066"/>
                </a:solidFill>
                <a:latin typeface="Times New Roman"/>
                <a:ea typeface="Times New Roman"/>
                <a:cs typeface="Times New Roman"/>
                <a:sym typeface="Times New Roman"/>
              </a:rPr>
              <a:t>Đặc điểm</a:t>
            </a:r>
            <a:endParaRPr/>
          </a:p>
          <a:p>
            <a:pPr indent="-457200" lvl="0" marL="457200" marR="0" rtl="0" algn="l">
              <a:lnSpc>
                <a:spcPct val="150000"/>
              </a:lnSpc>
              <a:spcBef>
                <a:spcPts val="1400"/>
              </a:spcBef>
              <a:spcAft>
                <a:spcPts val="0"/>
              </a:spcAft>
              <a:buClr>
                <a:srgbClr val="003399"/>
              </a:buClr>
              <a:buSzPts val="2800"/>
              <a:buFont typeface="Times New Roman"/>
              <a:buChar char="-"/>
            </a:pPr>
            <a:r>
              <a:rPr b="1" i="0" lang="en-US" sz="2800" u="none">
                <a:solidFill>
                  <a:srgbClr val="003399"/>
                </a:solidFill>
                <a:latin typeface="Times New Roman"/>
                <a:ea typeface="Times New Roman"/>
                <a:cs typeface="Times New Roman"/>
                <a:sym typeface="Times New Roman"/>
              </a:rPr>
              <a:t>Sống thành đàn 25.000-50.000 con, gồm ong chúa + ong thợ + ong đực</a:t>
            </a:r>
            <a:endParaRPr/>
          </a:p>
          <a:p>
            <a:pPr indent="-457200" lvl="0" marL="457200" marR="0" rtl="0" algn="l">
              <a:lnSpc>
                <a:spcPct val="150000"/>
              </a:lnSpc>
              <a:spcBef>
                <a:spcPts val="1400"/>
              </a:spcBef>
              <a:spcAft>
                <a:spcPts val="0"/>
              </a:spcAft>
              <a:buClr>
                <a:srgbClr val="CC0066"/>
              </a:buClr>
              <a:buSzPts val="2800"/>
              <a:buFont typeface="Times New Roman"/>
              <a:buChar char="-"/>
            </a:pPr>
            <a:r>
              <a:rPr b="1" i="0" lang="en-US" sz="2800" u="none">
                <a:solidFill>
                  <a:srgbClr val="CC0066"/>
                </a:solidFill>
                <a:latin typeface="Times New Roman"/>
                <a:ea typeface="Times New Roman"/>
                <a:cs typeface="Times New Roman"/>
                <a:sym typeface="Times New Roman"/>
              </a:rPr>
              <a:t>Ong chúa</a:t>
            </a:r>
            <a:r>
              <a:rPr b="1" i="0" lang="en-US" sz="2800" u="none">
                <a:solidFill>
                  <a:srgbClr val="003399"/>
                </a:solidFill>
                <a:latin typeface="Times New Roman"/>
                <a:ea typeface="Times New Roman"/>
                <a:cs typeface="Times New Roman"/>
                <a:sym typeface="Times New Roman"/>
              </a:rPr>
              <a:t> : Ấu trùng ong được nuôi bằng 1 loại thức ăn đặc biệt dưới dạng mật, chức năng sinh sản</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3" name="Shape 343"/>
        <p:cNvGrpSpPr/>
        <p:nvPr/>
      </p:nvGrpSpPr>
      <p:grpSpPr>
        <a:xfrm>
          <a:off x="0" y="0"/>
          <a:ext cx="0" cy="0"/>
          <a:chOff x="0" y="0"/>
          <a:chExt cx="0" cy="0"/>
        </a:xfrm>
      </p:grpSpPr>
      <p:sp>
        <p:nvSpPr>
          <p:cNvPr id="344" name="Google Shape;344;p5"/>
          <p:cNvSpPr txBox="1"/>
          <p:nvPr/>
        </p:nvSpPr>
        <p:spPr>
          <a:xfrm>
            <a:off x="0" y="609600"/>
            <a:ext cx="9144000" cy="5876925"/>
          </a:xfrm>
          <a:prstGeom prst="rect">
            <a:avLst/>
          </a:prstGeom>
          <a:noFill/>
          <a:ln>
            <a:noFill/>
          </a:ln>
        </p:spPr>
        <p:txBody>
          <a:bodyPr anchorCtr="0" anchor="t" bIns="45700" lIns="91425" spcFirstLastPara="1" rIns="91425" wrap="square" tIns="45700">
            <a:spAutoFit/>
          </a:bodyPr>
          <a:lstStyle/>
          <a:p>
            <a:pPr indent="-457200" lvl="0" marL="457200" marR="0" rtl="0" algn="ctr">
              <a:lnSpc>
                <a:spcPct val="100000"/>
              </a:lnSpc>
              <a:spcBef>
                <a:spcPts val="0"/>
              </a:spcBef>
              <a:spcAft>
                <a:spcPts val="0"/>
              </a:spcAft>
              <a:buClr>
                <a:srgbClr val="FF0066"/>
              </a:buClr>
              <a:buSzPts val="2800"/>
              <a:buFont typeface="Times New Roman"/>
              <a:buNone/>
            </a:pPr>
            <a:r>
              <a:rPr b="1" i="0" lang="en-US" sz="2800" u="none">
                <a:solidFill>
                  <a:srgbClr val="FF0066"/>
                </a:solidFill>
                <a:latin typeface="Times New Roman"/>
                <a:ea typeface="Times New Roman"/>
                <a:cs typeface="Times New Roman"/>
                <a:sym typeface="Times New Roman"/>
              </a:rPr>
              <a:t>ONG MẬT</a:t>
            </a:r>
            <a:endParaRPr/>
          </a:p>
          <a:p>
            <a:pPr indent="-457200" lvl="0" marL="457200" marR="0" rtl="0" algn="l">
              <a:lnSpc>
                <a:spcPct val="150000"/>
              </a:lnSpc>
              <a:spcBef>
                <a:spcPts val="1300"/>
              </a:spcBef>
              <a:spcAft>
                <a:spcPts val="0"/>
              </a:spcAft>
              <a:buClr>
                <a:srgbClr val="CC0066"/>
              </a:buClr>
              <a:buSzPts val="2600"/>
              <a:buFont typeface="Times New Roman"/>
              <a:buChar char="-"/>
            </a:pPr>
            <a:r>
              <a:rPr b="1" i="0" lang="en-US" sz="2600" u="none">
                <a:solidFill>
                  <a:srgbClr val="CC0066"/>
                </a:solidFill>
                <a:latin typeface="Times New Roman"/>
                <a:ea typeface="Times New Roman"/>
                <a:cs typeface="Times New Roman"/>
                <a:sym typeface="Times New Roman"/>
              </a:rPr>
              <a:t>Ong thợ</a:t>
            </a:r>
            <a:r>
              <a:rPr b="1" i="0" lang="en-US" sz="2600" u="none">
                <a:solidFill>
                  <a:srgbClr val="003399"/>
                </a:solidFill>
                <a:latin typeface="Times New Roman"/>
                <a:ea typeface="Times New Roman"/>
                <a:cs typeface="Times New Roman"/>
                <a:sym typeface="Times New Roman"/>
              </a:rPr>
              <a:t> : Vệ sinh tổ, sản sinh sữa chúa để nuôi ấu trùng,  trông coi ong chúa, thụ phấn, lấy mật hoa, phấn hoa, luyện mật ong, tiết sáp ong để xây tổ, bọc xác côn trùng chết trong tổ</a:t>
            </a:r>
            <a:endParaRPr/>
          </a:p>
          <a:p>
            <a:pPr indent="-457200" lvl="0" marL="457200" marR="0" rtl="0" algn="l">
              <a:lnSpc>
                <a:spcPct val="100000"/>
              </a:lnSpc>
              <a:spcBef>
                <a:spcPts val="1300"/>
              </a:spcBef>
              <a:spcAft>
                <a:spcPts val="0"/>
              </a:spcAft>
              <a:buClr>
                <a:srgbClr val="003399"/>
              </a:buClr>
              <a:buSzPts val="2600"/>
              <a:buFont typeface="Times New Roman"/>
              <a:buNone/>
            </a:pPr>
            <a:r>
              <a:rPr b="1" i="0" lang="en-US" sz="2600" u="none">
                <a:solidFill>
                  <a:srgbClr val="003399"/>
                </a:solidFill>
                <a:latin typeface="Times New Roman"/>
                <a:ea typeface="Times New Roman"/>
                <a:cs typeface="Times New Roman"/>
                <a:sym typeface="Times New Roman"/>
              </a:rPr>
              <a:t>-    Tuyến hàm trên của ong thợ ngày thứ 7 tiết ra sữa chúa</a:t>
            </a:r>
            <a:endParaRPr/>
          </a:p>
          <a:p>
            <a:pPr indent="-457200" lvl="0" marL="457200" marR="0" rtl="0" algn="l">
              <a:lnSpc>
                <a:spcPct val="150000"/>
              </a:lnSpc>
              <a:spcBef>
                <a:spcPts val="1300"/>
              </a:spcBef>
              <a:spcAft>
                <a:spcPts val="0"/>
              </a:spcAft>
              <a:buClr>
                <a:srgbClr val="003399"/>
              </a:buClr>
              <a:buSzPts val="2600"/>
              <a:buFont typeface="Times New Roman"/>
              <a:buChar char="-"/>
            </a:pPr>
            <a:r>
              <a:rPr b="1" i="0" lang="en-US" sz="2600" u="none">
                <a:solidFill>
                  <a:srgbClr val="003399"/>
                </a:solidFill>
                <a:latin typeface="Times New Roman"/>
                <a:ea typeface="Times New Roman"/>
                <a:cs typeface="Times New Roman"/>
                <a:sym typeface="Times New Roman"/>
              </a:rPr>
              <a:t>Ngày 12-18 : Tuyến sáp ở nửa vòng bên sườn bụng cuối cùng tiết ra sáp để xây tổ</a:t>
            </a:r>
            <a:endParaRPr/>
          </a:p>
          <a:p>
            <a:pPr indent="-457200" lvl="0" marL="457200" marR="0" rtl="0" algn="l">
              <a:lnSpc>
                <a:spcPct val="150000"/>
              </a:lnSpc>
              <a:spcBef>
                <a:spcPts val="1300"/>
              </a:spcBef>
              <a:spcAft>
                <a:spcPts val="0"/>
              </a:spcAft>
              <a:buClr>
                <a:srgbClr val="CC0066"/>
              </a:buClr>
              <a:buSzPts val="2600"/>
              <a:buFont typeface="Times New Roman"/>
              <a:buChar char="-"/>
            </a:pPr>
            <a:r>
              <a:rPr b="1" i="0" lang="en-US" sz="2600" u="none">
                <a:solidFill>
                  <a:srgbClr val="CC0066"/>
                </a:solidFill>
                <a:latin typeface="Times New Roman"/>
                <a:ea typeface="Times New Roman"/>
                <a:cs typeface="Times New Roman"/>
                <a:sym typeface="Times New Roman"/>
              </a:rPr>
              <a:t>Ong đực</a:t>
            </a:r>
            <a:r>
              <a:rPr b="1" i="0" lang="en-US" sz="2600" u="none">
                <a:solidFill>
                  <a:srgbClr val="003399"/>
                </a:solidFill>
                <a:latin typeface="Times New Roman"/>
                <a:ea typeface="Times New Roman"/>
                <a:cs typeface="Times New Roman"/>
                <a:sym typeface="Times New Roman"/>
              </a:rPr>
              <a:t> : Thụ tinh cho ong chúa, sau đó thì chết</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8" name="Shape 348"/>
        <p:cNvGrpSpPr/>
        <p:nvPr/>
      </p:nvGrpSpPr>
      <p:grpSpPr>
        <a:xfrm>
          <a:off x="0" y="0"/>
          <a:ext cx="0" cy="0"/>
          <a:chOff x="0" y="0"/>
          <a:chExt cx="0" cy="0"/>
        </a:xfrm>
      </p:grpSpPr>
      <p:sp>
        <p:nvSpPr>
          <p:cNvPr id="349" name="Google Shape;349;p6"/>
          <p:cNvSpPr txBox="1"/>
          <p:nvPr/>
        </p:nvSpPr>
        <p:spPr>
          <a:xfrm>
            <a:off x="0" y="706437"/>
            <a:ext cx="8686800" cy="4538662"/>
          </a:xfrm>
          <a:prstGeom prst="rect">
            <a:avLst/>
          </a:prstGeom>
          <a:noFill/>
          <a:ln>
            <a:noFill/>
          </a:ln>
        </p:spPr>
        <p:txBody>
          <a:bodyPr anchorCtr="0" anchor="t" bIns="45700" lIns="91425" spcFirstLastPara="1" rIns="91425" wrap="square" tIns="45700">
            <a:spAutoFit/>
          </a:bodyPr>
          <a:lstStyle/>
          <a:p>
            <a:pPr indent="-457200" lvl="0" marL="457200" marR="0" rtl="0" algn="ctr">
              <a:lnSpc>
                <a:spcPct val="100000"/>
              </a:lnSpc>
              <a:spcBef>
                <a:spcPts val="0"/>
              </a:spcBef>
              <a:spcAft>
                <a:spcPts val="0"/>
              </a:spcAft>
              <a:buClr>
                <a:srgbClr val="FF0066"/>
              </a:buClr>
              <a:buSzPts val="2800"/>
              <a:buFont typeface="Times New Roman"/>
              <a:buNone/>
            </a:pPr>
            <a:r>
              <a:rPr b="1" i="0" lang="en-US" sz="2800" u="none">
                <a:solidFill>
                  <a:srgbClr val="FF0066"/>
                </a:solidFill>
                <a:latin typeface="Times New Roman"/>
                <a:ea typeface="Times New Roman"/>
                <a:cs typeface="Times New Roman"/>
                <a:sym typeface="Times New Roman"/>
              </a:rPr>
              <a:t>ONG MẬT</a:t>
            </a:r>
            <a:endParaRPr/>
          </a:p>
          <a:p>
            <a:pPr indent="-457200" lvl="0" marL="457200" marR="0" rtl="0" algn="l">
              <a:lnSpc>
                <a:spcPct val="150000"/>
              </a:lnSpc>
              <a:spcBef>
                <a:spcPts val="1400"/>
              </a:spcBef>
              <a:spcAft>
                <a:spcPts val="0"/>
              </a:spcAft>
              <a:buClr>
                <a:srgbClr val="CC0066"/>
              </a:buClr>
              <a:buSzPts val="2800"/>
              <a:buFont typeface="Times New Roman"/>
              <a:buNone/>
            </a:pPr>
            <a:r>
              <a:rPr b="1" i="0" lang="en-US" sz="2800" u="none">
                <a:solidFill>
                  <a:srgbClr val="CC0066"/>
                </a:solidFill>
                <a:latin typeface="Times New Roman"/>
                <a:ea typeface="Times New Roman"/>
                <a:cs typeface="Times New Roman"/>
                <a:sym typeface="Times New Roman"/>
              </a:rPr>
              <a:t>2. Phân bố</a:t>
            </a:r>
            <a:endParaRPr/>
          </a:p>
          <a:p>
            <a:pPr indent="-457200" lvl="0" marL="457200" marR="0" rtl="0" algn="l">
              <a:lnSpc>
                <a:spcPct val="150000"/>
              </a:lnSpc>
              <a:spcBef>
                <a:spcPts val="1400"/>
              </a:spcBef>
              <a:spcAft>
                <a:spcPts val="0"/>
              </a:spcAft>
              <a:buClr>
                <a:srgbClr val="003399"/>
              </a:buClr>
              <a:buSzPts val="2800"/>
              <a:buFont typeface="Times New Roman"/>
              <a:buChar char="-"/>
            </a:pPr>
            <a:r>
              <a:rPr b="1" i="0" lang="en-US" sz="2800" u="none">
                <a:solidFill>
                  <a:srgbClr val="003399"/>
                </a:solidFill>
                <a:latin typeface="Times New Roman"/>
                <a:ea typeface="Times New Roman"/>
                <a:cs typeface="Times New Roman"/>
                <a:sym typeface="Times New Roman"/>
              </a:rPr>
              <a:t>Sống hoang ở rừng núi khắp các miền Trung, Nam, Bắc</a:t>
            </a:r>
            <a:endParaRPr/>
          </a:p>
          <a:p>
            <a:pPr indent="-457200" lvl="0" marL="457200" marR="0" rtl="0" algn="l">
              <a:lnSpc>
                <a:spcPct val="150000"/>
              </a:lnSpc>
              <a:spcBef>
                <a:spcPts val="1400"/>
              </a:spcBef>
              <a:spcAft>
                <a:spcPts val="0"/>
              </a:spcAft>
              <a:buClr>
                <a:srgbClr val="003399"/>
              </a:buClr>
              <a:buSzPts val="2800"/>
              <a:buFont typeface="Times New Roman"/>
              <a:buChar char="-"/>
            </a:pPr>
            <a:r>
              <a:rPr b="1" i="0" lang="en-US" sz="2800" u="none">
                <a:solidFill>
                  <a:srgbClr val="003399"/>
                </a:solidFill>
                <a:latin typeface="Times New Roman"/>
                <a:ea typeface="Times New Roman"/>
                <a:cs typeface="Times New Roman"/>
                <a:sym typeface="Times New Roman"/>
              </a:rPr>
              <a:t> Ong nuôi để lấy mật</a:t>
            </a:r>
            <a:endParaRPr/>
          </a:p>
          <a:p>
            <a:pPr indent="0" lvl="0" marL="0" marR="0" rtl="0" algn="l">
              <a:lnSpc>
                <a:spcPct val="100000"/>
              </a:lnSpc>
              <a:spcBef>
                <a:spcPts val="0"/>
              </a:spcBef>
              <a:spcAft>
                <a:spcPts val="0"/>
              </a:spcAft>
              <a:buNone/>
            </a:pPr>
            <a:r>
              <a:t/>
            </a:r>
            <a:endParaRPr b="1" i="0" sz="2800" u="none">
              <a:solidFill>
                <a:srgbClr val="003399"/>
              </a:solidFill>
              <a:latin typeface="Times New Roman"/>
              <a:ea typeface="Times New Roman"/>
              <a:cs typeface="Times New Roman"/>
              <a:sym typeface="Times New Roman"/>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3" name="Shape 353"/>
        <p:cNvGrpSpPr/>
        <p:nvPr/>
      </p:nvGrpSpPr>
      <p:grpSpPr>
        <a:xfrm>
          <a:off x="0" y="0"/>
          <a:ext cx="0" cy="0"/>
          <a:chOff x="0" y="0"/>
          <a:chExt cx="0" cy="0"/>
        </a:xfrm>
      </p:grpSpPr>
      <p:sp>
        <p:nvSpPr>
          <p:cNvPr id="354" name="Google Shape;354;p7"/>
          <p:cNvSpPr txBox="1"/>
          <p:nvPr/>
        </p:nvSpPr>
        <p:spPr>
          <a:xfrm>
            <a:off x="457200" y="457200"/>
            <a:ext cx="8686800" cy="6053137"/>
          </a:xfrm>
          <a:prstGeom prst="rect">
            <a:avLst/>
          </a:prstGeom>
          <a:noFill/>
          <a:ln>
            <a:noFill/>
          </a:ln>
        </p:spPr>
        <p:txBody>
          <a:bodyPr anchorCtr="0" anchor="t" bIns="45700" lIns="91425" spcFirstLastPara="1" rIns="91425" wrap="square" tIns="45700">
            <a:spAutoFit/>
          </a:bodyPr>
          <a:lstStyle/>
          <a:p>
            <a:pPr indent="-457200" lvl="0" marL="457200" marR="0" rtl="0" algn="ctr">
              <a:lnSpc>
                <a:spcPct val="100000"/>
              </a:lnSpc>
              <a:spcBef>
                <a:spcPts val="0"/>
              </a:spcBef>
              <a:spcAft>
                <a:spcPts val="0"/>
              </a:spcAft>
              <a:buClr>
                <a:srgbClr val="FF0066"/>
              </a:buClr>
              <a:buSzPts val="2800"/>
              <a:buFont typeface="Times New Roman"/>
              <a:buNone/>
            </a:pPr>
            <a:r>
              <a:rPr b="1" i="0" lang="en-US" sz="2800" u="none">
                <a:solidFill>
                  <a:srgbClr val="FF0066"/>
                </a:solidFill>
                <a:latin typeface="Times New Roman"/>
                <a:ea typeface="Times New Roman"/>
                <a:cs typeface="Times New Roman"/>
                <a:sym typeface="Times New Roman"/>
              </a:rPr>
              <a:t>ONG MẬT</a:t>
            </a:r>
            <a:endParaRPr/>
          </a:p>
          <a:p>
            <a:pPr indent="-457200" lvl="0" marL="457200" marR="0" rtl="0" algn="l">
              <a:lnSpc>
                <a:spcPct val="135000"/>
              </a:lnSpc>
              <a:spcBef>
                <a:spcPts val="1400"/>
              </a:spcBef>
              <a:spcAft>
                <a:spcPts val="0"/>
              </a:spcAft>
              <a:buClr>
                <a:srgbClr val="CC0066"/>
              </a:buClr>
              <a:buSzPts val="2800"/>
              <a:buFont typeface="Times New Roman"/>
              <a:buNone/>
            </a:pPr>
            <a:r>
              <a:rPr b="1" i="0" lang="en-US" sz="2800" u="none">
                <a:solidFill>
                  <a:srgbClr val="CC0066"/>
                </a:solidFill>
                <a:latin typeface="Times New Roman"/>
                <a:ea typeface="Times New Roman"/>
                <a:cs typeface="Times New Roman"/>
                <a:sym typeface="Times New Roman"/>
              </a:rPr>
              <a:t>3.</a:t>
            </a:r>
            <a:r>
              <a:rPr b="1" i="0" lang="en-US" sz="2800" u="none">
                <a:solidFill>
                  <a:srgbClr val="003399"/>
                </a:solidFill>
                <a:latin typeface="Times New Roman"/>
                <a:ea typeface="Times New Roman"/>
                <a:cs typeface="Times New Roman"/>
                <a:sym typeface="Times New Roman"/>
              </a:rPr>
              <a:t> </a:t>
            </a:r>
            <a:r>
              <a:rPr b="1" i="0" lang="en-US" sz="2800" u="none">
                <a:solidFill>
                  <a:srgbClr val="CC0066"/>
                </a:solidFill>
                <a:latin typeface="Times New Roman"/>
                <a:ea typeface="Times New Roman"/>
                <a:cs typeface="Times New Roman"/>
                <a:sym typeface="Times New Roman"/>
              </a:rPr>
              <a:t>Bộ phận dùng</a:t>
            </a:r>
            <a:endParaRPr/>
          </a:p>
          <a:p>
            <a:pPr indent="-457200" lvl="0" marL="457200" marR="0" rtl="0" algn="l">
              <a:lnSpc>
                <a:spcPct val="135000"/>
              </a:lnSpc>
              <a:spcBef>
                <a:spcPts val="1400"/>
              </a:spcBef>
              <a:spcAft>
                <a:spcPts val="0"/>
              </a:spcAft>
              <a:buClr>
                <a:srgbClr val="003399"/>
              </a:buClr>
              <a:buSzPts val="2800"/>
              <a:buFont typeface="Times New Roman"/>
              <a:buChar char="-"/>
            </a:pPr>
            <a:r>
              <a:rPr b="1" i="0" lang="en-US" sz="2800" u="none">
                <a:solidFill>
                  <a:srgbClr val="003399"/>
                </a:solidFill>
                <a:latin typeface="Times New Roman"/>
                <a:ea typeface="Times New Roman"/>
                <a:cs typeface="Times New Roman"/>
                <a:sym typeface="Times New Roman"/>
              </a:rPr>
              <a:t>Mật ong</a:t>
            </a:r>
            <a:endParaRPr/>
          </a:p>
          <a:p>
            <a:pPr indent="-457200" lvl="0" marL="457200" marR="0" rtl="0" algn="l">
              <a:lnSpc>
                <a:spcPct val="135000"/>
              </a:lnSpc>
              <a:spcBef>
                <a:spcPts val="1400"/>
              </a:spcBef>
              <a:spcAft>
                <a:spcPts val="0"/>
              </a:spcAft>
              <a:buClr>
                <a:srgbClr val="003399"/>
              </a:buClr>
              <a:buSzPts val="2800"/>
              <a:buFont typeface="Times New Roman"/>
              <a:buChar char="-"/>
            </a:pPr>
            <a:r>
              <a:rPr b="1" i="0" lang="en-US" sz="2800" u="none">
                <a:solidFill>
                  <a:srgbClr val="003399"/>
                </a:solidFill>
                <a:latin typeface="Times New Roman"/>
                <a:ea typeface="Times New Roman"/>
                <a:cs typeface="Times New Roman"/>
                <a:sym typeface="Times New Roman"/>
              </a:rPr>
              <a:t>Sữa ong chúa</a:t>
            </a:r>
            <a:endParaRPr/>
          </a:p>
          <a:p>
            <a:pPr indent="-457200" lvl="0" marL="457200" marR="0" rtl="0" algn="l">
              <a:lnSpc>
                <a:spcPct val="135000"/>
              </a:lnSpc>
              <a:spcBef>
                <a:spcPts val="1400"/>
              </a:spcBef>
              <a:spcAft>
                <a:spcPts val="0"/>
              </a:spcAft>
              <a:buClr>
                <a:srgbClr val="003399"/>
              </a:buClr>
              <a:buSzPts val="2800"/>
              <a:buFont typeface="Times New Roman"/>
              <a:buChar char="-"/>
            </a:pPr>
            <a:r>
              <a:rPr b="1" i="0" lang="en-US" sz="2800" u="none">
                <a:solidFill>
                  <a:srgbClr val="003399"/>
                </a:solidFill>
                <a:latin typeface="Times New Roman"/>
                <a:ea typeface="Times New Roman"/>
                <a:cs typeface="Times New Roman"/>
                <a:sym typeface="Times New Roman"/>
              </a:rPr>
              <a:t>Phấn hoa</a:t>
            </a:r>
            <a:endParaRPr/>
          </a:p>
          <a:p>
            <a:pPr indent="-457200" lvl="0" marL="457200" marR="0" rtl="0" algn="l">
              <a:lnSpc>
                <a:spcPct val="135000"/>
              </a:lnSpc>
              <a:spcBef>
                <a:spcPts val="1400"/>
              </a:spcBef>
              <a:spcAft>
                <a:spcPts val="0"/>
              </a:spcAft>
              <a:buClr>
                <a:srgbClr val="003399"/>
              </a:buClr>
              <a:buSzPts val="2800"/>
              <a:buFont typeface="Times New Roman"/>
              <a:buChar char="-"/>
            </a:pPr>
            <a:r>
              <a:rPr b="1" i="0" lang="en-US" sz="2800" u="none">
                <a:solidFill>
                  <a:srgbClr val="003399"/>
                </a:solidFill>
                <a:latin typeface="Times New Roman"/>
                <a:ea typeface="Times New Roman"/>
                <a:cs typeface="Times New Roman"/>
                <a:sym typeface="Times New Roman"/>
              </a:rPr>
              <a:t>Keo ong</a:t>
            </a:r>
            <a:endParaRPr/>
          </a:p>
          <a:p>
            <a:pPr indent="-457200" lvl="0" marL="457200" marR="0" rtl="0" algn="l">
              <a:lnSpc>
                <a:spcPct val="135000"/>
              </a:lnSpc>
              <a:spcBef>
                <a:spcPts val="1400"/>
              </a:spcBef>
              <a:spcAft>
                <a:spcPts val="0"/>
              </a:spcAft>
              <a:buClr>
                <a:srgbClr val="003399"/>
              </a:buClr>
              <a:buSzPts val="2800"/>
              <a:buFont typeface="Times New Roman"/>
              <a:buChar char="-"/>
            </a:pPr>
            <a:r>
              <a:rPr b="1" i="0" lang="en-US" sz="2800" u="none">
                <a:solidFill>
                  <a:srgbClr val="003399"/>
                </a:solidFill>
                <a:latin typeface="Times New Roman"/>
                <a:ea typeface="Times New Roman"/>
                <a:cs typeface="Times New Roman"/>
                <a:sym typeface="Times New Roman"/>
              </a:rPr>
              <a:t>Sáp ong</a:t>
            </a:r>
            <a:endParaRPr/>
          </a:p>
          <a:p>
            <a:pPr indent="-457200" lvl="0" marL="457200" marR="0" rtl="0" algn="l">
              <a:lnSpc>
                <a:spcPct val="135000"/>
              </a:lnSpc>
              <a:spcBef>
                <a:spcPts val="1400"/>
              </a:spcBef>
              <a:spcAft>
                <a:spcPts val="0"/>
              </a:spcAft>
              <a:buClr>
                <a:srgbClr val="003399"/>
              </a:buClr>
              <a:buSzPts val="2800"/>
              <a:buFont typeface="Times New Roman"/>
              <a:buChar char="-"/>
            </a:pPr>
            <a:r>
              <a:rPr b="1" i="0" lang="en-US" sz="2800" u="none">
                <a:solidFill>
                  <a:srgbClr val="003399"/>
                </a:solidFill>
                <a:latin typeface="Times New Roman"/>
                <a:ea typeface="Times New Roman"/>
                <a:cs typeface="Times New Roman"/>
                <a:sym typeface="Times New Roman"/>
              </a:rPr>
              <a:t>Nọc ong</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8" name="Shape 358"/>
        <p:cNvGrpSpPr/>
        <p:nvPr/>
      </p:nvGrpSpPr>
      <p:grpSpPr>
        <a:xfrm>
          <a:off x="0" y="0"/>
          <a:ext cx="0" cy="0"/>
          <a:chOff x="0" y="0"/>
          <a:chExt cx="0" cy="0"/>
        </a:xfrm>
      </p:grpSpPr>
      <p:sp>
        <p:nvSpPr>
          <p:cNvPr id="359" name="Google Shape;359;p8"/>
          <p:cNvSpPr txBox="1"/>
          <p:nvPr/>
        </p:nvSpPr>
        <p:spPr>
          <a:xfrm>
            <a:off x="152400" y="457200"/>
            <a:ext cx="8991600" cy="5946775"/>
          </a:xfrm>
          <a:prstGeom prst="rect">
            <a:avLst/>
          </a:prstGeom>
          <a:noFill/>
          <a:ln>
            <a:noFill/>
          </a:ln>
        </p:spPr>
        <p:txBody>
          <a:bodyPr anchorCtr="0" anchor="t" bIns="45700" lIns="91425" spcFirstLastPara="1" rIns="91425" wrap="square" tIns="45700">
            <a:spAutoFit/>
          </a:bodyPr>
          <a:lstStyle/>
          <a:p>
            <a:pPr indent="-457200" lvl="0" marL="457200" marR="0" rtl="0" algn="ctr">
              <a:lnSpc>
                <a:spcPct val="100000"/>
              </a:lnSpc>
              <a:spcBef>
                <a:spcPts val="0"/>
              </a:spcBef>
              <a:spcAft>
                <a:spcPts val="0"/>
              </a:spcAft>
              <a:buClr>
                <a:srgbClr val="FF0066"/>
              </a:buClr>
              <a:buSzPts val="2800"/>
              <a:buFont typeface="Times New Roman"/>
              <a:buNone/>
            </a:pPr>
            <a:r>
              <a:rPr b="1" i="0" lang="en-US" sz="2800" u="none">
                <a:solidFill>
                  <a:srgbClr val="FF0066"/>
                </a:solidFill>
                <a:latin typeface="Times New Roman"/>
                <a:ea typeface="Times New Roman"/>
                <a:cs typeface="Times New Roman"/>
                <a:sym typeface="Times New Roman"/>
              </a:rPr>
              <a:t>MẬT ONG</a:t>
            </a:r>
            <a:r>
              <a:rPr b="0" i="0" lang="en-US" sz="2800" u="none">
                <a:solidFill>
                  <a:schemeClr val="dk1"/>
                </a:solidFill>
                <a:latin typeface="Times New Roman"/>
                <a:ea typeface="Times New Roman"/>
                <a:cs typeface="Times New Roman"/>
                <a:sym typeface="Times New Roman"/>
              </a:rPr>
              <a:t> </a:t>
            </a:r>
            <a:endParaRPr/>
          </a:p>
          <a:p>
            <a:pPr indent="-457200" lvl="0" marL="457200" marR="0" rtl="0" algn="ctr">
              <a:lnSpc>
                <a:spcPct val="100000"/>
              </a:lnSpc>
              <a:spcBef>
                <a:spcPts val="1400"/>
              </a:spcBef>
              <a:spcAft>
                <a:spcPts val="0"/>
              </a:spcAft>
              <a:buClr>
                <a:schemeClr val="dk1"/>
              </a:buClr>
              <a:buSzPts val="2800"/>
              <a:buFont typeface="Times New Roman"/>
              <a:buNone/>
            </a:pPr>
            <a:r>
              <a:t/>
            </a:r>
            <a:endParaRPr b="0" i="0" sz="2800" u="none">
              <a:solidFill>
                <a:schemeClr val="dk1"/>
              </a:solidFill>
              <a:latin typeface="Times New Roman"/>
              <a:ea typeface="Times New Roman"/>
              <a:cs typeface="Times New Roman"/>
              <a:sym typeface="Times New Roman"/>
            </a:endParaRPr>
          </a:p>
          <a:p>
            <a:pPr indent="-457200" lvl="0" marL="457200" marR="0" rtl="0" algn="ctr">
              <a:lnSpc>
                <a:spcPct val="100000"/>
              </a:lnSpc>
              <a:spcBef>
                <a:spcPts val="1400"/>
              </a:spcBef>
              <a:spcAft>
                <a:spcPts val="0"/>
              </a:spcAft>
              <a:buClr>
                <a:schemeClr val="dk1"/>
              </a:buClr>
              <a:buSzPts val="2800"/>
              <a:buFont typeface="Times New Roman"/>
              <a:buNone/>
            </a:pPr>
            <a:r>
              <a:t/>
            </a:r>
            <a:endParaRPr b="0" i="0" sz="2800" u="none">
              <a:solidFill>
                <a:schemeClr val="dk1"/>
              </a:solidFill>
              <a:latin typeface="Times New Roman"/>
              <a:ea typeface="Times New Roman"/>
              <a:cs typeface="Times New Roman"/>
              <a:sym typeface="Times New Roman"/>
            </a:endParaRPr>
          </a:p>
          <a:p>
            <a:pPr indent="-457200" lvl="0" marL="457200" marR="0" rtl="0" algn="ctr">
              <a:lnSpc>
                <a:spcPct val="100000"/>
              </a:lnSpc>
              <a:spcBef>
                <a:spcPts val="1400"/>
              </a:spcBef>
              <a:spcAft>
                <a:spcPts val="0"/>
              </a:spcAft>
              <a:buClr>
                <a:schemeClr val="dk1"/>
              </a:buClr>
              <a:buSzPts val="2800"/>
              <a:buFont typeface="Times New Roman"/>
              <a:buNone/>
            </a:pPr>
            <a:r>
              <a:t/>
            </a:r>
            <a:endParaRPr b="1" i="0" sz="2800" u="none">
              <a:solidFill>
                <a:srgbClr val="003399"/>
              </a:solidFill>
              <a:latin typeface="Times New Roman"/>
              <a:ea typeface="Times New Roman"/>
              <a:cs typeface="Times New Roman"/>
              <a:sym typeface="Times New Roman"/>
            </a:endParaRPr>
          </a:p>
          <a:p>
            <a:pPr indent="-457200" lvl="0" marL="457200" marR="0" rtl="0" algn="ctr">
              <a:lnSpc>
                <a:spcPct val="100000"/>
              </a:lnSpc>
              <a:spcBef>
                <a:spcPts val="1400"/>
              </a:spcBef>
              <a:spcAft>
                <a:spcPts val="0"/>
              </a:spcAft>
              <a:buClr>
                <a:schemeClr val="dk1"/>
              </a:buClr>
              <a:buSzPts val="2800"/>
              <a:buFont typeface="Times New Roman"/>
              <a:buNone/>
            </a:pPr>
            <a:r>
              <a:t/>
            </a:r>
            <a:endParaRPr b="1" i="0" sz="2800" u="none">
              <a:solidFill>
                <a:srgbClr val="003399"/>
              </a:solidFill>
              <a:latin typeface="Times New Roman"/>
              <a:ea typeface="Times New Roman"/>
              <a:cs typeface="Times New Roman"/>
              <a:sym typeface="Times New Roman"/>
            </a:endParaRPr>
          </a:p>
          <a:p>
            <a:pPr indent="-457200" lvl="0" marL="457200" marR="0" rtl="0" algn="l">
              <a:lnSpc>
                <a:spcPct val="100000"/>
              </a:lnSpc>
              <a:spcBef>
                <a:spcPts val="1400"/>
              </a:spcBef>
              <a:spcAft>
                <a:spcPts val="0"/>
              </a:spcAft>
              <a:buClr>
                <a:srgbClr val="003399"/>
              </a:buClr>
              <a:buSzPts val="2800"/>
              <a:buFont typeface="Times New Roman"/>
              <a:buNone/>
            </a:pPr>
            <a:r>
              <a:rPr b="1" i="0" lang="en-US" sz="2800" u="none">
                <a:solidFill>
                  <a:srgbClr val="003399"/>
                </a:solidFill>
                <a:latin typeface="Times New Roman"/>
                <a:ea typeface="Times New Roman"/>
                <a:cs typeface="Times New Roman"/>
                <a:sym typeface="Times New Roman"/>
              </a:rPr>
              <a:t>-   Là hỗn hợp của mật hoa, phấn hoa và một lượng nhỏ sáp ong (do tuyến sáp của ong thợ tiết ra). Lấy mật bằng máy ly tâm</a:t>
            </a:r>
            <a:endParaRPr/>
          </a:p>
          <a:p>
            <a:pPr indent="-457200" lvl="0" marL="457200" marR="0" rtl="0" algn="l">
              <a:lnSpc>
                <a:spcPct val="135000"/>
              </a:lnSpc>
              <a:spcBef>
                <a:spcPts val="1400"/>
              </a:spcBef>
              <a:spcAft>
                <a:spcPts val="0"/>
              </a:spcAft>
              <a:buClr>
                <a:srgbClr val="CC0066"/>
              </a:buClr>
              <a:buSzPts val="2800"/>
              <a:buFont typeface="Times New Roman"/>
              <a:buNone/>
            </a:pPr>
            <a:r>
              <a:rPr b="1" i="0" lang="en-US" sz="2800" u="none">
                <a:solidFill>
                  <a:srgbClr val="CC0066"/>
                </a:solidFill>
                <a:latin typeface="Times New Roman"/>
                <a:ea typeface="Times New Roman"/>
                <a:cs typeface="Times New Roman"/>
                <a:sym typeface="Times New Roman"/>
              </a:rPr>
              <a:t>-    Tính chất :</a:t>
            </a:r>
            <a:r>
              <a:rPr b="1" i="0" lang="en-US" sz="2800" u="none">
                <a:solidFill>
                  <a:srgbClr val="003399"/>
                </a:solidFill>
                <a:latin typeface="Times New Roman"/>
                <a:ea typeface="Times New Roman"/>
                <a:cs typeface="Times New Roman"/>
                <a:sym typeface="Times New Roman"/>
              </a:rPr>
              <a:t> Chất lỏng, sánh như siro, vị ngọt, mùi thơm đặc biệt</a:t>
            </a:r>
            <a:endParaRPr/>
          </a:p>
        </p:txBody>
      </p:sp>
      <p:pic>
        <p:nvPicPr>
          <p:cNvPr descr="mat-ong-1" id="360" name="Google Shape;360;p8"/>
          <p:cNvPicPr preferRelativeResize="0"/>
          <p:nvPr/>
        </p:nvPicPr>
        <p:blipFill rotWithShape="1">
          <a:blip r:embed="rId3">
            <a:alphaModFix/>
          </a:blip>
          <a:srcRect b="0" l="0" r="0" t="0"/>
          <a:stretch/>
        </p:blipFill>
        <p:spPr>
          <a:xfrm>
            <a:off x="2971800" y="1066800"/>
            <a:ext cx="3124200" cy="2297112"/>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4" name="Shape 364"/>
        <p:cNvGrpSpPr/>
        <p:nvPr/>
      </p:nvGrpSpPr>
      <p:grpSpPr>
        <a:xfrm>
          <a:off x="0" y="0"/>
          <a:ext cx="0" cy="0"/>
          <a:chOff x="0" y="0"/>
          <a:chExt cx="0" cy="0"/>
        </a:xfrm>
      </p:grpSpPr>
      <p:sp>
        <p:nvSpPr>
          <p:cNvPr id="365" name="Google Shape;365;p9"/>
          <p:cNvSpPr txBox="1"/>
          <p:nvPr/>
        </p:nvSpPr>
        <p:spPr>
          <a:xfrm>
            <a:off x="152400" y="457200"/>
            <a:ext cx="8991600" cy="6035675"/>
          </a:xfrm>
          <a:prstGeom prst="rect">
            <a:avLst/>
          </a:prstGeom>
          <a:noFill/>
          <a:ln>
            <a:noFill/>
          </a:ln>
        </p:spPr>
        <p:txBody>
          <a:bodyPr anchorCtr="0" anchor="t" bIns="45700" lIns="91425" spcFirstLastPara="1" rIns="91425" wrap="square" tIns="45700">
            <a:spAutoFit/>
          </a:bodyPr>
          <a:lstStyle/>
          <a:p>
            <a:pPr indent="-457200" lvl="0" marL="457200" marR="0" rtl="0" algn="ctr">
              <a:lnSpc>
                <a:spcPct val="100000"/>
              </a:lnSpc>
              <a:spcBef>
                <a:spcPts val="0"/>
              </a:spcBef>
              <a:spcAft>
                <a:spcPts val="0"/>
              </a:spcAft>
              <a:buClr>
                <a:srgbClr val="FF0066"/>
              </a:buClr>
              <a:buSzPts val="2800"/>
              <a:buFont typeface="Times New Roman"/>
              <a:buNone/>
            </a:pPr>
            <a:r>
              <a:rPr b="1" i="0" lang="en-US" sz="2800" u="none">
                <a:solidFill>
                  <a:srgbClr val="FF0066"/>
                </a:solidFill>
                <a:latin typeface="Times New Roman"/>
                <a:ea typeface="Times New Roman"/>
                <a:cs typeface="Times New Roman"/>
                <a:sym typeface="Times New Roman"/>
              </a:rPr>
              <a:t>MẬT ONG</a:t>
            </a:r>
            <a:r>
              <a:rPr b="0" i="0" lang="en-US" sz="2800" u="none">
                <a:solidFill>
                  <a:schemeClr val="dk1"/>
                </a:solidFill>
                <a:latin typeface="Times New Roman"/>
                <a:ea typeface="Times New Roman"/>
                <a:cs typeface="Times New Roman"/>
                <a:sym typeface="Times New Roman"/>
              </a:rPr>
              <a:t> </a:t>
            </a:r>
            <a:endParaRPr b="1" i="0" sz="2800" u="none">
              <a:solidFill>
                <a:srgbClr val="FF0066"/>
              </a:solidFill>
              <a:latin typeface="Times New Roman"/>
              <a:ea typeface="Times New Roman"/>
              <a:cs typeface="Times New Roman"/>
              <a:sym typeface="Times New Roman"/>
            </a:endParaRPr>
          </a:p>
          <a:p>
            <a:pPr indent="-457200" lvl="0" marL="457200" marR="0" rtl="0" algn="l">
              <a:lnSpc>
                <a:spcPct val="120000"/>
              </a:lnSpc>
              <a:spcBef>
                <a:spcPts val="1400"/>
              </a:spcBef>
              <a:spcAft>
                <a:spcPts val="0"/>
              </a:spcAft>
              <a:buClr>
                <a:srgbClr val="CC0066"/>
              </a:buClr>
              <a:buSzPts val="2800"/>
              <a:buFont typeface="Times New Roman"/>
              <a:buChar char="-"/>
            </a:pPr>
            <a:r>
              <a:rPr b="1" i="0" lang="en-US" sz="2800" u="none">
                <a:solidFill>
                  <a:srgbClr val="CC0066"/>
                </a:solidFill>
                <a:latin typeface="Times New Roman"/>
                <a:ea typeface="Times New Roman"/>
                <a:cs typeface="Times New Roman"/>
                <a:sym typeface="Times New Roman"/>
              </a:rPr>
              <a:t>Thành phần hóa học </a:t>
            </a:r>
            <a:endParaRPr/>
          </a:p>
          <a:p>
            <a:pPr indent="-457200" lvl="0" marL="457200" marR="0" rtl="0" algn="l">
              <a:lnSpc>
                <a:spcPct val="110000"/>
              </a:lnSpc>
              <a:spcBef>
                <a:spcPts val="1400"/>
              </a:spcBef>
              <a:spcAft>
                <a:spcPts val="0"/>
              </a:spcAft>
              <a:buClr>
                <a:srgbClr val="003399"/>
              </a:buClr>
              <a:buSzPts val="2800"/>
              <a:buFont typeface="Times New Roman"/>
              <a:buNone/>
            </a:pPr>
            <a:r>
              <a:rPr b="1" i="0" lang="en-US" sz="2800" u="none">
                <a:solidFill>
                  <a:srgbClr val="003399"/>
                </a:solidFill>
                <a:latin typeface="Times New Roman"/>
                <a:ea typeface="Times New Roman"/>
                <a:cs typeface="Times New Roman"/>
                <a:sym typeface="Times New Roman"/>
              </a:rPr>
              <a:t>      Đường (Glc, Levulose) : 60%</a:t>
            </a:r>
            <a:endParaRPr/>
          </a:p>
          <a:p>
            <a:pPr indent="-457200" lvl="0" marL="457200" marR="0" rtl="0" algn="l">
              <a:lnSpc>
                <a:spcPct val="110000"/>
              </a:lnSpc>
              <a:spcBef>
                <a:spcPts val="1400"/>
              </a:spcBef>
              <a:spcAft>
                <a:spcPts val="0"/>
              </a:spcAft>
              <a:buClr>
                <a:srgbClr val="003399"/>
              </a:buClr>
              <a:buSzPts val="2800"/>
              <a:buFont typeface="Times New Roman"/>
              <a:buNone/>
            </a:pPr>
            <a:r>
              <a:rPr b="1" i="0" lang="en-US" sz="2800" u="none">
                <a:solidFill>
                  <a:srgbClr val="003399"/>
                </a:solidFill>
                <a:latin typeface="Times New Roman"/>
                <a:ea typeface="Times New Roman"/>
                <a:cs typeface="Times New Roman"/>
                <a:sym typeface="Times New Roman"/>
              </a:rPr>
              <a:t>      Vitamin : B,C, A, E, Acid folic</a:t>
            </a:r>
            <a:endParaRPr/>
          </a:p>
          <a:p>
            <a:pPr indent="-457200" lvl="0" marL="457200" marR="0" rtl="0" algn="l">
              <a:lnSpc>
                <a:spcPct val="110000"/>
              </a:lnSpc>
              <a:spcBef>
                <a:spcPts val="1400"/>
              </a:spcBef>
              <a:spcAft>
                <a:spcPts val="0"/>
              </a:spcAft>
              <a:buClr>
                <a:srgbClr val="003399"/>
              </a:buClr>
              <a:buSzPts val="2800"/>
              <a:buFont typeface="Times New Roman"/>
              <a:buNone/>
            </a:pPr>
            <a:r>
              <a:rPr b="1" i="0" lang="en-US" sz="2800" u="none">
                <a:solidFill>
                  <a:srgbClr val="003399"/>
                </a:solidFill>
                <a:latin typeface="Times New Roman"/>
                <a:ea typeface="Times New Roman"/>
                <a:cs typeface="Times New Roman"/>
                <a:sym typeface="Times New Roman"/>
              </a:rPr>
              <a:t>       Acid hữu cơ : Acid formic, acid tatric,…</a:t>
            </a:r>
            <a:endParaRPr/>
          </a:p>
          <a:p>
            <a:pPr indent="-457200" lvl="0" marL="457200" marR="0" rtl="0" algn="l">
              <a:lnSpc>
                <a:spcPct val="110000"/>
              </a:lnSpc>
              <a:spcBef>
                <a:spcPts val="1400"/>
              </a:spcBef>
              <a:spcAft>
                <a:spcPts val="0"/>
              </a:spcAft>
              <a:buClr>
                <a:srgbClr val="003399"/>
              </a:buClr>
              <a:buSzPts val="2800"/>
              <a:buFont typeface="Times New Roman"/>
              <a:buNone/>
            </a:pPr>
            <a:r>
              <a:rPr b="1" i="0" lang="en-US" sz="2800" u="none">
                <a:solidFill>
                  <a:srgbClr val="003399"/>
                </a:solidFill>
                <a:latin typeface="Times New Roman"/>
                <a:ea typeface="Times New Roman"/>
                <a:cs typeface="Times New Roman"/>
                <a:sym typeface="Times New Roman"/>
              </a:rPr>
              <a:t>      Men : Lipase, Catalase</a:t>
            </a:r>
            <a:endParaRPr/>
          </a:p>
          <a:p>
            <a:pPr indent="-457200" lvl="0" marL="457200" marR="0" rtl="0" algn="l">
              <a:lnSpc>
                <a:spcPct val="110000"/>
              </a:lnSpc>
              <a:spcBef>
                <a:spcPts val="1400"/>
              </a:spcBef>
              <a:spcAft>
                <a:spcPts val="0"/>
              </a:spcAft>
              <a:buClr>
                <a:srgbClr val="003399"/>
              </a:buClr>
              <a:buSzPts val="2800"/>
              <a:buFont typeface="Times New Roman"/>
              <a:buNone/>
            </a:pPr>
            <a:r>
              <a:rPr b="1" i="0" lang="en-US" sz="2800" u="none">
                <a:solidFill>
                  <a:srgbClr val="003399"/>
                </a:solidFill>
                <a:latin typeface="Times New Roman"/>
                <a:ea typeface="Times New Roman"/>
                <a:cs typeface="Times New Roman"/>
                <a:sym typeface="Times New Roman"/>
              </a:rPr>
              <a:t>      Chất khoáng, nguyên tố vi lượng </a:t>
            </a:r>
            <a:endParaRPr/>
          </a:p>
          <a:p>
            <a:pPr indent="-457200" lvl="0" marL="457200" marR="0" rtl="0" algn="l">
              <a:lnSpc>
                <a:spcPct val="110000"/>
              </a:lnSpc>
              <a:spcBef>
                <a:spcPts val="1400"/>
              </a:spcBef>
              <a:spcAft>
                <a:spcPts val="0"/>
              </a:spcAft>
              <a:buClr>
                <a:srgbClr val="003399"/>
              </a:buClr>
              <a:buSzPts val="2800"/>
              <a:buFont typeface="Times New Roman"/>
              <a:buNone/>
            </a:pPr>
            <a:r>
              <a:rPr b="1" i="0" lang="en-US" sz="2800" u="none">
                <a:solidFill>
                  <a:srgbClr val="003399"/>
                </a:solidFill>
                <a:latin typeface="Times New Roman"/>
                <a:ea typeface="Times New Roman"/>
                <a:cs typeface="Times New Roman"/>
                <a:sym typeface="Times New Roman"/>
              </a:rPr>
              <a:t>      Hormon</a:t>
            </a:r>
            <a:endParaRPr/>
          </a:p>
          <a:p>
            <a:pPr indent="-457200" lvl="0" marL="457200" marR="0" rtl="0" algn="l">
              <a:lnSpc>
                <a:spcPct val="110000"/>
              </a:lnSpc>
              <a:spcBef>
                <a:spcPts val="1400"/>
              </a:spcBef>
              <a:spcAft>
                <a:spcPts val="0"/>
              </a:spcAft>
              <a:buClr>
                <a:srgbClr val="003399"/>
              </a:buClr>
              <a:buSzPts val="2800"/>
              <a:buFont typeface="Times New Roman"/>
              <a:buNone/>
            </a:pPr>
            <a:r>
              <a:rPr b="1" i="0" lang="en-US" sz="2800" u="none">
                <a:solidFill>
                  <a:srgbClr val="003399"/>
                </a:solidFill>
                <a:latin typeface="Times New Roman"/>
                <a:ea typeface="Times New Roman"/>
                <a:cs typeface="Times New Roman"/>
                <a:sym typeface="Times New Roman"/>
              </a:rPr>
              <a:t>      Chất thơm</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9" name="Shape 369"/>
        <p:cNvGrpSpPr/>
        <p:nvPr/>
      </p:nvGrpSpPr>
      <p:grpSpPr>
        <a:xfrm>
          <a:off x="0" y="0"/>
          <a:ext cx="0" cy="0"/>
          <a:chOff x="0" y="0"/>
          <a:chExt cx="0" cy="0"/>
        </a:xfrm>
      </p:grpSpPr>
      <p:sp>
        <p:nvSpPr>
          <p:cNvPr id="370" name="Google Shape;370;p10"/>
          <p:cNvSpPr txBox="1"/>
          <p:nvPr/>
        </p:nvSpPr>
        <p:spPr>
          <a:xfrm>
            <a:off x="152400" y="457200"/>
            <a:ext cx="8991600" cy="6310312"/>
          </a:xfrm>
          <a:prstGeom prst="rect">
            <a:avLst/>
          </a:prstGeom>
          <a:noFill/>
          <a:ln>
            <a:noFill/>
          </a:ln>
        </p:spPr>
        <p:txBody>
          <a:bodyPr anchorCtr="0" anchor="t" bIns="45700" lIns="91425" spcFirstLastPara="1" rIns="91425" wrap="square" tIns="45700">
            <a:spAutoFit/>
          </a:bodyPr>
          <a:lstStyle/>
          <a:p>
            <a:pPr indent="-457200" lvl="0" marL="457200" marR="0" rtl="0" algn="ctr">
              <a:lnSpc>
                <a:spcPct val="100000"/>
              </a:lnSpc>
              <a:spcBef>
                <a:spcPts val="0"/>
              </a:spcBef>
              <a:spcAft>
                <a:spcPts val="0"/>
              </a:spcAft>
              <a:buClr>
                <a:srgbClr val="FF0066"/>
              </a:buClr>
              <a:buSzPts val="2800"/>
              <a:buFont typeface="Times New Roman"/>
              <a:buNone/>
            </a:pPr>
            <a:r>
              <a:rPr b="1" i="0" lang="en-US" sz="2800" u="none">
                <a:solidFill>
                  <a:srgbClr val="FF0066"/>
                </a:solidFill>
                <a:latin typeface="Times New Roman"/>
                <a:ea typeface="Times New Roman"/>
                <a:cs typeface="Times New Roman"/>
                <a:sym typeface="Times New Roman"/>
              </a:rPr>
              <a:t>MẬT ONG</a:t>
            </a:r>
            <a:r>
              <a:rPr b="0" i="0" lang="en-US" sz="2800" u="none">
                <a:solidFill>
                  <a:schemeClr val="dk1"/>
                </a:solidFill>
                <a:latin typeface="Times New Roman"/>
                <a:ea typeface="Times New Roman"/>
                <a:cs typeface="Times New Roman"/>
                <a:sym typeface="Times New Roman"/>
              </a:rPr>
              <a:t> </a:t>
            </a:r>
            <a:endParaRPr b="1" i="0" sz="2800" u="none">
              <a:solidFill>
                <a:srgbClr val="FF0066"/>
              </a:solidFill>
              <a:latin typeface="Times New Roman"/>
              <a:ea typeface="Times New Roman"/>
              <a:cs typeface="Times New Roman"/>
              <a:sym typeface="Times New Roman"/>
            </a:endParaRPr>
          </a:p>
          <a:p>
            <a:pPr indent="-457200" lvl="0" marL="457200" marR="0" rtl="0" algn="l">
              <a:lnSpc>
                <a:spcPct val="120000"/>
              </a:lnSpc>
              <a:spcBef>
                <a:spcPts val="1300"/>
              </a:spcBef>
              <a:spcAft>
                <a:spcPts val="0"/>
              </a:spcAft>
              <a:buClr>
                <a:srgbClr val="CC0066"/>
              </a:buClr>
              <a:buSzPts val="2600"/>
              <a:buFont typeface="Times New Roman"/>
              <a:buChar char="-"/>
            </a:pPr>
            <a:r>
              <a:rPr b="1" i="0" lang="en-US" sz="2600" u="none">
                <a:solidFill>
                  <a:srgbClr val="CC0066"/>
                </a:solidFill>
                <a:latin typeface="Times New Roman"/>
                <a:ea typeface="Times New Roman"/>
                <a:cs typeface="Times New Roman"/>
                <a:sym typeface="Times New Roman"/>
              </a:rPr>
              <a:t>Cách thử mật ong để phát hiện thật, giả </a:t>
            </a:r>
            <a:endParaRPr/>
          </a:p>
          <a:p>
            <a:pPr indent="-457200" lvl="0" marL="457200" marR="0" rtl="0" algn="l">
              <a:lnSpc>
                <a:spcPct val="120000"/>
              </a:lnSpc>
              <a:spcBef>
                <a:spcPts val="1300"/>
              </a:spcBef>
              <a:spcAft>
                <a:spcPts val="0"/>
              </a:spcAft>
              <a:buClr>
                <a:srgbClr val="003399"/>
              </a:buClr>
              <a:buSzPts val="2600"/>
              <a:buFont typeface="Times New Roman"/>
              <a:buNone/>
            </a:pPr>
            <a:r>
              <a:rPr b="1" i="0" lang="en-US" sz="2600" u="none">
                <a:solidFill>
                  <a:srgbClr val="003399"/>
                </a:solidFill>
                <a:latin typeface="Times New Roman"/>
                <a:ea typeface="Times New Roman"/>
                <a:cs typeface="Times New Roman"/>
                <a:sym typeface="Times New Roman"/>
              </a:rPr>
              <a:t> + Nhỏ vài giọt mật lên giấy thấm, giấy bản sẽ không có vết loang xung quanh giọt mật</a:t>
            </a:r>
            <a:endParaRPr/>
          </a:p>
          <a:p>
            <a:pPr indent="-457200" lvl="0" marL="457200" marR="0" rtl="0" algn="l">
              <a:lnSpc>
                <a:spcPct val="120000"/>
              </a:lnSpc>
              <a:spcBef>
                <a:spcPts val="1300"/>
              </a:spcBef>
              <a:spcAft>
                <a:spcPts val="0"/>
              </a:spcAft>
              <a:buClr>
                <a:srgbClr val="003399"/>
              </a:buClr>
              <a:buSzPts val="2600"/>
              <a:buFont typeface="Times New Roman"/>
              <a:buNone/>
            </a:pPr>
            <a:r>
              <a:rPr b="1" i="0" lang="en-US" sz="2600" u="none">
                <a:solidFill>
                  <a:srgbClr val="003399"/>
                </a:solidFill>
                <a:latin typeface="Times New Roman"/>
                <a:ea typeface="Times New Roman"/>
                <a:cs typeface="Times New Roman"/>
                <a:sym typeface="Times New Roman"/>
              </a:rPr>
              <a:t>+ Nhỏ 1 giọt mật ong vào cốc nước trong, giọt mật rơi ngay xuống đáy cốc</a:t>
            </a:r>
            <a:endParaRPr/>
          </a:p>
          <a:p>
            <a:pPr indent="-457200" lvl="0" marL="457200" marR="0" rtl="0" algn="l">
              <a:lnSpc>
                <a:spcPct val="120000"/>
              </a:lnSpc>
              <a:spcBef>
                <a:spcPts val="1300"/>
              </a:spcBef>
              <a:spcAft>
                <a:spcPts val="0"/>
              </a:spcAft>
              <a:buClr>
                <a:srgbClr val="003399"/>
              </a:buClr>
              <a:buSzPts val="2600"/>
              <a:buFont typeface="Times New Roman"/>
              <a:buNone/>
            </a:pPr>
            <a:r>
              <a:rPr b="1" i="0" lang="en-US" sz="2600" u="none">
                <a:solidFill>
                  <a:srgbClr val="003399"/>
                </a:solidFill>
                <a:latin typeface="Times New Roman"/>
                <a:ea typeface="Times New Roman"/>
                <a:cs typeface="Times New Roman"/>
                <a:sym typeface="Times New Roman"/>
              </a:rPr>
              <a:t>+ Lấy 1 phần mật ong hòa đều với 5 phần nước lọc. Để yên. Dung dịch phải trong suốt.</a:t>
            </a:r>
            <a:endParaRPr/>
          </a:p>
          <a:p>
            <a:pPr indent="-457200" lvl="0" marL="457200" marR="0" rtl="0" algn="l">
              <a:lnSpc>
                <a:spcPct val="120000"/>
              </a:lnSpc>
              <a:spcBef>
                <a:spcPts val="1400"/>
              </a:spcBef>
              <a:spcAft>
                <a:spcPts val="0"/>
              </a:spcAft>
              <a:buClr>
                <a:srgbClr val="003399"/>
              </a:buClr>
              <a:buSzPts val="2600"/>
              <a:buFont typeface="Times New Roman"/>
              <a:buNone/>
            </a:pPr>
            <a:r>
              <a:rPr b="1" i="0" lang="en-US" sz="2600" u="none">
                <a:solidFill>
                  <a:srgbClr val="003399"/>
                </a:solidFill>
                <a:latin typeface="Times New Roman"/>
                <a:ea typeface="Times New Roman"/>
                <a:cs typeface="Times New Roman"/>
                <a:sym typeface="Times New Roman"/>
              </a:rPr>
              <a:t>+ Nhỏ  dung dịch Iod vào mật ong, khuấy đều. Mật nguyên chất không mầu. Trộn nước cháo, nước cơm 🡪 xanh lơ. Lẫn nước hàng 🡪 đỏ</a:t>
            </a:r>
            <a:r>
              <a:rPr b="1" i="0" lang="en-US" sz="2800" u="none">
                <a:solidFill>
                  <a:srgbClr val="003399"/>
                </a:solidFill>
                <a:latin typeface="Times New Roman"/>
                <a:ea typeface="Times New Roman"/>
                <a:cs typeface="Times New Roman"/>
                <a:sym typeface="Times New Roman"/>
              </a:rPr>
              <a:t>  </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4" name="Shape 374"/>
        <p:cNvGrpSpPr/>
        <p:nvPr/>
      </p:nvGrpSpPr>
      <p:grpSpPr>
        <a:xfrm>
          <a:off x="0" y="0"/>
          <a:ext cx="0" cy="0"/>
          <a:chOff x="0" y="0"/>
          <a:chExt cx="0" cy="0"/>
        </a:xfrm>
      </p:grpSpPr>
      <p:sp>
        <p:nvSpPr>
          <p:cNvPr id="375" name="Google Shape;375;p11"/>
          <p:cNvSpPr txBox="1"/>
          <p:nvPr/>
        </p:nvSpPr>
        <p:spPr>
          <a:xfrm>
            <a:off x="152400" y="457200"/>
            <a:ext cx="8991600" cy="6334125"/>
          </a:xfrm>
          <a:prstGeom prst="rect">
            <a:avLst/>
          </a:prstGeom>
          <a:noFill/>
          <a:ln>
            <a:noFill/>
          </a:ln>
        </p:spPr>
        <p:txBody>
          <a:bodyPr anchorCtr="0" anchor="t" bIns="45700" lIns="91425" spcFirstLastPara="1" rIns="91425" wrap="square" tIns="45700">
            <a:spAutoFit/>
          </a:bodyPr>
          <a:lstStyle/>
          <a:p>
            <a:pPr indent="-457200" lvl="0" marL="457200" marR="0" rtl="0" algn="ctr">
              <a:lnSpc>
                <a:spcPct val="100000"/>
              </a:lnSpc>
              <a:spcBef>
                <a:spcPts val="0"/>
              </a:spcBef>
              <a:spcAft>
                <a:spcPts val="0"/>
              </a:spcAft>
              <a:buClr>
                <a:srgbClr val="FF0066"/>
              </a:buClr>
              <a:buSzPts val="2800"/>
              <a:buFont typeface="Times New Roman"/>
              <a:buNone/>
            </a:pPr>
            <a:r>
              <a:rPr b="1" i="0" lang="en-US" sz="2800" u="none">
                <a:solidFill>
                  <a:srgbClr val="FF0066"/>
                </a:solidFill>
                <a:latin typeface="Times New Roman"/>
                <a:ea typeface="Times New Roman"/>
                <a:cs typeface="Times New Roman"/>
                <a:sym typeface="Times New Roman"/>
              </a:rPr>
              <a:t>MẬT ONG</a:t>
            </a:r>
            <a:endParaRPr/>
          </a:p>
          <a:p>
            <a:pPr indent="-457200" lvl="0" marL="457200" marR="0" rtl="0" algn="l">
              <a:lnSpc>
                <a:spcPct val="100000"/>
              </a:lnSpc>
              <a:spcBef>
                <a:spcPts val="1400"/>
              </a:spcBef>
              <a:spcAft>
                <a:spcPts val="0"/>
              </a:spcAft>
              <a:buClr>
                <a:srgbClr val="CC0066"/>
              </a:buClr>
              <a:buSzPts val="2800"/>
              <a:buFont typeface="Times New Roman"/>
              <a:buNone/>
            </a:pPr>
            <a:r>
              <a:rPr b="1" i="0" lang="en-US" sz="2800" u="none">
                <a:solidFill>
                  <a:srgbClr val="CC0066"/>
                </a:solidFill>
                <a:latin typeface="Times New Roman"/>
                <a:ea typeface="Times New Roman"/>
                <a:cs typeface="Times New Roman"/>
                <a:sym typeface="Times New Roman"/>
              </a:rPr>
              <a:t>Công dụng</a:t>
            </a:r>
            <a:r>
              <a:rPr b="1" i="0" lang="en-US" sz="2800" u="none">
                <a:solidFill>
                  <a:srgbClr val="003399"/>
                </a:solidFill>
                <a:latin typeface="Times New Roman"/>
                <a:ea typeface="Times New Roman"/>
                <a:cs typeface="Times New Roman"/>
                <a:sym typeface="Times New Roman"/>
              </a:rPr>
              <a:t> </a:t>
            </a:r>
            <a:endParaRPr/>
          </a:p>
          <a:p>
            <a:pPr indent="-457200" lvl="0" marL="457200" marR="0" rtl="0" algn="l">
              <a:lnSpc>
                <a:spcPct val="120000"/>
              </a:lnSpc>
              <a:spcBef>
                <a:spcPts val="1400"/>
              </a:spcBef>
              <a:spcAft>
                <a:spcPts val="0"/>
              </a:spcAft>
              <a:buClr>
                <a:srgbClr val="003399"/>
              </a:buClr>
              <a:buSzPts val="2800"/>
              <a:buFont typeface="Times New Roman"/>
              <a:buNone/>
            </a:pPr>
            <a:r>
              <a:rPr b="1" i="0" lang="en-US" sz="2800" u="none">
                <a:solidFill>
                  <a:srgbClr val="003399"/>
                </a:solidFill>
                <a:latin typeface="Times New Roman"/>
                <a:ea typeface="Times New Roman"/>
                <a:cs typeface="Times New Roman"/>
                <a:sym typeface="Times New Roman"/>
              </a:rPr>
              <a:t>- Từ xa xưa, mật ong là món ăn ngon, dễ tiêu hóa, nhiều chất bổ, là vị thuốc quí</a:t>
            </a:r>
            <a:endParaRPr/>
          </a:p>
          <a:p>
            <a:pPr indent="-457200" lvl="0" marL="457200" marR="0" rtl="0" algn="l">
              <a:lnSpc>
                <a:spcPct val="120000"/>
              </a:lnSpc>
              <a:spcBef>
                <a:spcPts val="1400"/>
              </a:spcBef>
              <a:spcAft>
                <a:spcPts val="0"/>
              </a:spcAft>
              <a:buClr>
                <a:srgbClr val="003399"/>
              </a:buClr>
              <a:buSzPts val="2800"/>
              <a:buFont typeface="Times New Roman"/>
              <a:buChar char="-"/>
            </a:pPr>
            <a:r>
              <a:rPr b="1" i="0" lang="en-US" sz="2800" u="none">
                <a:solidFill>
                  <a:srgbClr val="003399"/>
                </a:solidFill>
                <a:latin typeface="Times New Roman"/>
                <a:ea typeface="Times New Roman"/>
                <a:cs typeface="Times New Roman"/>
                <a:sym typeface="Times New Roman"/>
              </a:rPr>
              <a:t>Thuốc bổ làm da dẻ hồng hào, kéo dài tuổi thọ</a:t>
            </a:r>
            <a:endParaRPr/>
          </a:p>
          <a:p>
            <a:pPr indent="-457200" lvl="0" marL="457200" marR="0" rtl="0" algn="l">
              <a:lnSpc>
                <a:spcPct val="120000"/>
              </a:lnSpc>
              <a:spcBef>
                <a:spcPts val="1400"/>
              </a:spcBef>
              <a:spcAft>
                <a:spcPts val="0"/>
              </a:spcAft>
              <a:buClr>
                <a:srgbClr val="003399"/>
              </a:buClr>
              <a:buSzPts val="2800"/>
              <a:buFont typeface="Times New Roman"/>
              <a:buChar char="-"/>
            </a:pPr>
            <a:r>
              <a:rPr b="1" i="0" lang="en-US" sz="2800" u="none">
                <a:solidFill>
                  <a:srgbClr val="003399"/>
                </a:solidFill>
                <a:latin typeface="Times New Roman"/>
                <a:ea typeface="Times New Roman"/>
                <a:cs typeface="Times New Roman"/>
                <a:sym typeface="Times New Roman"/>
              </a:rPr>
              <a:t>Trẻ em : Hàng ngày uống 1-2 thìa cà phê mật ong 🡪 Chóng lớn, ít mắc bệnh</a:t>
            </a:r>
            <a:endParaRPr/>
          </a:p>
          <a:p>
            <a:pPr indent="-457200" lvl="0" marL="457200" marR="0" rtl="0" algn="l">
              <a:lnSpc>
                <a:spcPct val="120000"/>
              </a:lnSpc>
              <a:spcBef>
                <a:spcPts val="1400"/>
              </a:spcBef>
              <a:spcAft>
                <a:spcPts val="0"/>
              </a:spcAft>
              <a:buClr>
                <a:srgbClr val="003399"/>
              </a:buClr>
              <a:buSzPts val="2800"/>
              <a:buFont typeface="Times New Roman"/>
              <a:buChar char="-"/>
            </a:pPr>
            <a:r>
              <a:rPr b="1" i="0" lang="en-US" sz="2800" u="none">
                <a:solidFill>
                  <a:srgbClr val="003399"/>
                </a:solidFill>
                <a:latin typeface="Times New Roman"/>
                <a:ea typeface="Times New Roman"/>
                <a:cs typeface="Times New Roman"/>
                <a:sym typeface="Times New Roman"/>
              </a:rPr>
              <a:t>Người mới ốm dậy : Mật ong đánh với trứng gà</a:t>
            </a:r>
            <a:endParaRPr/>
          </a:p>
          <a:p>
            <a:pPr indent="-457200" lvl="0" marL="457200" marR="0" rtl="0" algn="l">
              <a:lnSpc>
                <a:spcPct val="120000"/>
              </a:lnSpc>
              <a:spcBef>
                <a:spcPts val="1400"/>
              </a:spcBef>
              <a:spcAft>
                <a:spcPts val="0"/>
              </a:spcAft>
              <a:buClr>
                <a:srgbClr val="003399"/>
              </a:buClr>
              <a:buSzPts val="2800"/>
              <a:buFont typeface="Times New Roman"/>
              <a:buChar char="-"/>
            </a:pPr>
            <a:r>
              <a:rPr b="1" i="0" lang="en-US" sz="2800" u="none">
                <a:solidFill>
                  <a:srgbClr val="003399"/>
                </a:solidFill>
                <a:latin typeface="Times New Roman"/>
                <a:ea typeface="Times New Roman"/>
                <a:cs typeface="Times New Roman"/>
                <a:sym typeface="Times New Roman"/>
              </a:rPr>
              <a:t>Người bị lao : 100-150g mật ong/ngày 🡪 Hồng cầu tăng nhanh, sức khỏe nhanh chóng hồi phục</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9" name="Shape 379"/>
        <p:cNvGrpSpPr/>
        <p:nvPr/>
      </p:nvGrpSpPr>
      <p:grpSpPr>
        <a:xfrm>
          <a:off x="0" y="0"/>
          <a:ext cx="0" cy="0"/>
          <a:chOff x="0" y="0"/>
          <a:chExt cx="0" cy="0"/>
        </a:xfrm>
      </p:grpSpPr>
      <p:sp>
        <p:nvSpPr>
          <p:cNvPr id="380" name="Google Shape;380;p12"/>
          <p:cNvSpPr txBox="1"/>
          <p:nvPr/>
        </p:nvSpPr>
        <p:spPr>
          <a:xfrm>
            <a:off x="152400" y="457200"/>
            <a:ext cx="8991600" cy="5478462"/>
          </a:xfrm>
          <a:prstGeom prst="rect">
            <a:avLst/>
          </a:prstGeom>
          <a:noFill/>
          <a:ln>
            <a:noFill/>
          </a:ln>
        </p:spPr>
        <p:txBody>
          <a:bodyPr anchorCtr="0" anchor="t" bIns="45700" lIns="91425" spcFirstLastPara="1" rIns="91425" wrap="square" tIns="45700">
            <a:spAutoFit/>
          </a:bodyPr>
          <a:lstStyle/>
          <a:p>
            <a:pPr indent="-457200" lvl="0" marL="457200" marR="0" rtl="0" algn="ctr">
              <a:lnSpc>
                <a:spcPct val="100000"/>
              </a:lnSpc>
              <a:spcBef>
                <a:spcPts val="0"/>
              </a:spcBef>
              <a:spcAft>
                <a:spcPts val="0"/>
              </a:spcAft>
              <a:buClr>
                <a:srgbClr val="FF0066"/>
              </a:buClr>
              <a:buSzPts val="2800"/>
              <a:buFont typeface="Times New Roman"/>
              <a:buNone/>
            </a:pPr>
            <a:r>
              <a:rPr b="1" i="0" lang="en-US" sz="2800" u="none">
                <a:solidFill>
                  <a:srgbClr val="FF0066"/>
                </a:solidFill>
                <a:latin typeface="Times New Roman"/>
                <a:ea typeface="Times New Roman"/>
                <a:cs typeface="Times New Roman"/>
                <a:sym typeface="Times New Roman"/>
              </a:rPr>
              <a:t>MẬT ONG</a:t>
            </a:r>
            <a:endParaRPr/>
          </a:p>
          <a:p>
            <a:pPr indent="-457200" lvl="0" marL="457200" marR="0" rtl="0" algn="l">
              <a:lnSpc>
                <a:spcPct val="120000"/>
              </a:lnSpc>
              <a:spcBef>
                <a:spcPts val="1400"/>
              </a:spcBef>
              <a:spcAft>
                <a:spcPts val="0"/>
              </a:spcAft>
              <a:buClr>
                <a:srgbClr val="003399"/>
              </a:buClr>
              <a:buSzPts val="2800"/>
              <a:buFont typeface="Times New Roman"/>
              <a:buChar char="-"/>
            </a:pPr>
            <a:r>
              <a:rPr b="1" i="0" lang="en-US" sz="2800" u="none">
                <a:solidFill>
                  <a:srgbClr val="003399"/>
                </a:solidFill>
                <a:latin typeface="Times New Roman"/>
                <a:ea typeface="Times New Roman"/>
                <a:cs typeface="Times New Roman"/>
                <a:sym typeface="Times New Roman"/>
              </a:rPr>
              <a:t>Cao ban long = Mật ong + Cao xương hươu, nai : Dùng cho cơ thể suy nhược, già yếu, phụ nữ đang nuôi con, TE chậm lớn</a:t>
            </a:r>
            <a:endParaRPr/>
          </a:p>
          <a:p>
            <a:pPr indent="-457200" lvl="0" marL="457200" marR="0" rtl="0" algn="l">
              <a:lnSpc>
                <a:spcPct val="120000"/>
              </a:lnSpc>
              <a:spcBef>
                <a:spcPts val="1400"/>
              </a:spcBef>
              <a:spcAft>
                <a:spcPts val="0"/>
              </a:spcAft>
              <a:buClr>
                <a:srgbClr val="003399"/>
              </a:buClr>
              <a:buSzPts val="2800"/>
              <a:buFont typeface="Times New Roman"/>
              <a:buChar char="-"/>
            </a:pPr>
            <a:r>
              <a:rPr b="1" i="0" lang="en-US" sz="2800" u="none">
                <a:solidFill>
                  <a:srgbClr val="003399"/>
                </a:solidFill>
                <a:latin typeface="Times New Roman"/>
                <a:ea typeface="Times New Roman"/>
                <a:cs typeface="Times New Roman"/>
                <a:sym typeface="Times New Roman"/>
              </a:rPr>
              <a:t>Mật ong + Cao trăn (Biệt dược Melium, Melphyton) : tăng cường gân cốt, chủ trị đau cột sống, bổ dưỡng</a:t>
            </a:r>
            <a:endParaRPr/>
          </a:p>
          <a:p>
            <a:pPr indent="-457200" lvl="0" marL="457200" marR="0" rtl="0" algn="l">
              <a:lnSpc>
                <a:spcPct val="120000"/>
              </a:lnSpc>
              <a:spcBef>
                <a:spcPts val="1400"/>
              </a:spcBef>
              <a:spcAft>
                <a:spcPts val="0"/>
              </a:spcAft>
              <a:buClr>
                <a:srgbClr val="003399"/>
              </a:buClr>
              <a:buSzPts val="2800"/>
              <a:buFont typeface="Times New Roman"/>
              <a:buChar char="-"/>
            </a:pPr>
            <a:r>
              <a:rPr b="1" i="0" lang="en-US" sz="2800" u="none">
                <a:solidFill>
                  <a:srgbClr val="003399"/>
                </a:solidFill>
                <a:latin typeface="Times New Roman"/>
                <a:ea typeface="Times New Roman"/>
                <a:cs typeface="Times New Roman"/>
                <a:sym typeface="Times New Roman"/>
              </a:rPr>
              <a:t>Mật ong có tính kháng khuẩn : Môi trường chứa 30% mật thì VK, nấm không phát triển</a:t>
            </a:r>
            <a:endParaRPr/>
          </a:p>
          <a:p>
            <a:pPr indent="-457200" lvl="0" marL="457200" marR="0" rtl="0" algn="l">
              <a:lnSpc>
                <a:spcPct val="120000"/>
              </a:lnSpc>
              <a:spcBef>
                <a:spcPts val="1400"/>
              </a:spcBef>
              <a:spcAft>
                <a:spcPts val="0"/>
              </a:spcAft>
              <a:buClr>
                <a:srgbClr val="003399"/>
              </a:buClr>
              <a:buSzPts val="2800"/>
              <a:buFont typeface="Times New Roman"/>
              <a:buNone/>
            </a:pPr>
            <a:r>
              <a:rPr b="1" i="0" lang="en-US" sz="2800" u="none">
                <a:solidFill>
                  <a:srgbClr val="003399"/>
                </a:solidFill>
                <a:latin typeface="Times New Roman"/>
                <a:ea typeface="Times New Roman"/>
                <a:cs typeface="Times New Roman"/>
                <a:sym typeface="Times New Roman"/>
              </a:rPr>
              <a:t>     TE bị tưa lưỡi 🡪 bôi mật ong</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4" name="Shape 384"/>
        <p:cNvGrpSpPr/>
        <p:nvPr/>
      </p:nvGrpSpPr>
      <p:grpSpPr>
        <a:xfrm>
          <a:off x="0" y="0"/>
          <a:ext cx="0" cy="0"/>
          <a:chOff x="0" y="0"/>
          <a:chExt cx="0" cy="0"/>
        </a:xfrm>
      </p:grpSpPr>
      <p:sp>
        <p:nvSpPr>
          <p:cNvPr id="385" name="Google Shape;385;p13"/>
          <p:cNvSpPr txBox="1"/>
          <p:nvPr/>
        </p:nvSpPr>
        <p:spPr>
          <a:xfrm>
            <a:off x="152400" y="457200"/>
            <a:ext cx="8991600" cy="4579937"/>
          </a:xfrm>
          <a:prstGeom prst="rect">
            <a:avLst/>
          </a:prstGeom>
          <a:noFill/>
          <a:ln>
            <a:noFill/>
          </a:ln>
        </p:spPr>
        <p:txBody>
          <a:bodyPr anchorCtr="0" anchor="t" bIns="45700" lIns="91425" spcFirstLastPara="1" rIns="91425" wrap="square" tIns="45700">
            <a:spAutoFit/>
          </a:bodyPr>
          <a:lstStyle/>
          <a:p>
            <a:pPr indent="-457200" lvl="0" marL="457200" marR="0" rtl="0" algn="ctr">
              <a:lnSpc>
                <a:spcPct val="100000"/>
              </a:lnSpc>
              <a:spcBef>
                <a:spcPts val="0"/>
              </a:spcBef>
              <a:spcAft>
                <a:spcPts val="0"/>
              </a:spcAft>
              <a:buClr>
                <a:srgbClr val="FF0066"/>
              </a:buClr>
              <a:buSzPts val="2800"/>
              <a:buFont typeface="Times New Roman"/>
              <a:buNone/>
            </a:pPr>
            <a:r>
              <a:rPr b="1" i="0" lang="en-US" sz="2800" u="none">
                <a:solidFill>
                  <a:srgbClr val="FF0066"/>
                </a:solidFill>
                <a:latin typeface="Times New Roman"/>
                <a:ea typeface="Times New Roman"/>
                <a:cs typeface="Times New Roman"/>
                <a:sym typeface="Times New Roman"/>
              </a:rPr>
              <a:t>MẬT ONG</a:t>
            </a:r>
            <a:endParaRPr/>
          </a:p>
          <a:p>
            <a:pPr indent="-457200" lvl="0" marL="457200" marR="0" rtl="0" algn="ctr">
              <a:lnSpc>
                <a:spcPct val="100000"/>
              </a:lnSpc>
              <a:spcBef>
                <a:spcPts val="1400"/>
              </a:spcBef>
              <a:spcAft>
                <a:spcPts val="0"/>
              </a:spcAft>
              <a:buClr>
                <a:schemeClr val="dk1"/>
              </a:buClr>
              <a:buSzPts val="2800"/>
              <a:buFont typeface="Times New Roman"/>
              <a:buNone/>
            </a:pPr>
            <a:r>
              <a:t/>
            </a:r>
            <a:endParaRPr b="1" i="0" sz="2800" u="none">
              <a:solidFill>
                <a:srgbClr val="FF0066"/>
              </a:solidFill>
              <a:latin typeface="Times New Roman"/>
              <a:ea typeface="Times New Roman"/>
              <a:cs typeface="Times New Roman"/>
              <a:sym typeface="Times New Roman"/>
            </a:endParaRPr>
          </a:p>
          <a:p>
            <a:pPr indent="-457200" lvl="0" marL="457200" marR="0" rtl="0" algn="l">
              <a:lnSpc>
                <a:spcPct val="100000"/>
              </a:lnSpc>
              <a:spcBef>
                <a:spcPts val="1400"/>
              </a:spcBef>
              <a:spcAft>
                <a:spcPts val="0"/>
              </a:spcAft>
              <a:buClr>
                <a:srgbClr val="003399"/>
              </a:buClr>
              <a:buSzPts val="2800"/>
              <a:buFont typeface="Times New Roman"/>
              <a:buChar char="-"/>
            </a:pPr>
            <a:r>
              <a:rPr b="1" i="0" lang="en-US" sz="2800" u="none">
                <a:solidFill>
                  <a:srgbClr val="003399"/>
                </a:solidFill>
                <a:latin typeface="Times New Roman"/>
                <a:ea typeface="Times New Roman"/>
                <a:cs typeface="Times New Roman"/>
                <a:sym typeface="Times New Roman"/>
              </a:rPr>
              <a:t>Giảm độ acid dạ dày, chữa bệnh đường ruột.</a:t>
            </a:r>
            <a:endParaRPr/>
          </a:p>
          <a:p>
            <a:pPr indent="-457200" lvl="0" marL="457200" marR="0" rtl="0" algn="l">
              <a:lnSpc>
                <a:spcPct val="100000"/>
              </a:lnSpc>
              <a:spcBef>
                <a:spcPts val="1400"/>
              </a:spcBef>
              <a:spcAft>
                <a:spcPts val="0"/>
              </a:spcAft>
              <a:buClr>
                <a:srgbClr val="003399"/>
              </a:buClr>
              <a:buSzPts val="2800"/>
              <a:buFont typeface="Times New Roman"/>
              <a:buNone/>
            </a:pPr>
            <a:r>
              <a:rPr b="1" i="0" lang="en-US" sz="2800" u="none">
                <a:solidFill>
                  <a:srgbClr val="003399"/>
                </a:solidFill>
                <a:latin typeface="Times New Roman"/>
                <a:ea typeface="Times New Roman"/>
                <a:cs typeface="Times New Roman"/>
                <a:sym typeface="Times New Roman"/>
              </a:rPr>
              <a:t>     Cao dạ cẩm : Dịch chiết Dạ cẩm + Mật ong : Chữa viêm loét dạ dày tá tràng</a:t>
            </a:r>
            <a:endParaRPr/>
          </a:p>
          <a:p>
            <a:pPr indent="-457200" lvl="0" marL="457200" marR="0" rtl="0" algn="l">
              <a:lnSpc>
                <a:spcPct val="100000"/>
              </a:lnSpc>
              <a:spcBef>
                <a:spcPts val="1400"/>
              </a:spcBef>
              <a:spcAft>
                <a:spcPts val="0"/>
              </a:spcAft>
              <a:buClr>
                <a:srgbClr val="003399"/>
              </a:buClr>
              <a:buSzPts val="2800"/>
              <a:buFont typeface="Times New Roman"/>
              <a:buNone/>
            </a:pPr>
            <a:r>
              <a:rPr b="1" i="0" lang="en-US" sz="2800" u="none">
                <a:solidFill>
                  <a:srgbClr val="003399"/>
                </a:solidFill>
                <a:latin typeface="Times New Roman"/>
                <a:ea typeface="Times New Roman"/>
                <a:cs typeface="Times New Roman"/>
                <a:sym typeface="Times New Roman"/>
              </a:rPr>
              <a:t>     Mật ong + nghệ vàng + trứng gà</a:t>
            </a:r>
            <a:endParaRPr/>
          </a:p>
          <a:p>
            <a:pPr indent="-457200" lvl="0" marL="457200" marR="0" rtl="0" algn="l">
              <a:lnSpc>
                <a:spcPct val="100000"/>
              </a:lnSpc>
              <a:spcBef>
                <a:spcPts val="1400"/>
              </a:spcBef>
              <a:spcAft>
                <a:spcPts val="0"/>
              </a:spcAft>
              <a:buClr>
                <a:srgbClr val="003399"/>
              </a:buClr>
              <a:buSzPts val="2800"/>
              <a:buFont typeface="Times New Roman"/>
              <a:buNone/>
            </a:pPr>
            <a:r>
              <a:rPr b="1" i="0" lang="en-US" sz="2800" u="none">
                <a:solidFill>
                  <a:srgbClr val="003399"/>
                </a:solidFill>
                <a:latin typeface="Times New Roman"/>
                <a:ea typeface="Times New Roman"/>
                <a:cs typeface="Times New Roman"/>
                <a:sym typeface="Times New Roman"/>
              </a:rPr>
              <a:t>-    Làm tá dược thuốc viên, thuốc tễ, thuốc ho trẻ em, rượu thuốc</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9" name="Shape 389"/>
        <p:cNvGrpSpPr/>
        <p:nvPr/>
      </p:nvGrpSpPr>
      <p:grpSpPr>
        <a:xfrm>
          <a:off x="0" y="0"/>
          <a:ext cx="0" cy="0"/>
          <a:chOff x="0" y="0"/>
          <a:chExt cx="0" cy="0"/>
        </a:xfrm>
      </p:grpSpPr>
      <p:sp>
        <p:nvSpPr>
          <p:cNvPr id="390" name="Google Shape;390;p14"/>
          <p:cNvSpPr txBox="1"/>
          <p:nvPr/>
        </p:nvSpPr>
        <p:spPr>
          <a:xfrm>
            <a:off x="152400" y="457200"/>
            <a:ext cx="8991600" cy="4470400"/>
          </a:xfrm>
          <a:prstGeom prst="rect">
            <a:avLst/>
          </a:prstGeom>
          <a:noFill/>
          <a:ln>
            <a:noFill/>
          </a:ln>
        </p:spPr>
        <p:txBody>
          <a:bodyPr anchorCtr="0" anchor="t" bIns="45700" lIns="91425" spcFirstLastPara="1" rIns="91425" wrap="square" tIns="45700">
            <a:spAutoFit/>
          </a:bodyPr>
          <a:lstStyle/>
          <a:p>
            <a:pPr indent="-457200" lvl="0" marL="457200" marR="0" rtl="0" algn="ctr">
              <a:lnSpc>
                <a:spcPct val="100000"/>
              </a:lnSpc>
              <a:spcBef>
                <a:spcPts val="0"/>
              </a:spcBef>
              <a:spcAft>
                <a:spcPts val="0"/>
              </a:spcAft>
              <a:buClr>
                <a:srgbClr val="FF0066"/>
              </a:buClr>
              <a:buSzPts val="2800"/>
              <a:buFont typeface="Times New Roman"/>
              <a:buNone/>
            </a:pPr>
            <a:r>
              <a:rPr b="1" i="0" lang="en-US" sz="2800" u="none">
                <a:solidFill>
                  <a:srgbClr val="FF0066"/>
                </a:solidFill>
                <a:latin typeface="Times New Roman"/>
                <a:ea typeface="Times New Roman"/>
                <a:cs typeface="Times New Roman"/>
                <a:sym typeface="Times New Roman"/>
              </a:rPr>
              <a:t>SỮA ONG CHÚA</a:t>
            </a:r>
            <a:endParaRPr/>
          </a:p>
          <a:p>
            <a:pPr indent="-457200" lvl="0" marL="457200" marR="0" rtl="0" algn="ctr">
              <a:lnSpc>
                <a:spcPct val="100000"/>
              </a:lnSpc>
              <a:spcBef>
                <a:spcPts val="1400"/>
              </a:spcBef>
              <a:spcAft>
                <a:spcPts val="0"/>
              </a:spcAft>
              <a:buClr>
                <a:schemeClr val="dk1"/>
              </a:buClr>
              <a:buSzPts val="2800"/>
              <a:buFont typeface="Times New Roman"/>
              <a:buNone/>
            </a:pPr>
            <a:r>
              <a:t/>
            </a:r>
            <a:endParaRPr b="1" i="0" sz="2800" u="none">
              <a:solidFill>
                <a:srgbClr val="FF0066"/>
              </a:solidFill>
              <a:latin typeface="Times New Roman"/>
              <a:ea typeface="Times New Roman"/>
              <a:cs typeface="Times New Roman"/>
              <a:sym typeface="Times New Roman"/>
            </a:endParaRPr>
          </a:p>
          <a:p>
            <a:pPr indent="-457200" lvl="0" marL="457200" marR="0" rtl="0" algn="l">
              <a:lnSpc>
                <a:spcPct val="135000"/>
              </a:lnSpc>
              <a:spcBef>
                <a:spcPts val="1400"/>
              </a:spcBef>
              <a:spcAft>
                <a:spcPts val="0"/>
              </a:spcAft>
              <a:buClr>
                <a:srgbClr val="003399"/>
              </a:buClr>
              <a:buSzPts val="2800"/>
              <a:buFont typeface="Times New Roman"/>
              <a:buChar char="-"/>
            </a:pPr>
            <a:r>
              <a:rPr b="1" i="0" lang="en-US" sz="2800" u="none">
                <a:solidFill>
                  <a:srgbClr val="003399"/>
                </a:solidFill>
                <a:latin typeface="Times New Roman"/>
                <a:ea typeface="Times New Roman"/>
                <a:cs typeface="Times New Roman"/>
                <a:sym typeface="Times New Roman"/>
              </a:rPr>
              <a:t>Sữa ong chúa : Được tiết ra từ tuyến sữa dưới hàm của ong thợ 7 ngày tuổi. Có giá trị cao nhất trong tổ ong.</a:t>
            </a:r>
            <a:endParaRPr/>
          </a:p>
          <a:p>
            <a:pPr indent="-457200" lvl="0" marL="457200" marR="0" rtl="0" algn="l">
              <a:lnSpc>
                <a:spcPct val="135000"/>
              </a:lnSpc>
              <a:spcBef>
                <a:spcPts val="1400"/>
              </a:spcBef>
              <a:spcAft>
                <a:spcPts val="0"/>
              </a:spcAft>
              <a:buClr>
                <a:srgbClr val="CC0066"/>
              </a:buClr>
              <a:buSzPts val="2800"/>
              <a:buFont typeface="Times New Roman"/>
              <a:buChar char="-"/>
            </a:pPr>
            <a:r>
              <a:rPr b="1" i="0" lang="en-US" sz="2800" u="none">
                <a:solidFill>
                  <a:srgbClr val="CC0066"/>
                </a:solidFill>
                <a:latin typeface="Times New Roman"/>
                <a:ea typeface="Times New Roman"/>
                <a:cs typeface="Times New Roman"/>
                <a:sym typeface="Times New Roman"/>
              </a:rPr>
              <a:t>Thành phần</a:t>
            </a:r>
            <a:r>
              <a:rPr b="1" i="0" lang="en-US" sz="2800" u="none">
                <a:solidFill>
                  <a:srgbClr val="003399"/>
                </a:solidFill>
                <a:latin typeface="Times New Roman"/>
                <a:ea typeface="Times New Roman"/>
                <a:cs typeface="Times New Roman"/>
                <a:sym typeface="Times New Roman"/>
              </a:rPr>
              <a:t> : Nước, Acid amin (Nhiều loại cơ thể không thể tự tổng hợp được : Cystein), protein, mỡ, đường, vitamin, hormon, enzym, muối khoáng….</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4" name="Shape 394"/>
        <p:cNvGrpSpPr/>
        <p:nvPr/>
      </p:nvGrpSpPr>
      <p:grpSpPr>
        <a:xfrm>
          <a:off x="0" y="0"/>
          <a:ext cx="0" cy="0"/>
          <a:chOff x="0" y="0"/>
          <a:chExt cx="0" cy="0"/>
        </a:xfrm>
      </p:grpSpPr>
      <p:sp>
        <p:nvSpPr>
          <p:cNvPr id="395" name="Google Shape;395;p15"/>
          <p:cNvSpPr txBox="1"/>
          <p:nvPr/>
        </p:nvSpPr>
        <p:spPr>
          <a:xfrm>
            <a:off x="152400" y="457200"/>
            <a:ext cx="8991600" cy="5410200"/>
          </a:xfrm>
          <a:prstGeom prst="rect">
            <a:avLst/>
          </a:prstGeom>
          <a:noFill/>
          <a:ln>
            <a:noFill/>
          </a:ln>
        </p:spPr>
        <p:txBody>
          <a:bodyPr anchorCtr="0" anchor="t" bIns="45700" lIns="91425" spcFirstLastPara="1" rIns="91425" wrap="square" tIns="45700">
            <a:spAutoFit/>
          </a:bodyPr>
          <a:lstStyle/>
          <a:p>
            <a:pPr indent="-457200" lvl="0" marL="457200" marR="0" rtl="0" algn="ctr">
              <a:lnSpc>
                <a:spcPct val="100000"/>
              </a:lnSpc>
              <a:spcBef>
                <a:spcPts val="0"/>
              </a:spcBef>
              <a:spcAft>
                <a:spcPts val="0"/>
              </a:spcAft>
              <a:buClr>
                <a:srgbClr val="FF0066"/>
              </a:buClr>
              <a:buSzPts val="2800"/>
              <a:buFont typeface="Times New Roman"/>
              <a:buNone/>
            </a:pPr>
            <a:r>
              <a:rPr b="1" i="0" lang="en-US" sz="2800" u="none">
                <a:solidFill>
                  <a:srgbClr val="FF0066"/>
                </a:solidFill>
                <a:latin typeface="Times New Roman"/>
                <a:ea typeface="Times New Roman"/>
                <a:cs typeface="Times New Roman"/>
                <a:sym typeface="Times New Roman"/>
              </a:rPr>
              <a:t>SỮA ONG CHÚA</a:t>
            </a:r>
            <a:endParaRPr/>
          </a:p>
          <a:p>
            <a:pPr indent="-457200" lvl="0" marL="457200" marR="0" rtl="0" algn="l">
              <a:lnSpc>
                <a:spcPct val="135000"/>
              </a:lnSpc>
              <a:spcBef>
                <a:spcPts val="1400"/>
              </a:spcBef>
              <a:spcAft>
                <a:spcPts val="0"/>
              </a:spcAft>
              <a:buClr>
                <a:srgbClr val="CC0066"/>
              </a:buClr>
              <a:buSzPts val="2800"/>
              <a:buFont typeface="Times New Roman"/>
              <a:buNone/>
            </a:pPr>
            <a:r>
              <a:rPr b="1" i="0" lang="en-US" sz="2800" u="none">
                <a:solidFill>
                  <a:srgbClr val="CC0066"/>
                </a:solidFill>
                <a:latin typeface="Times New Roman"/>
                <a:ea typeface="Times New Roman"/>
                <a:cs typeface="Times New Roman"/>
                <a:sym typeface="Times New Roman"/>
              </a:rPr>
              <a:t>     Công dụng</a:t>
            </a:r>
            <a:r>
              <a:rPr b="1" i="0" lang="en-US" sz="2800" u="none">
                <a:solidFill>
                  <a:srgbClr val="003399"/>
                </a:solidFill>
                <a:latin typeface="Times New Roman"/>
                <a:ea typeface="Times New Roman"/>
                <a:cs typeface="Times New Roman"/>
                <a:sym typeface="Times New Roman"/>
              </a:rPr>
              <a:t> </a:t>
            </a:r>
            <a:endParaRPr/>
          </a:p>
          <a:p>
            <a:pPr indent="-457200" lvl="0" marL="457200" marR="0" rtl="0" algn="l">
              <a:lnSpc>
                <a:spcPct val="135000"/>
              </a:lnSpc>
              <a:spcBef>
                <a:spcPts val="1400"/>
              </a:spcBef>
              <a:spcAft>
                <a:spcPts val="0"/>
              </a:spcAft>
              <a:buClr>
                <a:srgbClr val="003399"/>
              </a:buClr>
              <a:buSzPts val="2800"/>
              <a:buFont typeface="Times New Roman"/>
              <a:buChar char="-"/>
            </a:pPr>
            <a:r>
              <a:rPr b="1" i="0" lang="en-US" sz="2800" u="none">
                <a:solidFill>
                  <a:srgbClr val="003399"/>
                </a:solidFill>
                <a:latin typeface="Times New Roman"/>
                <a:ea typeface="Times New Roman"/>
                <a:cs typeface="Times New Roman"/>
                <a:sym typeface="Times New Roman"/>
              </a:rPr>
              <a:t>Dùng cho người già yếu, suy nhược toàn thân, thiếu máu, lao, PN sau đẻ bị băng huyết, ít sữa, TE suy dinh dưỡng, kém thông minh, chậm lớn</a:t>
            </a:r>
            <a:endParaRPr/>
          </a:p>
          <a:p>
            <a:pPr indent="-457200" lvl="0" marL="457200" marR="0" rtl="0" algn="l">
              <a:lnSpc>
                <a:spcPct val="135000"/>
              </a:lnSpc>
              <a:spcBef>
                <a:spcPts val="1400"/>
              </a:spcBef>
              <a:spcAft>
                <a:spcPts val="0"/>
              </a:spcAft>
              <a:buClr>
                <a:srgbClr val="003399"/>
              </a:buClr>
              <a:buSzPts val="2800"/>
              <a:buFont typeface="Times New Roman"/>
              <a:buChar char="-"/>
            </a:pPr>
            <a:r>
              <a:rPr b="1" i="0" lang="en-US" sz="2800" u="none">
                <a:solidFill>
                  <a:srgbClr val="003399"/>
                </a:solidFill>
                <a:latin typeface="Times New Roman"/>
                <a:ea typeface="Times New Roman"/>
                <a:cs typeface="Times New Roman"/>
                <a:sym typeface="Times New Roman"/>
              </a:rPr>
              <a:t>Bệnh thần kinh, huyết áp, xơ vữa động mạch</a:t>
            </a:r>
            <a:endParaRPr/>
          </a:p>
          <a:p>
            <a:pPr indent="-457200" lvl="0" marL="457200" marR="0" rtl="0" algn="l">
              <a:lnSpc>
                <a:spcPct val="135000"/>
              </a:lnSpc>
              <a:spcBef>
                <a:spcPts val="1400"/>
              </a:spcBef>
              <a:spcAft>
                <a:spcPts val="0"/>
              </a:spcAft>
              <a:buClr>
                <a:srgbClr val="003399"/>
              </a:buClr>
              <a:buSzPts val="2800"/>
              <a:buFont typeface="Times New Roman"/>
              <a:buChar char="-"/>
            </a:pPr>
            <a:r>
              <a:rPr b="1" i="0" lang="en-US" sz="2800" u="none">
                <a:solidFill>
                  <a:srgbClr val="003399"/>
                </a:solidFill>
                <a:latin typeface="Times New Roman"/>
                <a:ea typeface="Times New Roman"/>
                <a:cs typeface="Times New Roman"/>
                <a:sym typeface="Times New Roman"/>
              </a:rPr>
              <a:t>Da dẻ mịn màng, chữa tàn nhang, trứng cá, viêm da có mủ, chàm ở trẻ sơ sinh : Dạng kem bôi</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9" name="Shape 399"/>
        <p:cNvGrpSpPr/>
        <p:nvPr/>
      </p:nvGrpSpPr>
      <p:grpSpPr>
        <a:xfrm>
          <a:off x="0" y="0"/>
          <a:ext cx="0" cy="0"/>
          <a:chOff x="0" y="0"/>
          <a:chExt cx="0" cy="0"/>
        </a:xfrm>
      </p:grpSpPr>
      <p:sp>
        <p:nvSpPr>
          <p:cNvPr id="400" name="Google Shape;400;p16"/>
          <p:cNvSpPr txBox="1"/>
          <p:nvPr/>
        </p:nvSpPr>
        <p:spPr>
          <a:xfrm>
            <a:off x="152400" y="457200"/>
            <a:ext cx="8991600" cy="5737225"/>
          </a:xfrm>
          <a:prstGeom prst="rect">
            <a:avLst/>
          </a:prstGeom>
          <a:noFill/>
          <a:ln>
            <a:noFill/>
          </a:ln>
        </p:spPr>
        <p:txBody>
          <a:bodyPr anchorCtr="0" anchor="t" bIns="45700" lIns="91425" spcFirstLastPara="1" rIns="91425" wrap="square" tIns="45700">
            <a:spAutoFit/>
          </a:bodyPr>
          <a:lstStyle/>
          <a:p>
            <a:pPr indent="-457200" lvl="0" marL="457200" marR="0" rtl="0" algn="ctr">
              <a:lnSpc>
                <a:spcPct val="110000"/>
              </a:lnSpc>
              <a:spcBef>
                <a:spcPts val="0"/>
              </a:spcBef>
              <a:spcAft>
                <a:spcPts val="0"/>
              </a:spcAft>
              <a:buClr>
                <a:srgbClr val="FF0066"/>
              </a:buClr>
              <a:buSzPts val="2800"/>
              <a:buFont typeface="Times New Roman"/>
              <a:buNone/>
            </a:pPr>
            <a:r>
              <a:rPr b="1" i="0" lang="en-US" sz="2800" u="none">
                <a:solidFill>
                  <a:srgbClr val="FF0066"/>
                </a:solidFill>
                <a:latin typeface="Times New Roman"/>
                <a:ea typeface="Times New Roman"/>
                <a:cs typeface="Times New Roman"/>
                <a:sym typeface="Times New Roman"/>
              </a:rPr>
              <a:t>PHẤN HOA</a:t>
            </a:r>
            <a:endParaRPr/>
          </a:p>
          <a:p>
            <a:pPr indent="-457200" lvl="0" marL="457200" marR="0" rtl="0" algn="l">
              <a:lnSpc>
                <a:spcPct val="100000"/>
              </a:lnSpc>
              <a:spcBef>
                <a:spcPts val="1400"/>
              </a:spcBef>
              <a:spcAft>
                <a:spcPts val="0"/>
              </a:spcAft>
              <a:buClr>
                <a:srgbClr val="CC0066"/>
              </a:buClr>
              <a:buSzPts val="2800"/>
              <a:buFont typeface="Times New Roman"/>
              <a:buChar char="-"/>
            </a:pPr>
            <a:r>
              <a:rPr b="1" i="0" lang="en-US" sz="2800" u="none">
                <a:solidFill>
                  <a:srgbClr val="CC0066"/>
                </a:solidFill>
                <a:latin typeface="Times New Roman"/>
                <a:ea typeface="Times New Roman"/>
                <a:cs typeface="Times New Roman"/>
                <a:sym typeface="Times New Roman"/>
              </a:rPr>
              <a:t>Phấn hoa</a:t>
            </a:r>
            <a:r>
              <a:rPr b="1" i="0" lang="en-US" sz="2800" u="none">
                <a:solidFill>
                  <a:srgbClr val="003399"/>
                </a:solidFill>
                <a:latin typeface="Times New Roman"/>
                <a:ea typeface="Times New Roman"/>
                <a:cs typeface="Times New Roman"/>
                <a:sym typeface="Times New Roman"/>
              </a:rPr>
              <a:t> : Do ong thợ thu hoạch từ phấn hoa các loài cây khác nhau</a:t>
            </a:r>
            <a:endParaRPr/>
          </a:p>
          <a:p>
            <a:pPr indent="-457200" lvl="0" marL="457200" marR="0" rtl="0" algn="l">
              <a:lnSpc>
                <a:spcPct val="100000"/>
              </a:lnSpc>
              <a:spcBef>
                <a:spcPts val="1400"/>
              </a:spcBef>
              <a:spcAft>
                <a:spcPts val="0"/>
              </a:spcAft>
              <a:buClr>
                <a:srgbClr val="CC0066"/>
              </a:buClr>
              <a:buSzPts val="2800"/>
              <a:buFont typeface="Times New Roman"/>
              <a:buChar char="-"/>
            </a:pPr>
            <a:r>
              <a:rPr b="1" i="0" lang="en-US" sz="2800" u="none">
                <a:solidFill>
                  <a:srgbClr val="CC0066"/>
                </a:solidFill>
                <a:latin typeface="Times New Roman"/>
                <a:ea typeface="Times New Roman"/>
                <a:cs typeface="Times New Roman"/>
                <a:sym typeface="Times New Roman"/>
              </a:rPr>
              <a:t>Thành phần</a:t>
            </a:r>
            <a:r>
              <a:rPr b="1" i="0" lang="en-US" sz="2800" u="none">
                <a:solidFill>
                  <a:srgbClr val="003399"/>
                </a:solidFill>
                <a:latin typeface="Times New Roman"/>
                <a:ea typeface="Times New Roman"/>
                <a:cs typeface="Times New Roman"/>
                <a:sym typeface="Times New Roman"/>
              </a:rPr>
              <a:t> : Đường, Protein, Lipid, nhiều loại men estrogen, antrogen; Vitamin, Nguyên tố vi lượng</a:t>
            </a:r>
            <a:endParaRPr/>
          </a:p>
          <a:p>
            <a:pPr indent="-457200" lvl="0" marL="457200" marR="0" rtl="0" algn="l">
              <a:lnSpc>
                <a:spcPct val="100000"/>
              </a:lnSpc>
              <a:spcBef>
                <a:spcPts val="1400"/>
              </a:spcBef>
              <a:spcAft>
                <a:spcPts val="0"/>
              </a:spcAft>
              <a:buClr>
                <a:srgbClr val="CC0066"/>
              </a:buClr>
              <a:buSzPts val="2800"/>
              <a:buFont typeface="Times New Roman"/>
              <a:buChar char="-"/>
            </a:pPr>
            <a:r>
              <a:rPr b="1" i="0" lang="en-US" sz="2800" u="none">
                <a:solidFill>
                  <a:srgbClr val="CC0066"/>
                </a:solidFill>
                <a:latin typeface="Times New Roman"/>
                <a:ea typeface="Times New Roman"/>
                <a:cs typeface="Times New Roman"/>
                <a:sym typeface="Times New Roman"/>
              </a:rPr>
              <a:t>Công dụng</a:t>
            </a:r>
            <a:r>
              <a:rPr b="1" i="0" lang="en-US" sz="2800" u="none">
                <a:solidFill>
                  <a:srgbClr val="003399"/>
                </a:solidFill>
                <a:latin typeface="Times New Roman"/>
                <a:ea typeface="Times New Roman"/>
                <a:cs typeface="Times New Roman"/>
                <a:sym typeface="Times New Roman"/>
              </a:rPr>
              <a:t> : </a:t>
            </a:r>
            <a:endParaRPr/>
          </a:p>
          <a:p>
            <a:pPr indent="-457200" lvl="0" marL="457200" marR="0" rtl="0" algn="l">
              <a:lnSpc>
                <a:spcPct val="100000"/>
              </a:lnSpc>
              <a:spcBef>
                <a:spcPts val="1400"/>
              </a:spcBef>
              <a:spcAft>
                <a:spcPts val="0"/>
              </a:spcAft>
              <a:buClr>
                <a:srgbClr val="003399"/>
              </a:buClr>
              <a:buSzPts val="2800"/>
              <a:buFont typeface="Times New Roman"/>
              <a:buNone/>
            </a:pPr>
            <a:r>
              <a:rPr b="1" i="0" lang="en-US" sz="2800" u="none">
                <a:solidFill>
                  <a:srgbClr val="003399"/>
                </a:solidFill>
                <a:latin typeface="Times New Roman"/>
                <a:ea typeface="Times New Roman"/>
                <a:cs typeface="Times New Roman"/>
                <a:sym typeface="Times New Roman"/>
              </a:rPr>
              <a:t>	Làm thuốc bổ, chữa viêm đại tràng mãn tính, TE thiếu máu</a:t>
            </a:r>
            <a:endParaRPr/>
          </a:p>
          <a:p>
            <a:pPr indent="-457200" lvl="0" marL="457200" marR="0" rtl="0" algn="l">
              <a:lnSpc>
                <a:spcPct val="100000"/>
              </a:lnSpc>
              <a:spcBef>
                <a:spcPts val="1400"/>
              </a:spcBef>
              <a:spcAft>
                <a:spcPts val="0"/>
              </a:spcAft>
              <a:buClr>
                <a:srgbClr val="003399"/>
              </a:buClr>
              <a:buSzPts val="2800"/>
              <a:buFont typeface="Times New Roman"/>
              <a:buNone/>
            </a:pPr>
            <a:r>
              <a:rPr b="1" i="0" lang="en-US" sz="2800" u="none">
                <a:solidFill>
                  <a:srgbClr val="003399"/>
                </a:solidFill>
                <a:latin typeface="Times New Roman"/>
                <a:ea typeface="Times New Roman"/>
                <a:cs typeface="Times New Roman"/>
                <a:sym typeface="Times New Roman"/>
              </a:rPr>
              <a:t>	Cao huyết áp, chống lão hóa</a:t>
            </a:r>
            <a:endParaRPr/>
          </a:p>
          <a:p>
            <a:pPr indent="-457200" lvl="0" marL="457200" marR="0" rtl="0" algn="l">
              <a:lnSpc>
                <a:spcPct val="100000"/>
              </a:lnSpc>
              <a:spcBef>
                <a:spcPts val="1400"/>
              </a:spcBef>
              <a:spcAft>
                <a:spcPts val="0"/>
              </a:spcAft>
              <a:buClr>
                <a:srgbClr val="CC0066"/>
              </a:buClr>
              <a:buSzPts val="2800"/>
              <a:buFont typeface="Times New Roman"/>
              <a:buNone/>
            </a:pPr>
            <a:r>
              <a:rPr b="1" i="0" lang="en-US" sz="2800" u="none">
                <a:solidFill>
                  <a:srgbClr val="CC0066"/>
                </a:solidFill>
                <a:latin typeface="Times New Roman"/>
                <a:ea typeface="Times New Roman"/>
                <a:cs typeface="Times New Roman"/>
                <a:sym typeface="Times New Roman"/>
              </a:rPr>
              <a:t>- CCĐ</a:t>
            </a:r>
            <a:r>
              <a:rPr b="1" i="0" lang="en-US" sz="2800" u="none">
                <a:solidFill>
                  <a:srgbClr val="003399"/>
                </a:solidFill>
                <a:latin typeface="Times New Roman"/>
                <a:ea typeface="Times New Roman"/>
                <a:cs typeface="Times New Roman"/>
                <a:sym typeface="Times New Roman"/>
              </a:rPr>
              <a:t> : Dị ứng phấn hoa</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4" name="Shape 404"/>
        <p:cNvGrpSpPr/>
        <p:nvPr/>
      </p:nvGrpSpPr>
      <p:grpSpPr>
        <a:xfrm>
          <a:off x="0" y="0"/>
          <a:ext cx="0" cy="0"/>
          <a:chOff x="0" y="0"/>
          <a:chExt cx="0" cy="0"/>
        </a:xfrm>
      </p:grpSpPr>
      <p:sp>
        <p:nvSpPr>
          <p:cNvPr id="405" name="Google Shape;405;p17"/>
          <p:cNvSpPr txBox="1"/>
          <p:nvPr/>
        </p:nvSpPr>
        <p:spPr>
          <a:xfrm>
            <a:off x="152400" y="457200"/>
            <a:ext cx="8991600" cy="519112"/>
          </a:xfrm>
          <a:prstGeom prst="rect">
            <a:avLst/>
          </a:prstGeom>
          <a:noFill/>
          <a:ln>
            <a:noFill/>
          </a:ln>
        </p:spPr>
        <p:txBody>
          <a:bodyPr anchorCtr="0" anchor="t" bIns="45700" lIns="91425" spcFirstLastPara="1" rIns="91425" wrap="square" tIns="45700">
            <a:spAutoFit/>
          </a:bodyPr>
          <a:lstStyle/>
          <a:p>
            <a:pPr indent="-457200" lvl="0" marL="457200" marR="0" rtl="0" algn="ctr">
              <a:lnSpc>
                <a:spcPct val="100000"/>
              </a:lnSpc>
              <a:spcBef>
                <a:spcPts val="0"/>
              </a:spcBef>
              <a:spcAft>
                <a:spcPts val="0"/>
              </a:spcAft>
              <a:buClr>
                <a:srgbClr val="FF0066"/>
              </a:buClr>
              <a:buSzPts val="2800"/>
              <a:buFont typeface="Times New Roman"/>
              <a:buNone/>
            </a:pPr>
            <a:r>
              <a:rPr b="1" i="0" lang="en-US" sz="2800" u="none">
                <a:solidFill>
                  <a:srgbClr val="FF0066"/>
                </a:solidFill>
                <a:latin typeface="Times New Roman"/>
                <a:ea typeface="Times New Roman"/>
                <a:cs typeface="Times New Roman"/>
                <a:sym typeface="Times New Roman"/>
              </a:rPr>
              <a:t>SÁP ONG VÀNG</a:t>
            </a:r>
            <a:endParaRPr/>
          </a:p>
        </p:txBody>
      </p:sp>
      <p:pic>
        <p:nvPicPr>
          <p:cNvPr descr="Cera_flava1" id="406" name="Google Shape;406;p17"/>
          <p:cNvPicPr preferRelativeResize="0"/>
          <p:nvPr/>
        </p:nvPicPr>
        <p:blipFill rotWithShape="1">
          <a:blip r:embed="rId3">
            <a:alphaModFix/>
          </a:blip>
          <a:srcRect b="0" l="0" r="0" t="0"/>
          <a:stretch/>
        </p:blipFill>
        <p:spPr>
          <a:xfrm>
            <a:off x="1219200" y="1219200"/>
            <a:ext cx="6705600" cy="502920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0" name="Shape 410"/>
        <p:cNvGrpSpPr/>
        <p:nvPr/>
      </p:nvGrpSpPr>
      <p:grpSpPr>
        <a:xfrm>
          <a:off x="0" y="0"/>
          <a:ext cx="0" cy="0"/>
          <a:chOff x="0" y="0"/>
          <a:chExt cx="0" cy="0"/>
        </a:xfrm>
      </p:grpSpPr>
      <p:sp>
        <p:nvSpPr>
          <p:cNvPr id="411" name="Google Shape;411;p18"/>
          <p:cNvSpPr txBox="1"/>
          <p:nvPr/>
        </p:nvSpPr>
        <p:spPr>
          <a:xfrm>
            <a:off x="152400" y="457200"/>
            <a:ext cx="8991600" cy="519112"/>
          </a:xfrm>
          <a:prstGeom prst="rect">
            <a:avLst/>
          </a:prstGeom>
          <a:noFill/>
          <a:ln>
            <a:noFill/>
          </a:ln>
        </p:spPr>
        <p:txBody>
          <a:bodyPr anchorCtr="0" anchor="t" bIns="45700" lIns="91425" spcFirstLastPara="1" rIns="91425" wrap="square" tIns="45700">
            <a:spAutoFit/>
          </a:bodyPr>
          <a:lstStyle/>
          <a:p>
            <a:pPr indent="-457200" lvl="0" marL="457200" marR="0" rtl="0" algn="ctr">
              <a:lnSpc>
                <a:spcPct val="100000"/>
              </a:lnSpc>
              <a:spcBef>
                <a:spcPts val="0"/>
              </a:spcBef>
              <a:spcAft>
                <a:spcPts val="0"/>
              </a:spcAft>
              <a:buClr>
                <a:srgbClr val="FF0066"/>
              </a:buClr>
              <a:buSzPts val="2800"/>
              <a:buFont typeface="Times New Roman"/>
              <a:buNone/>
            </a:pPr>
            <a:r>
              <a:rPr b="1" i="0" lang="en-US" sz="2800" u="none">
                <a:solidFill>
                  <a:srgbClr val="FF0066"/>
                </a:solidFill>
                <a:latin typeface="Times New Roman"/>
                <a:ea typeface="Times New Roman"/>
                <a:cs typeface="Times New Roman"/>
                <a:sym typeface="Times New Roman"/>
              </a:rPr>
              <a:t>SÁP ONG TRẮNG</a:t>
            </a:r>
            <a:endParaRPr/>
          </a:p>
        </p:txBody>
      </p:sp>
      <p:pic>
        <p:nvPicPr>
          <p:cNvPr descr="Lush-Honey-I-Washed-The-Kids" id="412" name="Google Shape;412;p18"/>
          <p:cNvPicPr preferRelativeResize="0"/>
          <p:nvPr/>
        </p:nvPicPr>
        <p:blipFill rotWithShape="1">
          <a:blip r:embed="rId3">
            <a:alphaModFix/>
          </a:blip>
          <a:srcRect b="0" l="0" r="0" t="0"/>
          <a:stretch/>
        </p:blipFill>
        <p:spPr>
          <a:xfrm>
            <a:off x="1219200" y="1155700"/>
            <a:ext cx="6553200" cy="509270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6" name="Shape 416"/>
        <p:cNvGrpSpPr/>
        <p:nvPr/>
      </p:nvGrpSpPr>
      <p:grpSpPr>
        <a:xfrm>
          <a:off x="0" y="0"/>
          <a:ext cx="0" cy="0"/>
          <a:chOff x="0" y="0"/>
          <a:chExt cx="0" cy="0"/>
        </a:xfrm>
      </p:grpSpPr>
      <p:sp>
        <p:nvSpPr>
          <p:cNvPr id="417" name="Google Shape;417;p19"/>
          <p:cNvSpPr txBox="1"/>
          <p:nvPr/>
        </p:nvSpPr>
        <p:spPr>
          <a:xfrm>
            <a:off x="152400" y="457200"/>
            <a:ext cx="8991600" cy="5624512"/>
          </a:xfrm>
          <a:prstGeom prst="rect">
            <a:avLst/>
          </a:prstGeom>
          <a:noFill/>
          <a:ln>
            <a:noFill/>
          </a:ln>
        </p:spPr>
        <p:txBody>
          <a:bodyPr anchorCtr="0" anchor="t" bIns="45700" lIns="91425" spcFirstLastPara="1" rIns="91425" wrap="square" tIns="45700">
            <a:spAutoFit/>
          </a:bodyPr>
          <a:lstStyle/>
          <a:p>
            <a:pPr indent="-457200" lvl="0" marL="457200" marR="0" rtl="0" algn="ctr">
              <a:lnSpc>
                <a:spcPct val="100000"/>
              </a:lnSpc>
              <a:spcBef>
                <a:spcPts val="0"/>
              </a:spcBef>
              <a:spcAft>
                <a:spcPts val="0"/>
              </a:spcAft>
              <a:buClr>
                <a:srgbClr val="FF0066"/>
              </a:buClr>
              <a:buSzPts val="2800"/>
              <a:buFont typeface="Times New Roman"/>
              <a:buNone/>
            </a:pPr>
            <a:r>
              <a:rPr b="1" i="0" lang="en-US" sz="2800" u="none">
                <a:solidFill>
                  <a:srgbClr val="FF0066"/>
                </a:solidFill>
                <a:latin typeface="Times New Roman"/>
                <a:ea typeface="Times New Roman"/>
                <a:cs typeface="Times New Roman"/>
                <a:sym typeface="Times New Roman"/>
              </a:rPr>
              <a:t>SÁP ONG</a:t>
            </a:r>
            <a:endParaRPr/>
          </a:p>
          <a:p>
            <a:pPr indent="-457200" lvl="0" marL="457200" marR="0" rtl="0" algn="l">
              <a:lnSpc>
                <a:spcPct val="135000"/>
              </a:lnSpc>
              <a:spcBef>
                <a:spcPts val="1400"/>
              </a:spcBef>
              <a:spcAft>
                <a:spcPts val="0"/>
              </a:spcAft>
              <a:buClr>
                <a:srgbClr val="003399"/>
              </a:buClr>
              <a:buSzPts val="2800"/>
              <a:buFont typeface="Times New Roman"/>
              <a:buChar char="-"/>
            </a:pPr>
            <a:r>
              <a:rPr b="1" i="0" lang="en-US" sz="2800" u="none">
                <a:solidFill>
                  <a:srgbClr val="003399"/>
                </a:solidFill>
                <a:latin typeface="Times New Roman"/>
                <a:ea typeface="Times New Roman"/>
                <a:cs typeface="Times New Roman"/>
                <a:sym typeface="Times New Roman"/>
              </a:rPr>
              <a:t>Sáp ong : Được tiết ra từ tuyến sáp dưới bụng ong thợ, dùng để xây bánh tổ</a:t>
            </a:r>
            <a:endParaRPr/>
          </a:p>
          <a:p>
            <a:pPr indent="-457200" lvl="0" marL="457200" marR="0" rtl="0" algn="l">
              <a:lnSpc>
                <a:spcPct val="135000"/>
              </a:lnSpc>
              <a:spcBef>
                <a:spcPts val="1400"/>
              </a:spcBef>
              <a:spcAft>
                <a:spcPts val="0"/>
              </a:spcAft>
              <a:buClr>
                <a:srgbClr val="003399"/>
              </a:buClr>
              <a:buSzPts val="2800"/>
              <a:buFont typeface="Times New Roman"/>
              <a:buNone/>
            </a:pPr>
            <a:r>
              <a:rPr b="1" i="0" lang="en-US" sz="2800" u="none">
                <a:solidFill>
                  <a:srgbClr val="003399"/>
                </a:solidFill>
                <a:latin typeface="Times New Roman"/>
                <a:ea typeface="Times New Roman"/>
                <a:cs typeface="Times New Roman"/>
                <a:sym typeface="Times New Roman"/>
              </a:rPr>
              <a:t>     Tổ ong mật sau khi lấy mật đun với nước thu được sáp ong vàng, phơi nắng 🡪 sáp ong trắng</a:t>
            </a:r>
            <a:endParaRPr b="1" i="0" sz="2800" u="none">
              <a:solidFill>
                <a:srgbClr val="003399"/>
              </a:solidFill>
              <a:latin typeface="Times New Roman"/>
              <a:ea typeface="Times New Roman"/>
              <a:cs typeface="Times New Roman"/>
              <a:sym typeface="Times New Roman"/>
            </a:endParaRPr>
          </a:p>
          <a:p>
            <a:pPr indent="-457200" lvl="0" marL="457200" marR="0" rtl="0" algn="l">
              <a:lnSpc>
                <a:spcPct val="135000"/>
              </a:lnSpc>
              <a:spcBef>
                <a:spcPts val="1400"/>
              </a:spcBef>
              <a:spcAft>
                <a:spcPts val="0"/>
              </a:spcAft>
              <a:buClr>
                <a:srgbClr val="CC0066"/>
              </a:buClr>
              <a:buSzPts val="2800"/>
              <a:buFont typeface="Times New Roman"/>
              <a:buChar char="-"/>
            </a:pPr>
            <a:r>
              <a:rPr b="1" i="0" lang="en-US" sz="2800" u="none">
                <a:solidFill>
                  <a:srgbClr val="CC0066"/>
                </a:solidFill>
                <a:latin typeface="Times New Roman"/>
                <a:ea typeface="Times New Roman"/>
                <a:cs typeface="Times New Roman"/>
                <a:sym typeface="Times New Roman"/>
              </a:rPr>
              <a:t>Thành phần hóa học</a:t>
            </a:r>
            <a:r>
              <a:rPr b="1" i="0" lang="en-US" sz="2800" u="none">
                <a:solidFill>
                  <a:srgbClr val="003399"/>
                </a:solidFill>
                <a:latin typeface="Times New Roman"/>
                <a:ea typeface="Times New Roman"/>
                <a:cs typeface="Times New Roman"/>
                <a:sym typeface="Times New Roman"/>
              </a:rPr>
              <a:t> : Cerid </a:t>
            </a:r>
            <a:endParaRPr/>
          </a:p>
          <a:p>
            <a:pPr indent="-457200" lvl="0" marL="457200" marR="0" rtl="0" algn="l">
              <a:lnSpc>
                <a:spcPct val="135000"/>
              </a:lnSpc>
              <a:spcBef>
                <a:spcPts val="1400"/>
              </a:spcBef>
              <a:spcAft>
                <a:spcPts val="0"/>
              </a:spcAft>
              <a:buClr>
                <a:srgbClr val="CC0066"/>
              </a:buClr>
              <a:buSzPts val="2800"/>
              <a:buFont typeface="Times New Roman"/>
              <a:buChar char="-"/>
            </a:pPr>
            <a:r>
              <a:rPr b="1" i="0" lang="en-US" sz="2800" u="none">
                <a:solidFill>
                  <a:srgbClr val="CC0066"/>
                </a:solidFill>
                <a:latin typeface="Times New Roman"/>
                <a:ea typeface="Times New Roman"/>
                <a:cs typeface="Times New Roman"/>
                <a:sym typeface="Times New Roman"/>
              </a:rPr>
              <a:t>Công dụng</a:t>
            </a:r>
            <a:r>
              <a:rPr b="1" i="0" lang="en-US" sz="2800" u="none">
                <a:solidFill>
                  <a:srgbClr val="003399"/>
                </a:solidFill>
                <a:latin typeface="Times New Roman"/>
                <a:ea typeface="Times New Roman"/>
                <a:cs typeface="Times New Roman"/>
                <a:sym typeface="Times New Roman"/>
              </a:rPr>
              <a:t> : Tá dược thuốc mỡ, cao xoa, cao dán</a:t>
            </a:r>
            <a:endParaRPr/>
          </a:p>
          <a:p>
            <a:pPr indent="-457200" lvl="0" marL="457200" marR="0" rtl="0" algn="l">
              <a:lnSpc>
                <a:spcPct val="135000"/>
              </a:lnSpc>
              <a:spcBef>
                <a:spcPts val="1400"/>
              </a:spcBef>
              <a:spcAft>
                <a:spcPts val="0"/>
              </a:spcAft>
              <a:buClr>
                <a:srgbClr val="003399"/>
              </a:buClr>
              <a:buSzPts val="2800"/>
              <a:buFont typeface="Times New Roman"/>
              <a:buNone/>
            </a:pPr>
            <a:r>
              <a:rPr b="1" i="0" lang="en-US" sz="2800" u="none">
                <a:solidFill>
                  <a:srgbClr val="003399"/>
                </a:solidFill>
                <a:latin typeface="Times New Roman"/>
                <a:ea typeface="Times New Roman"/>
                <a:cs typeface="Times New Roman"/>
                <a:sym typeface="Times New Roman"/>
              </a:rPr>
              <a:t>                            Cầm máu, chữa lỵ, chữa viêm tai giữa</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1" name="Shape 421"/>
        <p:cNvGrpSpPr/>
        <p:nvPr/>
      </p:nvGrpSpPr>
      <p:grpSpPr>
        <a:xfrm>
          <a:off x="0" y="0"/>
          <a:ext cx="0" cy="0"/>
          <a:chOff x="0" y="0"/>
          <a:chExt cx="0" cy="0"/>
        </a:xfrm>
      </p:grpSpPr>
      <p:sp>
        <p:nvSpPr>
          <p:cNvPr id="422" name="Google Shape;422;p20"/>
          <p:cNvSpPr txBox="1"/>
          <p:nvPr/>
        </p:nvSpPr>
        <p:spPr>
          <a:xfrm>
            <a:off x="152400" y="457200"/>
            <a:ext cx="8991600" cy="6200775"/>
          </a:xfrm>
          <a:prstGeom prst="rect">
            <a:avLst/>
          </a:prstGeom>
          <a:noFill/>
          <a:ln>
            <a:noFill/>
          </a:ln>
        </p:spPr>
        <p:txBody>
          <a:bodyPr anchorCtr="0" anchor="t" bIns="45700" lIns="91425" spcFirstLastPara="1" rIns="91425" wrap="square" tIns="45700">
            <a:spAutoFit/>
          </a:bodyPr>
          <a:lstStyle/>
          <a:p>
            <a:pPr indent="-457200" lvl="0" marL="457200" marR="0" rtl="0" algn="ctr">
              <a:lnSpc>
                <a:spcPct val="100000"/>
              </a:lnSpc>
              <a:spcBef>
                <a:spcPts val="0"/>
              </a:spcBef>
              <a:spcAft>
                <a:spcPts val="0"/>
              </a:spcAft>
              <a:buClr>
                <a:srgbClr val="FF0066"/>
              </a:buClr>
              <a:buSzPts val="2800"/>
              <a:buFont typeface="Times New Roman"/>
              <a:buNone/>
            </a:pPr>
            <a:r>
              <a:rPr b="1" i="0" lang="en-US" sz="2800" u="none">
                <a:solidFill>
                  <a:srgbClr val="FF0066"/>
                </a:solidFill>
                <a:latin typeface="Times New Roman"/>
                <a:ea typeface="Times New Roman"/>
                <a:cs typeface="Times New Roman"/>
                <a:sym typeface="Times New Roman"/>
              </a:rPr>
              <a:t>NỌC ONG</a:t>
            </a:r>
            <a:endParaRPr/>
          </a:p>
          <a:p>
            <a:pPr indent="-457200" lvl="0" marL="457200" marR="0" rtl="0" algn="l">
              <a:lnSpc>
                <a:spcPct val="135000"/>
              </a:lnSpc>
              <a:spcBef>
                <a:spcPts val="1400"/>
              </a:spcBef>
              <a:spcAft>
                <a:spcPts val="0"/>
              </a:spcAft>
              <a:buClr>
                <a:srgbClr val="003399"/>
              </a:buClr>
              <a:buSzPts val="2800"/>
              <a:buFont typeface="Times New Roman"/>
              <a:buChar char="-"/>
            </a:pPr>
            <a:r>
              <a:rPr b="1" i="0" lang="en-US" sz="2800" u="none">
                <a:solidFill>
                  <a:srgbClr val="003399"/>
                </a:solidFill>
                <a:latin typeface="Times New Roman"/>
                <a:ea typeface="Times New Roman"/>
                <a:cs typeface="Times New Roman"/>
                <a:sym typeface="Times New Roman"/>
              </a:rPr>
              <a:t>Nọc ong : Được tiết ra từ tuyến nọc độc ở phần đuôi của ong.</a:t>
            </a:r>
            <a:endParaRPr/>
          </a:p>
          <a:p>
            <a:pPr indent="-457200" lvl="0" marL="457200" marR="0" rtl="0" algn="l">
              <a:lnSpc>
                <a:spcPct val="135000"/>
              </a:lnSpc>
              <a:spcBef>
                <a:spcPts val="1400"/>
              </a:spcBef>
              <a:spcAft>
                <a:spcPts val="0"/>
              </a:spcAft>
              <a:buClr>
                <a:srgbClr val="CC0066"/>
              </a:buClr>
              <a:buSzPts val="2800"/>
              <a:buFont typeface="Times New Roman"/>
              <a:buChar char="-"/>
            </a:pPr>
            <a:r>
              <a:rPr b="1" i="0" lang="en-US" sz="2800" u="none">
                <a:solidFill>
                  <a:srgbClr val="CC0066"/>
                </a:solidFill>
                <a:latin typeface="Times New Roman"/>
                <a:ea typeface="Times New Roman"/>
                <a:cs typeface="Times New Roman"/>
                <a:sym typeface="Times New Roman"/>
              </a:rPr>
              <a:t>Thành phần hóa học</a:t>
            </a:r>
            <a:endParaRPr/>
          </a:p>
          <a:p>
            <a:pPr indent="-457200" lvl="0" marL="457200" marR="0" rtl="0" algn="l">
              <a:lnSpc>
                <a:spcPct val="135000"/>
              </a:lnSpc>
              <a:spcBef>
                <a:spcPts val="1400"/>
              </a:spcBef>
              <a:spcAft>
                <a:spcPts val="0"/>
              </a:spcAft>
              <a:buClr>
                <a:srgbClr val="003399"/>
              </a:buClr>
              <a:buSzPts val="2800"/>
              <a:buFont typeface="Times New Roman"/>
              <a:buNone/>
            </a:pPr>
            <a:r>
              <a:rPr b="1" i="0" lang="en-US" sz="2800" u="none">
                <a:solidFill>
                  <a:srgbClr val="003399"/>
                </a:solidFill>
                <a:latin typeface="Times New Roman"/>
                <a:ea typeface="Times New Roman"/>
                <a:cs typeface="Times New Roman"/>
                <a:sym typeface="Times New Roman"/>
              </a:rPr>
              <a:t>     Acid hữu cơ : Acid ortophosphoric, acid hydrochloric, histamin, men, acetyl cholin, acid amin,…..</a:t>
            </a:r>
            <a:endParaRPr/>
          </a:p>
          <a:p>
            <a:pPr indent="-457200" lvl="0" marL="457200" marR="0" rtl="0" algn="l">
              <a:lnSpc>
                <a:spcPct val="135000"/>
              </a:lnSpc>
              <a:spcBef>
                <a:spcPts val="1400"/>
              </a:spcBef>
              <a:spcAft>
                <a:spcPts val="0"/>
              </a:spcAft>
              <a:buClr>
                <a:srgbClr val="CC0066"/>
              </a:buClr>
              <a:buSzPts val="2800"/>
              <a:buFont typeface="Times New Roman"/>
              <a:buChar char="-"/>
            </a:pPr>
            <a:r>
              <a:rPr b="1" i="0" lang="en-US" sz="2800" u="none">
                <a:solidFill>
                  <a:srgbClr val="CC0066"/>
                </a:solidFill>
                <a:latin typeface="Times New Roman"/>
                <a:ea typeface="Times New Roman"/>
                <a:cs typeface="Times New Roman"/>
                <a:sym typeface="Times New Roman"/>
              </a:rPr>
              <a:t>Công dụng</a:t>
            </a:r>
            <a:r>
              <a:rPr b="1" i="0" lang="en-US" sz="2800" u="none">
                <a:solidFill>
                  <a:srgbClr val="003399"/>
                </a:solidFill>
                <a:latin typeface="Times New Roman"/>
                <a:ea typeface="Times New Roman"/>
                <a:cs typeface="Times New Roman"/>
                <a:sym typeface="Times New Roman"/>
              </a:rPr>
              <a:t> : Chữa các bệnh xương khớp, viêm dây thần kinh, eczema, cao huyết áp, mắt</a:t>
            </a:r>
            <a:endParaRPr/>
          </a:p>
          <a:p>
            <a:pPr indent="-457200" lvl="0" marL="457200" marR="0" rtl="0" algn="l">
              <a:lnSpc>
                <a:spcPct val="135000"/>
              </a:lnSpc>
              <a:spcBef>
                <a:spcPts val="1400"/>
              </a:spcBef>
              <a:spcAft>
                <a:spcPts val="0"/>
              </a:spcAft>
              <a:buClr>
                <a:srgbClr val="003399"/>
              </a:buClr>
              <a:buSzPts val="2800"/>
              <a:buFont typeface="Times New Roman"/>
              <a:buNone/>
            </a:pPr>
            <a:r>
              <a:rPr b="1" i="0" lang="en-US" sz="2800" u="none">
                <a:solidFill>
                  <a:srgbClr val="003399"/>
                </a:solidFill>
                <a:latin typeface="Times New Roman"/>
                <a:ea typeface="Times New Roman"/>
                <a:cs typeface="Times New Roman"/>
                <a:sym typeface="Times New Roman"/>
              </a:rPr>
              <a:t>    Một số nơi : Cho ong đốt chữa bệnh</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6" name="Shape 426"/>
        <p:cNvGrpSpPr/>
        <p:nvPr/>
      </p:nvGrpSpPr>
      <p:grpSpPr>
        <a:xfrm>
          <a:off x="0" y="0"/>
          <a:ext cx="0" cy="0"/>
          <a:chOff x="0" y="0"/>
          <a:chExt cx="0" cy="0"/>
        </a:xfrm>
      </p:grpSpPr>
      <p:sp>
        <p:nvSpPr>
          <p:cNvPr id="427" name="Google Shape;427;p21"/>
          <p:cNvSpPr txBox="1"/>
          <p:nvPr/>
        </p:nvSpPr>
        <p:spPr>
          <a:xfrm>
            <a:off x="152400" y="457200"/>
            <a:ext cx="8991600" cy="3467100"/>
          </a:xfrm>
          <a:prstGeom prst="rect">
            <a:avLst/>
          </a:prstGeom>
          <a:noFill/>
          <a:ln>
            <a:noFill/>
          </a:ln>
        </p:spPr>
        <p:txBody>
          <a:bodyPr anchorCtr="0" anchor="t" bIns="45700" lIns="91425" spcFirstLastPara="1" rIns="91425" wrap="square" tIns="45700">
            <a:spAutoFit/>
          </a:bodyPr>
          <a:lstStyle/>
          <a:p>
            <a:pPr indent="-457200" lvl="0" marL="457200" marR="0" rtl="0" algn="ctr">
              <a:lnSpc>
                <a:spcPct val="100000"/>
              </a:lnSpc>
              <a:spcBef>
                <a:spcPts val="0"/>
              </a:spcBef>
              <a:spcAft>
                <a:spcPts val="0"/>
              </a:spcAft>
              <a:buClr>
                <a:srgbClr val="FF0066"/>
              </a:buClr>
              <a:buSzPts val="2800"/>
              <a:buFont typeface="Times New Roman"/>
              <a:buNone/>
            </a:pPr>
            <a:r>
              <a:rPr b="1" i="0" lang="en-US" sz="2800" u="none">
                <a:solidFill>
                  <a:srgbClr val="FF0066"/>
                </a:solidFill>
                <a:latin typeface="Times New Roman"/>
                <a:ea typeface="Times New Roman"/>
                <a:cs typeface="Times New Roman"/>
                <a:sym typeface="Times New Roman"/>
              </a:rPr>
              <a:t>NỌC ONG</a:t>
            </a:r>
            <a:endParaRPr/>
          </a:p>
          <a:p>
            <a:pPr indent="-457200" lvl="0" marL="457200" marR="0" rtl="0" algn="l">
              <a:lnSpc>
                <a:spcPct val="135000"/>
              </a:lnSpc>
              <a:spcBef>
                <a:spcPts val="1400"/>
              </a:spcBef>
              <a:spcAft>
                <a:spcPts val="0"/>
              </a:spcAft>
              <a:buClr>
                <a:srgbClr val="003399"/>
              </a:buClr>
              <a:buSzPts val="2800"/>
              <a:buFont typeface="Times New Roman"/>
              <a:buChar char="-"/>
            </a:pPr>
            <a:r>
              <a:rPr b="1" i="0" lang="en-US" sz="2800" u="none">
                <a:solidFill>
                  <a:srgbClr val="003399"/>
                </a:solidFill>
                <a:latin typeface="Times New Roman"/>
                <a:ea typeface="Times New Roman"/>
                <a:cs typeface="Times New Roman"/>
                <a:sym typeface="Times New Roman"/>
              </a:rPr>
              <a:t>Xử trí khi bị ong đốt</a:t>
            </a:r>
            <a:endParaRPr/>
          </a:p>
          <a:p>
            <a:pPr indent="-457200" lvl="0" marL="457200" marR="0" rtl="0" algn="l">
              <a:lnSpc>
                <a:spcPct val="135000"/>
              </a:lnSpc>
              <a:spcBef>
                <a:spcPts val="1400"/>
              </a:spcBef>
              <a:spcAft>
                <a:spcPts val="0"/>
              </a:spcAft>
              <a:buClr>
                <a:srgbClr val="003399"/>
              </a:buClr>
              <a:buSzPts val="2800"/>
              <a:buFont typeface="Times New Roman"/>
              <a:buNone/>
            </a:pPr>
            <a:r>
              <a:rPr b="1" i="0" lang="en-US" sz="2800" u="none">
                <a:solidFill>
                  <a:srgbClr val="003399"/>
                </a:solidFill>
                <a:latin typeface="Times New Roman"/>
                <a:ea typeface="Times New Roman"/>
                <a:cs typeface="Times New Roman"/>
                <a:sym typeface="Times New Roman"/>
              </a:rPr>
              <a:t>     Dân gian : Lấy vôi ăn trầu bôi vào chỗ bị đốt</a:t>
            </a:r>
            <a:endParaRPr/>
          </a:p>
          <a:p>
            <a:pPr indent="-457200" lvl="0" marL="457200" marR="0" rtl="0" algn="l">
              <a:lnSpc>
                <a:spcPct val="135000"/>
              </a:lnSpc>
              <a:spcBef>
                <a:spcPts val="1400"/>
              </a:spcBef>
              <a:spcAft>
                <a:spcPts val="0"/>
              </a:spcAft>
              <a:buClr>
                <a:srgbClr val="003399"/>
              </a:buClr>
              <a:buSzPts val="2800"/>
              <a:buFont typeface="Times New Roman"/>
              <a:buNone/>
            </a:pPr>
            <a:r>
              <a:rPr b="1" i="0" lang="en-US" sz="2800" u="none">
                <a:solidFill>
                  <a:srgbClr val="003399"/>
                </a:solidFill>
                <a:latin typeface="Times New Roman"/>
                <a:ea typeface="Times New Roman"/>
                <a:cs typeface="Times New Roman"/>
                <a:sym typeface="Times New Roman"/>
              </a:rPr>
              <a:t>     Lá sắn dây rửa sạch, giã nát, thêm nước gạn uống, bã đắp vào chỗ ong đốt.</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1" name="Shape 431"/>
        <p:cNvGrpSpPr/>
        <p:nvPr/>
      </p:nvGrpSpPr>
      <p:grpSpPr>
        <a:xfrm>
          <a:off x="0" y="0"/>
          <a:ext cx="0" cy="0"/>
          <a:chOff x="0" y="0"/>
          <a:chExt cx="0" cy="0"/>
        </a:xfrm>
      </p:grpSpPr>
      <p:sp>
        <p:nvSpPr>
          <p:cNvPr id="432" name="Google Shape;432;p22"/>
          <p:cNvSpPr txBox="1"/>
          <p:nvPr/>
        </p:nvSpPr>
        <p:spPr>
          <a:xfrm>
            <a:off x="152400" y="457200"/>
            <a:ext cx="8991600" cy="5991225"/>
          </a:xfrm>
          <a:prstGeom prst="rect">
            <a:avLst/>
          </a:prstGeom>
          <a:noFill/>
          <a:ln>
            <a:noFill/>
          </a:ln>
        </p:spPr>
        <p:txBody>
          <a:bodyPr anchorCtr="0" anchor="t" bIns="45700" lIns="91425" spcFirstLastPara="1" rIns="91425" wrap="square" tIns="45700">
            <a:spAutoFit/>
          </a:bodyPr>
          <a:lstStyle/>
          <a:p>
            <a:pPr indent="-457200" lvl="0" marL="457200" marR="0" rtl="0" algn="ctr">
              <a:lnSpc>
                <a:spcPct val="100000"/>
              </a:lnSpc>
              <a:spcBef>
                <a:spcPts val="0"/>
              </a:spcBef>
              <a:spcAft>
                <a:spcPts val="0"/>
              </a:spcAft>
              <a:buClr>
                <a:srgbClr val="FF0066"/>
              </a:buClr>
              <a:buSzPts val="2800"/>
              <a:buFont typeface="Times New Roman"/>
              <a:buNone/>
            </a:pPr>
            <a:r>
              <a:rPr b="1" i="0" lang="en-US" sz="2800" u="none">
                <a:solidFill>
                  <a:srgbClr val="FF0066"/>
                </a:solidFill>
                <a:latin typeface="Times New Roman"/>
                <a:ea typeface="Times New Roman"/>
                <a:cs typeface="Times New Roman"/>
                <a:sym typeface="Times New Roman"/>
              </a:rPr>
              <a:t>KEO ONG </a:t>
            </a:r>
            <a:endParaRPr/>
          </a:p>
          <a:p>
            <a:pPr indent="-457200" lvl="0" marL="457200" marR="0" rtl="0" algn="l">
              <a:lnSpc>
                <a:spcPct val="120000"/>
              </a:lnSpc>
              <a:spcBef>
                <a:spcPts val="1400"/>
              </a:spcBef>
              <a:spcAft>
                <a:spcPts val="0"/>
              </a:spcAft>
              <a:buClr>
                <a:srgbClr val="003399"/>
              </a:buClr>
              <a:buSzPts val="2800"/>
              <a:buFont typeface="Times New Roman"/>
              <a:buChar char="-"/>
            </a:pPr>
            <a:r>
              <a:rPr b="1" i="0" lang="en-US" sz="2800" u="none">
                <a:solidFill>
                  <a:srgbClr val="003399"/>
                </a:solidFill>
                <a:latin typeface="Times New Roman"/>
                <a:ea typeface="Times New Roman"/>
                <a:cs typeface="Times New Roman"/>
                <a:sym typeface="Times New Roman"/>
              </a:rPr>
              <a:t>Keo ong : Do ong thợ thu hoạch từ cây cỏ và vỏ phấn hoa chế biến để gắn kín các khe hở của tổ, bọc côn trùng, gián</a:t>
            </a:r>
            <a:endParaRPr/>
          </a:p>
          <a:p>
            <a:pPr indent="-457200" lvl="0" marL="457200" marR="0" rtl="0" algn="l">
              <a:lnSpc>
                <a:spcPct val="120000"/>
              </a:lnSpc>
              <a:spcBef>
                <a:spcPts val="1400"/>
              </a:spcBef>
              <a:spcAft>
                <a:spcPts val="0"/>
              </a:spcAft>
              <a:buClr>
                <a:srgbClr val="CC0066"/>
              </a:buClr>
              <a:buSzPts val="2800"/>
              <a:buFont typeface="Times New Roman"/>
              <a:buChar char="-"/>
            </a:pPr>
            <a:r>
              <a:rPr b="1" i="0" lang="en-US" sz="2800" u="none">
                <a:solidFill>
                  <a:srgbClr val="CC0066"/>
                </a:solidFill>
                <a:latin typeface="Times New Roman"/>
                <a:ea typeface="Times New Roman"/>
                <a:cs typeface="Times New Roman"/>
                <a:sym typeface="Times New Roman"/>
              </a:rPr>
              <a:t>Thành phần hóa học</a:t>
            </a:r>
            <a:endParaRPr/>
          </a:p>
          <a:p>
            <a:pPr indent="-457200" lvl="0" marL="457200" marR="0" rtl="0" algn="l">
              <a:lnSpc>
                <a:spcPct val="120000"/>
              </a:lnSpc>
              <a:spcBef>
                <a:spcPts val="1400"/>
              </a:spcBef>
              <a:spcAft>
                <a:spcPts val="0"/>
              </a:spcAft>
              <a:buClr>
                <a:srgbClr val="003399"/>
              </a:buClr>
              <a:buSzPts val="2800"/>
              <a:buFont typeface="Times New Roman"/>
              <a:buNone/>
            </a:pPr>
            <a:r>
              <a:rPr b="1" i="0" lang="en-US" sz="2800" u="none">
                <a:solidFill>
                  <a:srgbClr val="003399"/>
                </a:solidFill>
                <a:latin typeface="Times New Roman"/>
                <a:ea typeface="Times New Roman"/>
                <a:cs typeface="Times New Roman"/>
                <a:sym typeface="Times New Roman"/>
              </a:rPr>
              <a:t>     Nhựa (55%), chất thơm, sáp ong, tinh dầu, phấn hoa,…</a:t>
            </a:r>
            <a:endParaRPr/>
          </a:p>
          <a:p>
            <a:pPr indent="-457200" lvl="0" marL="457200" marR="0" rtl="0" algn="l">
              <a:lnSpc>
                <a:spcPct val="120000"/>
              </a:lnSpc>
              <a:spcBef>
                <a:spcPts val="1400"/>
              </a:spcBef>
              <a:spcAft>
                <a:spcPts val="0"/>
              </a:spcAft>
              <a:buClr>
                <a:srgbClr val="CC0066"/>
              </a:buClr>
              <a:buSzPts val="2800"/>
              <a:buFont typeface="Times New Roman"/>
              <a:buChar char="-"/>
            </a:pPr>
            <a:r>
              <a:rPr b="1" i="0" lang="en-US" sz="2800" u="none">
                <a:solidFill>
                  <a:srgbClr val="CC0066"/>
                </a:solidFill>
                <a:latin typeface="Times New Roman"/>
                <a:ea typeface="Times New Roman"/>
                <a:cs typeface="Times New Roman"/>
                <a:sym typeface="Times New Roman"/>
              </a:rPr>
              <a:t>Công dụng</a:t>
            </a:r>
            <a:r>
              <a:rPr b="1" i="0" lang="en-US" sz="2800" u="none">
                <a:solidFill>
                  <a:srgbClr val="003399"/>
                </a:solidFill>
                <a:latin typeface="Times New Roman"/>
                <a:ea typeface="Times New Roman"/>
                <a:cs typeface="Times New Roman"/>
                <a:sym typeface="Times New Roman"/>
              </a:rPr>
              <a:t> : Diệt khuẩn : Chống thối, gây tê tại chỗ đối với các vết thương, các bệnh về da : mụn, eczema, sâu răng, mủ chân răng, cúm, viêm họng</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6" name="Shape 436"/>
        <p:cNvGrpSpPr/>
        <p:nvPr/>
      </p:nvGrpSpPr>
      <p:grpSpPr>
        <a:xfrm>
          <a:off x="0" y="0"/>
          <a:ext cx="0" cy="0"/>
          <a:chOff x="0" y="0"/>
          <a:chExt cx="0" cy="0"/>
        </a:xfrm>
      </p:grpSpPr>
      <p:sp>
        <p:nvSpPr>
          <p:cNvPr id="437" name="Google Shape;437;p23"/>
          <p:cNvSpPr txBox="1"/>
          <p:nvPr/>
        </p:nvSpPr>
        <p:spPr>
          <a:xfrm>
            <a:off x="152400" y="457200"/>
            <a:ext cx="8991600" cy="1160462"/>
          </a:xfrm>
          <a:prstGeom prst="rect">
            <a:avLst/>
          </a:prstGeom>
          <a:noFill/>
          <a:ln>
            <a:noFill/>
          </a:ln>
        </p:spPr>
        <p:txBody>
          <a:bodyPr anchorCtr="0" anchor="t" bIns="45700" lIns="91425" spcFirstLastPara="1" rIns="91425" wrap="square" tIns="45700">
            <a:spAutoFit/>
          </a:bodyPr>
          <a:lstStyle/>
          <a:p>
            <a:pPr indent="-457200" lvl="0" marL="457200" marR="0" rtl="0" algn="ctr">
              <a:lnSpc>
                <a:spcPct val="100000"/>
              </a:lnSpc>
              <a:spcBef>
                <a:spcPts val="0"/>
              </a:spcBef>
              <a:spcAft>
                <a:spcPts val="0"/>
              </a:spcAft>
              <a:buClr>
                <a:srgbClr val="FF0066"/>
              </a:buClr>
              <a:buSzPts val="2800"/>
              <a:buFont typeface="Times New Roman"/>
              <a:buNone/>
            </a:pPr>
            <a:r>
              <a:rPr b="1" i="0" lang="en-US" sz="2800" u="none">
                <a:solidFill>
                  <a:srgbClr val="FF0066"/>
                </a:solidFill>
                <a:latin typeface="Times New Roman"/>
                <a:ea typeface="Times New Roman"/>
                <a:cs typeface="Times New Roman"/>
                <a:sym typeface="Times New Roman"/>
              </a:rPr>
              <a:t>HƯƠU SAO</a:t>
            </a:r>
            <a:endParaRPr/>
          </a:p>
          <a:p>
            <a:pPr indent="-457200" lvl="0" marL="457200" marR="0" rtl="0" algn="ctr">
              <a:lnSpc>
                <a:spcPct val="100000"/>
              </a:lnSpc>
              <a:spcBef>
                <a:spcPts val="1400"/>
              </a:spcBef>
              <a:spcAft>
                <a:spcPts val="0"/>
              </a:spcAft>
              <a:buClr>
                <a:srgbClr val="003399"/>
              </a:buClr>
              <a:buSzPts val="2800"/>
              <a:buFont typeface="Times New Roman"/>
              <a:buNone/>
            </a:pPr>
            <a:r>
              <a:rPr b="1" i="0" lang="en-US" sz="2800" u="none">
                <a:solidFill>
                  <a:srgbClr val="003399"/>
                </a:solidFill>
                <a:latin typeface="Times New Roman"/>
                <a:ea typeface="Times New Roman"/>
                <a:cs typeface="Times New Roman"/>
                <a:sym typeface="Times New Roman"/>
              </a:rPr>
              <a:t> </a:t>
            </a:r>
            <a:r>
              <a:rPr b="1" i="1" lang="en-US" sz="2800" u="none">
                <a:solidFill>
                  <a:srgbClr val="003399"/>
                </a:solidFill>
                <a:latin typeface="Times New Roman"/>
                <a:ea typeface="Times New Roman"/>
                <a:cs typeface="Times New Roman"/>
                <a:sym typeface="Times New Roman"/>
              </a:rPr>
              <a:t>Cervus  nippon</a:t>
            </a:r>
            <a:r>
              <a:rPr b="1" i="0" lang="en-US" sz="2800" u="none">
                <a:solidFill>
                  <a:srgbClr val="003399"/>
                </a:solidFill>
                <a:latin typeface="Times New Roman"/>
                <a:ea typeface="Times New Roman"/>
                <a:cs typeface="Times New Roman"/>
                <a:sym typeface="Times New Roman"/>
              </a:rPr>
              <a:t> Temminek, Cervidae</a:t>
            </a:r>
            <a:endParaRPr/>
          </a:p>
        </p:txBody>
      </p:sp>
      <p:pic>
        <p:nvPicPr>
          <p:cNvPr descr="flat,550x550,075,f" id="438" name="Google Shape;438;p23"/>
          <p:cNvPicPr preferRelativeResize="0"/>
          <p:nvPr/>
        </p:nvPicPr>
        <p:blipFill rotWithShape="1">
          <a:blip r:embed="rId3">
            <a:alphaModFix/>
          </a:blip>
          <a:srcRect b="0" l="0" r="0" t="0"/>
          <a:stretch/>
        </p:blipFill>
        <p:spPr>
          <a:xfrm>
            <a:off x="1066800" y="1931987"/>
            <a:ext cx="7239000" cy="4343400"/>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2" name="Shape 442"/>
        <p:cNvGrpSpPr/>
        <p:nvPr/>
      </p:nvGrpSpPr>
      <p:grpSpPr>
        <a:xfrm>
          <a:off x="0" y="0"/>
          <a:ext cx="0" cy="0"/>
          <a:chOff x="0" y="0"/>
          <a:chExt cx="0" cy="0"/>
        </a:xfrm>
      </p:grpSpPr>
      <p:sp>
        <p:nvSpPr>
          <p:cNvPr id="443" name="Google Shape;443;p24"/>
          <p:cNvSpPr txBox="1"/>
          <p:nvPr/>
        </p:nvSpPr>
        <p:spPr>
          <a:xfrm>
            <a:off x="152400" y="457200"/>
            <a:ext cx="8991600" cy="1160462"/>
          </a:xfrm>
          <a:prstGeom prst="rect">
            <a:avLst/>
          </a:prstGeom>
          <a:noFill/>
          <a:ln>
            <a:noFill/>
          </a:ln>
        </p:spPr>
        <p:txBody>
          <a:bodyPr anchorCtr="0" anchor="t" bIns="45700" lIns="91425" spcFirstLastPara="1" rIns="91425" wrap="square" tIns="45700">
            <a:spAutoFit/>
          </a:bodyPr>
          <a:lstStyle/>
          <a:p>
            <a:pPr indent="-457200" lvl="0" marL="457200" marR="0" rtl="0" algn="ctr">
              <a:lnSpc>
                <a:spcPct val="100000"/>
              </a:lnSpc>
              <a:spcBef>
                <a:spcPts val="0"/>
              </a:spcBef>
              <a:spcAft>
                <a:spcPts val="0"/>
              </a:spcAft>
              <a:buClr>
                <a:srgbClr val="FF0066"/>
              </a:buClr>
              <a:buSzPts val="2800"/>
              <a:buFont typeface="Times New Roman"/>
              <a:buNone/>
            </a:pPr>
            <a:r>
              <a:rPr b="1" i="0" lang="en-US" sz="2800" u="none">
                <a:solidFill>
                  <a:srgbClr val="FF0066"/>
                </a:solidFill>
                <a:latin typeface="Times New Roman"/>
                <a:ea typeface="Times New Roman"/>
                <a:cs typeface="Times New Roman"/>
                <a:sym typeface="Times New Roman"/>
              </a:rPr>
              <a:t>NAI</a:t>
            </a:r>
            <a:endParaRPr/>
          </a:p>
          <a:p>
            <a:pPr indent="-457200" lvl="0" marL="457200" marR="0" rtl="0" algn="ctr">
              <a:lnSpc>
                <a:spcPct val="100000"/>
              </a:lnSpc>
              <a:spcBef>
                <a:spcPts val="1400"/>
              </a:spcBef>
              <a:spcAft>
                <a:spcPts val="0"/>
              </a:spcAft>
              <a:buClr>
                <a:srgbClr val="003399"/>
              </a:buClr>
              <a:buSzPts val="2800"/>
              <a:buFont typeface="Times New Roman"/>
              <a:buNone/>
            </a:pPr>
            <a:r>
              <a:rPr b="1" i="1" lang="en-US" sz="2800" u="none">
                <a:solidFill>
                  <a:srgbClr val="003399"/>
                </a:solidFill>
                <a:latin typeface="Times New Roman"/>
                <a:ea typeface="Times New Roman"/>
                <a:cs typeface="Times New Roman"/>
                <a:sym typeface="Times New Roman"/>
              </a:rPr>
              <a:t>Cervus unicolor</a:t>
            </a:r>
            <a:r>
              <a:rPr b="1" i="0" lang="en-US" sz="2800" u="none">
                <a:solidFill>
                  <a:srgbClr val="003399"/>
                </a:solidFill>
                <a:latin typeface="Times New Roman"/>
                <a:ea typeface="Times New Roman"/>
                <a:cs typeface="Times New Roman"/>
                <a:sym typeface="Times New Roman"/>
              </a:rPr>
              <a:t> Cuv., Cervidae</a:t>
            </a:r>
            <a:endParaRPr/>
          </a:p>
        </p:txBody>
      </p:sp>
      <p:pic>
        <p:nvPicPr>
          <p:cNvPr descr="2" id="444" name="Google Shape;444;p24"/>
          <p:cNvPicPr preferRelativeResize="0"/>
          <p:nvPr/>
        </p:nvPicPr>
        <p:blipFill rotWithShape="1">
          <a:blip r:embed="rId3">
            <a:alphaModFix/>
          </a:blip>
          <a:srcRect b="0" l="0" r="0" t="0"/>
          <a:stretch/>
        </p:blipFill>
        <p:spPr>
          <a:xfrm>
            <a:off x="1143000" y="1698625"/>
            <a:ext cx="7162800" cy="4702175"/>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8" name="Shape 448"/>
        <p:cNvGrpSpPr/>
        <p:nvPr/>
      </p:nvGrpSpPr>
      <p:grpSpPr>
        <a:xfrm>
          <a:off x="0" y="0"/>
          <a:ext cx="0" cy="0"/>
          <a:chOff x="0" y="0"/>
          <a:chExt cx="0" cy="0"/>
        </a:xfrm>
      </p:grpSpPr>
      <p:sp>
        <p:nvSpPr>
          <p:cNvPr id="449" name="Google Shape;449;p25"/>
          <p:cNvSpPr txBox="1"/>
          <p:nvPr/>
        </p:nvSpPr>
        <p:spPr>
          <a:xfrm>
            <a:off x="152400" y="457200"/>
            <a:ext cx="8991600" cy="5435600"/>
          </a:xfrm>
          <a:prstGeom prst="rect">
            <a:avLst/>
          </a:prstGeom>
          <a:noFill/>
          <a:ln>
            <a:noFill/>
          </a:ln>
        </p:spPr>
        <p:txBody>
          <a:bodyPr anchorCtr="0" anchor="t" bIns="45700" lIns="91425" spcFirstLastPara="1" rIns="91425" wrap="square" tIns="45700">
            <a:spAutoFit/>
          </a:bodyPr>
          <a:lstStyle/>
          <a:p>
            <a:pPr indent="-457200" lvl="0" marL="457200" marR="0" rtl="0" algn="ctr">
              <a:lnSpc>
                <a:spcPct val="100000"/>
              </a:lnSpc>
              <a:spcBef>
                <a:spcPts val="0"/>
              </a:spcBef>
              <a:spcAft>
                <a:spcPts val="0"/>
              </a:spcAft>
              <a:buClr>
                <a:srgbClr val="FF0066"/>
              </a:buClr>
              <a:buSzPts val="2800"/>
              <a:buFont typeface="Times New Roman"/>
              <a:buNone/>
            </a:pPr>
            <a:r>
              <a:rPr b="1" i="0" lang="en-US" sz="2800" u="none">
                <a:solidFill>
                  <a:srgbClr val="FF0066"/>
                </a:solidFill>
                <a:latin typeface="Times New Roman"/>
                <a:ea typeface="Times New Roman"/>
                <a:cs typeface="Times New Roman"/>
                <a:sym typeface="Times New Roman"/>
              </a:rPr>
              <a:t>HƯƠU, NAI</a:t>
            </a:r>
            <a:endParaRPr/>
          </a:p>
          <a:p>
            <a:pPr indent="-457200" lvl="0" marL="457200" marR="0" rtl="0" algn="ctr">
              <a:lnSpc>
                <a:spcPct val="100000"/>
              </a:lnSpc>
              <a:spcBef>
                <a:spcPts val="1400"/>
              </a:spcBef>
              <a:spcAft>
                <a:spcPts val="0"/>
              </a:spcAft>
              <a:buClr>
                <a:schemeClr val="dk1"/>
              </a:buClr>
              <a:buSzPts val="2800"/>
              <a:buFont typeface="Times New Roman"/>
              <a:buNone/>
            </a:pPr>
            <a:r>
              <a:t/>
            </a:r>
            <a:endParaRPr b="1" i="0" sz="2800" u="none">
              <a:solidFill>
                <a:srgbClr val="FF0066"/>
              </a:solidFill>
              <a:latin typeface="Times New Roman"/>
              <a:ea typeface="Times New Roman"/>
              <a:cs typeface="Times New Roman"/>
              <a:sym typeface="Times New Roman"/>
            </a:endParaRPr>
          </a:p>
          <a:p>
            <a:pPr indent="-457200" lvl="0" marL="457200" marR="0" rtl="0" algn="l">
              <a:lnSpc>
                <a:spcPct val="100000"/>
              </a:lnSpc>
              <a:spcBef>
                <a:spcPts val="1400"/>
              </a:spcBef>
              <a:spcAft>
                <a:spcPts val="0"/>
              </a:spcAft>
              <a:buClr>
                <a:srgbClr val="CC0066"/>
              </a:buClr>
              <a:buSzPts val="2800"/>
              <a:buFont typeface="Times New Roman"/>
              <a:buAutoNum type="arabicPeriod"/>
            </a:pPr>
            <a:r>
              <a:rPr b="1" i="0" lang="en-US" sz="2800" u="none">
                <a:solidFill>
                  <a:srgbClr val="CC0066"/>
                </a:solidFill>
                <a:latin typeface="Times New Roman"/>
                <a:ea typeface="Times New Roman"/>
                <a:cs typeface="Times New Roman"/>
                <a:sym typeface="Times New Roman"/>
              </a:rPr>
              <a:t>Phân bố</a:t>
            </a:r>
            <a:endParaRPr/>
          </a:p>
          <a:p>
            <a:pPr indent="-457200" lvl="0" marL="457200" marR="0" rtl="0" algn="l">
              <a:lnSpc>
                <a:spcPct val="100000"/>
              </a:lnSpc>
              <a:spcBef>
                <a:spcPts val="1400"/>
              </a:spcBef>
              <a:spcAft>
                <a:spcPts val="0"/>
              </a:spcAft>
              <a:buClr>
                <a:srgbClr val="CC0066"/>
              </a:buClr>
              <a:buSzPts val="2800"/>
              <a:buFont typeface="Times New Roman"/>
              <a:buNone/>
            </a:pPr>
            <a:r>
              <a:rPr b="1" i="0" lang="en-US" sz="2800" u="none">
                <a:solidFill>
                  <a:srgbClr val="CC0066"/>
                </a:solidFill>
                <a:latin typeface="Times New Roman"/>
                <a:ea typeface="Times New Roman"/>
                <a:cs typeface="Times New Roman"/>
                <a:sym typeface="Times New Roman"/>
              </a:rPr>
              <a:t>     </a:t>
            </a:r>
            <a:r>
              <a:rPr b="1" i="0" lang="en-US" sz="2800" u="none">
                <a:solidFill>
                  <a:srgbClr val="003399"/>
                </a:solidFill>
                <a:latin typeface="Times New Roman"/>
                <a:ea typeface="Times New Roman"/>
                <a:cs typeface="Times New Roman"/>
                <a:sym typeface="Times New Roman"/>
              </a:rPr>
              <a:t>Sống hoang dã trong rừng</a:t>
            </a:r>
            <a:endParaRPr/>
          </a:p>
          <a:p>
            <a:pPr indent="-457200" lvl="0" marL="457200" marR="0" rtl="0" algn="l">
              <a:lnSpc>
                <a:spcPct val="100000"/>
              </a:lnSpc>
              <a:spcBef>
                <a:spcPts val="1400"/>
              </a:spcBef>
              <a:spcAft>
                <a:spcPts val="0"/>
              </a:spcAft>
              <a:buClr>
                <a:srgbClr val="003399"/>
              </a:buClr>
              <a:buSzPts val="2800"/>
              <a:buFont typeface="Times New Roman"/>
              <a:buNone/>
            </a:pPr>
            <a:r>
              <a:rPr b="1" i="0" lang="en-US" sz="2800" u="none">
                <a:solidFill>
                  <a:srgbClr val="003399"/>
                </a:solidFill>
                <a:latin typeface="Times New Roman"/>
                <a:ea typeface="Times New Roman"/>
                <a:cs typeface="Times New Roman"/>
                <a:sym typeface="Times New Roman"/>
              </a:rPr>
              <a:t>     Hươu sao : Nuôi tại trại nuôi hươu Hương Khê (Hà Tĩnh)</a:t>
            </a:r>
            <a:endParaRPr/>
          </a:p>
          <a:p>
            <a:pPr indent="-457200" lvl="0" marL="457200" marR="0" rtl="0" algn="l">
              <a:lnSpc>
                <a:spcPct val="100000"/>
              </a:lnSpc>
              <a:spcBef>
                <a:spcPts val="1400"/>
              </a:spcBef>
              <a:spcAft>
                <a:spcPts val="0"/>
              </a:spcAft>
              <a:buClr>
                <a:srgbClr val="003399"/>
              </a:buClr>
              <a:buSzPts val="2800"/>
              <a:buFont typeface="Times New Roman"/>
              <a:buNone/>
            </a:pPr>
            <a:r>
              <a:rPr b="1" i="0" lang="en-US" sz="2800" u="none">
                <a:solidFill>
                  <a:srgbClr val="003399"/>
                </a:solidFill>
                <a:latin typeface="Times New Roman"/>
                <a:ea typeface="Times New Roman"/>
                <a:cs typeface="Times New Roman"/>
                <a:sym typeface="Times New Roman"/>
              </a:rPr>
              <a:t>     Nai : Ở vùng núi và trung du</a:t>
            </a:r>
            <a:endParaRPr/>
          </a:p>
          <a:p>
            <a:pPr indent="-457200" lvl="0" marL="457200" marR="0" rtl="0" algn="l">
              <a:lnSpc>
                <a:spcPct val="100000"/>
              </a:lnSpc>
              <a:spcBef>
                <a:spcPts val="1400"/>
              </a:spcBef>
              <a:spcAft>
                <a:spcPts val="0"/>
              </a:spcAft>
              <a:buClr>
                <a:schemeClr val="dk1"/>
              </a:buClr>
              <a:buSzPts val="2800"/>
              <a:buFont typeface="Times New Roman"/>
              <a:buNone/>
            </a:pPr>
            <a:r>
              <a:t/>
            </a:r>
            <a:endParaRPr b="1" i="0" sz="2800" u="none">
              <a:solidFill>
                <a:srgbClr val="003399"/>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None/>
            </a:pPr>
            <a:r>
              <a:t/>
            </a:r>
            <a:endParaRPr b="1" i="0" sz="2800" u="none">
              <a:solidFill>
                <a:srgbClr val="003399"/>
              </a:solidFill>
              <a:latin typeface="Times New Roman"/>
              <a:ea typeface="Times New Roman"/>
              <a:cs typeface="Times New Roman"/>
              <a:sym typeface="Times New Roman"/>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3" name="Shape 453"/>
        <p:cNvGrpSpPr/>
        <p:nvPr/>
      </p:nvGrpSpPr>
      <p:grpSpPr>
        <a:xfrm>
          <a:off x="0" y="0"/>
          <a:ext cx="0" cy="0"/>
          <a:chOff x="0" y="0"/>
          <a:chExt cx="0" cy="0"/>
        </a:xfrm>
      </p:grpSpPr>
      <p:sp>
        <p:nvSpPr>
          <p:cNvPr id="454" name="Google Shape;454;p26"/>
          <p:cNvSpPr txBox="1"/>
          <p:nvPr/>
        </p:nvSpPr>
        <p:spPr>
          <a:xfrm>
            <a:off x="152400" y="457200"/>
            <a:ext cx="8991600" cy="5648325"/>
          </a:xfrm>
          <a:prstGeom prst="rect">
            <a:avLst/>
          </a:prstGeom>
          <a:noFill/>
          <a:ln>
            <a:noFill/>
          </a:ln>
        </p:spPr>
        <p:txBody>
          <a:bodyPr anchorCtr="0" anchor="t" bIns="45700" lIns="91425" spcFirstLastPara="1" rIns="91425" wrap="square" tIns="45700">
            <a:spAutoFit/>
          </a:bodyPr>
          <a:lstStyle/>
          <a:p>
            <a:pPr indent="-457200" lvl="0" marL="457200" marR="0" rtl="0" algn="ctr">
              <a:lnSpc>
                <a:spcPct val="100000"/>
              </a:lnSpc>
              <a:spcBef>
                <a:spcPts val="0"/>
              </a:spcBef>
              <a:spcAft>
                <a:spcPts val="0"/>
              </a:spcAft>
              <a:buClr>
                <a:srgbClr val="FF0066"/>
              </a:buClr>
              <a:buSzPts val="2800"/>
              <a:buFont typeface="Times New Roman"/>
              <a:buNone/>
            </a:pPr>
            <a:r>
              <a:rPr b="1" i="0" lang="en-US" sz="2800" u="none">
                <a:solidFill>
                  <a:srgbClr val="FF0066"/>
                </a:solidFill>
                <a:latin typeface="Times New Roman"/>
                <a:ea typeface="Times New Roman"/>
                <a:cs typeface="Times New Roman"/>
                <a:sym typeface="Times New Roman"/>
              </a:rPr>
              <a:t>HƯƠU, NAI</a:t>
            </a:r>
            <a:endParaRPr/>
          </a:p>
          <a:p>
            <a:pPr indent="-457200" lvl="0" marL="457200" marR="0" rtl="0" algn="l">
              <a:lnSpc>
                <a:spcPct val="100000"/>
              </a:lnSpc>
              <a:spcBef>
                <a:spcPts val="1400"/>
              </a:spcBef>
              <a:spcAft>
                <a:spcPts val="0"/>
              </a:spcAft>
              <a:buClr>
                <a:srgbClr val="CC0066"/>
              </a:buClr>
              <a:buSzPts val="2800"/>
              <a:buFont typeface="Times New Roman"/>
              <a:buNone/>
            </a:pPr>
            <a:r>
              <a:rPr b="1" i="0" lang="en-US" sz="2800" u="none">
                <a:solidFill>
                  <a:srgbClr val="CC0066"/>
                </a:solidFill>
                <a:latin typeface="Times New Roman"/>
                <a:ea typeface="Times New Roman"/>
                <a:cs typeface="Times New Roman"/>
                <a:sym typeface="Times New Roman"/>
              </a:rPr>
              <a:t>2. Bộ phận dùng</a:t>
            </a:r>
            <a:r>
              <a:rPr b="1" i="0" lang="en-US" sz="2800" u="none">
                <a:solidFill>
                  <a:srgbClr val="003399"/>
                </a:solidFill>
                <a:latin typeface="Times New Roman"/>
                <a:ea typeface="Times New Roman"/>
                <a:cs typeface="Times New Roman"/>
                <a:sym typeface="Times New Roman"/>
              </a:rPr>
              <a:t> </a:t>
            </a:r>
            <a:endParaRPr/>
          </a:p>
          <a:p>
            <a:pPr indent="-457200" lvl="0" marL="457200" marR="0" rtl="0" algn="l">
              <a:lnSpc>
                <a:spcPct val="100000"/>
              </a:lnSpc>
              <a:spcBef>
                <a:spcPts val="1400"/>
              </a:spcBef>
              <a:spcAft>
                <a:spcPts val="0"/>
              </a:spcAft>
              <a:buClr>
                <a:srgbClr val="003399"/>
              </a:buClr>
              <a:buSzPts val="2800"/>
              <a:buFont typeface="Times New Roman"/>
              <a:buNone/>
            </a:pPr>
            <a:r>
              <a:rPr b="1" i="0" lang="en-US" sz="2800" u="none">
                <a:solidFill>
                  <a:srgbClr val="003399"/>
                </a:solidFill>
                <a:latin typeface="Times New Roman"/>
                <a:ea typeface="Times New Roman"/>
                <a:cs typeface="Times New Roman"/>
                <a:sym typeface="Times New Roman"/>
              </a:rPr>
              <a:t>- Sừng hươu, nai : Chỉ có Hươu đực, Nai đực cho sừng vào năm thứ 3 của độ tuổi</a:t>
            </a:r>
            <a:endParaRPr/>
          </a:p>
          <a:p>
            <a:pPr indent="-457200" lvl="0" marL="457200" marR="0" rtl="0" algn="l">
              <a:lnSpc>
                <a:spcPct val="100000"/>
              </a:lnSpc>
              <a:spcBef>
                <a:spcPts val="1400"/>
              </a:spcBef>
              <a:spcAft>
                <a:spcPts val="0"/>
              </a:spcAft>
              <a:buClr>
                <a:srgbClr val="003399"/>
              </a:buClr>
              <a:buSzPts val="2800"/>
              <a:buFont typeface="Times New Roman"/>
              <a:buNone/>
            </a:pPr>
            <a:r>
              <a:rPr b="1" i="0" lang="en-US" sz="2800" u="none">
                <a:solidFill>
                  <a:srgbClr val="003399"/>
                </a:solidFill>
                <a:latin typeface="Times New Roman"/>
                <a:ea typeface="Times New Roman"/>
                <a:cs typeface="Times New Roman"/>
                <a:sym typeface="Times New Roman"/>
              </a:rPr>
              <a:t>- Nhung hươu, nai (Lộc nhung) : Sừng non</a:t>
            </a:r>
            <a:endParaRPr/>
          </a:p>
          <a:p>
            <a:pPr indent="-457200" lvl="0" marL="457200" marR="0" rtl="0" algn="l">
              <a:lnSpc>
                <a:spcPct val="100000"/>
              </a:lnSpc>
              <a:spcBef>
                <a:spcPts val="1400"/>
              </a:spcBef>
              <a:spcAft>
                <a:spcPts val="0"/>
              </a:spcAft>
              <a:buClr>
                <a:srgbClr val="003399"/>
              </a:buClr>
              <a:buSzPts val="2800"/>
              <a:buFont typeface="Times New Roman"/>
              <a:buNone/>
            </a:pPr>
            <a:r>
              <a:rPr b="1" i="0" lang="en-US" sz="2800" u="none">
                <a:solidFill>
                  <a:srgbClr val="003399"/>
                </a:solidFill>
                <a:latin typeface="Times New Roman"/>
                <a:ea typeface="Times New Roman"/>
                <a:cs typeface="Times New Roman"/>
                <a:sym typeface="Times New Roman"/>
              </a:rPr>
              <a:t>   Loại mới mọc : Ngắn, mềm, chưa phân nhánh, mịn như nhung, bóng, màu vàng hồng, nâu, chứa rất nhiều mạch máu : Huyết nhung – loại quý hơn cả</a:t>
            </a:r>
            <a:endParaRPr/>
          </a:p>
          <a:p>
            <a:pPr indent="-457200" lvl="0" marL="457200" marR="0" rtl="0" algn="l">
              <a:lnSpc>
                <a:spcPct val="100000"/>
              </a:lnSpc>
              <a:spcBef>
                <a:spcPts val="1400"/>
              </a:spcBef>
              <a:spcAft>
                <a:spcPts val="0"/>
              </a:spcAft>
              <a:buClr>
                <a:srgbClr val="003399"/>
              </a:buClr>
              <a:buSzPts val="2800"/>
              <a:buFont typeface="Times New Roman"/>
              <a:buNone/>
            </a:pPr>
            <a:r>
              <a:rPr b="1" i="0" lang="en-US" sz="2800" u="none">
                <a:solidFill>
                  <a:srgbClr val="003399"/>
                </a:solidFill>
                <a:latin typeface="Times New Roman"/>
                <a:ea typeface="Times New Roman"/>
                <a:cs typeface="Times New Roman"/>
                <a:sym typeface="Times New Roman"/>
              </a:rPr>
              <a:t>   Loại đã bắt đầu phân nhánh : Nhung yên ngựa</a:t>
            </a:r>
            <a:endParaRPr/>
          </a:p>
          <a:p>
            <a:pPr indent="-457200" lvl="0" marL="457200" marR="0" rtl="0" algn="l">
              <a:lnSpc>
                <a:spcPct val="100000"/>
              </a:lnSpc>
              <a:spcBef>
                <a:spcPts val="1400"/>
              </a:spcBef>
              <a:spcAft>
                <a:spcPts val="0"/>
              </a:spcAft>
              <a:buClr>
                <a:srgbClr val="003399"/>
              </a:buClr>
              <a:buSzPts val="2800"/>
              <a:buFont typeface="Times New Roman"/>
              <a:buNone/>
            </a:pPr>
            <a:r>
              <a:rPr b="1" i="0" lang="en-US" sz="2800" u="none">
                <a:solidFill>
                  <a:srgbClr val="003399"/>
                </a:solidFill>
                <a:latin typeface="Times New Roman"/>
                <a:ea typeface="Times New Roman"/>
                <a:cs typeface="Times New Roman"/>
                <a:sym typeface="Times New Roman"/>
              </a:rPr>
              <a:t>- Sừng già (Gạc) : Lộc giác</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8" name="Shape 458"/>
        <p:cNvGrpSpPr/>
        <p:nvPr/>
      </p:nvGrpSpPr>
      <p:grpSpPr>
        <a:xfrm>
          <a:off x="0" y="0"/>
          <a:ext cx="0" cy="0"/>
          <a:chOff x="0" y="0"/>
          <a:chExt cx="0" cy="0"/>
        </a:xfrm>
      </p:grpSpPr>
      <p:sp>
        <p:nvSpPr>
          <p:cNvPr id="459" name="Google Shape;459;p27"/>
          <p:cNvSpPr txBox="1"/>
          <p:nvPr/>
        </p:nvSpPr>
        <p:spPr>
          <a:xfrm>
            <a:off x="152400" y="457200"/>
            <a:ext cx="8991600" cy="1801812"/>
          </a:xfrm>
          <a:prstGeom prst="rect">
            <a:avLst/>
          </a:prstGeom>
          <a:noFill/>
          <a:ln>
            <a:noFill/>
          </a:ln>
        </p:spPr>
        <p:txBody>
          <a:bodyPr anchorCtr="0" anchor="t" bIns="45700" lIns="91425" spcFirstLastPara="1" rIns="91425" wrap="square" tIns="45700">
            <a:spAutoFit/>
          </a:bodyPr>
          <a:lstStyle/>
          <a:p>
            <a:pPr indent="-457200" lvl="0" marL="457200" marR="0" rtl="0" algn="ctr">
              <a:lnSpc>
                <a:spcPct val="100000"/>
              </a:lnSpc>
              <a:spcBef>
                <a:spcPts val="0"/>
              </a:spcBef>
              <a:spcAft>
                <a:spcPts val="0"/>
              </a:spcAft>
              <a:buClr>
                <a:srgbClr val="FF0066"/>
              </a:buClr>
              <a:buSzPts val="2800"/>
              <a:buFont typeface="Times New Roman"/>
              <a:buNone/>
            </a:pPr>
            <a:r>
              <a:rPr b="1" i="0" lang="en-US" sz="2800" u="none">
                <a:solidFill>
                  <a:srgbClr val="FF0066"/>
                </a:solidFill>
                <a:latin typeface="Times New Roman"/>
                <a:ea typeface="Times New Roman"/>
                <a:cs typeface="Times New Roman"/>
                <a:sym typeface="Times New Roman"/>
              </a:rPr>
              <a:t>HƯƠU, NAI</a:t>
            </a:r>
            <a:endParaRPr/>
          </a:p>
          <a:p>
            <a:pPr indent="-457200" lvl="0" marL="457200" marR="0" rtl="0" algn="l">
              <a:lnSpc>
                <a:spcPct val="100000"/>
              </a:lnSpc>
              <a:spcBef>
                <a:spcPts val="1400"/>
              </a:spcBef>
              <a:spcAft>
                <a:spcPts val="0"/>
              </a:spcAft>
              <a:buClr>
                <a:schemeClr val="dk1"/>
              </a:buClr>
              <a:buSzPts val="2800"/>
              <a:buFont typeface="Times New Roman"/>
              <a:buNone/>
            </a:pPr>
            <a:r>
              <a:t/>
            </a:r>
            <a:endParaRPr b="1" i="0" sz="2800" u="none">
              <a:solidFill>
                <a:srgbClr val="003399"/>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None/>
            </a:pPr>
            <a:r>
              <a:t/>
            </a:r>
            <a:endParaRPr b="1" i="0" sz="2800" u="none">
              <a:solidFill>
                <a:srgbClr val="003399"/>
              </a:solidFill>
              <a:latin typeface="Times New Roman"/>
              <a:ea typeface="Times New Roman"/>
              <a:cs typeface="Times New Roman"/>
              <a:sym typeface="Times New Roman"/>
            </a:endParaRPr>
          </a:p>
        </p:txBody>
      </p:sp>
      <p:pic>
        <p:nvPicPr>
          <p:cNvPr descr="20110817090813_nhunghuou" id="460" name="Google Shape;460;p27"/>
          <p:cNvPicPr preferRelativeResize="0"/>
          <p:nvPr/>
        </p:nvPicPr>
        <p:blipFill rotWithShape="1">
          <a:blip r:embed="rId3">
            <a:alphaModFix/>
          </a:blip>
          <a:srcRect b="0" l="0" r="0" t="0"/>
          <a:stretch/>
        </p:blipFill>
        <p:spPr>
          <a:xfrm>
            <a:off x="381000" y="1600200"/>
            <a:ext cx="3886200" cy="3886200"/>
          </a:xfrm>
          <a:prstGeom prst="rect">
            <a:avLst/>
          </a:prstGeom>
          <a:noFill/>
          <a:ln>
            <a:noFill/>
          </a:ln>
        </p:spPr>
      </p:pic>
      <p:pic>
        <p:nvPicPr>
          <p:cNvPr descr="gac_huou_newzealand" id="461" name="Google Shape;461;p27"/>
          <p:cNvPicPr preferRelativeResize="0"/>
          <p:nvPr/>
        </p:nvPicPr>
        <p:blipFill rotWithShape="1">
          <a:blip r:embed="rId4">
            <a:alphaModFix/>
          </a:blip>
          <a:srcRect b="0" l="0" r="0" t="0"/>
          <a:stretch/>
        </p:blipFill>
        <p:spPr>
          <a:xfrm>
            <a:off x="4343400" y="2032000"/>
            <a:ext cx="4724400" cy="3149600"/>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5" name="Shape 465"/>
        <p:cNvGrpSpPr/>
        <p:nvPr/>
      </p:nvGrpSpPr>
      <p:grpSpPr>
        <a:xfrm>
          <a:off x="0" y="0"/>
          <a:ext cx="0" cy="0"/>
          <a:chOff x="0" y="0"/>
          <a:chExt cx="0" cy="0"/>
        </a:xfrm>
      </p:grpSpPr>
      <p:sp>
        <p:nvSpPr>
          <p:cNvPr id="466" name="Google Shape;466;p28"/>
          <p:cNvSpPr txBox="1"/>
          <p:nvPr/>
        </p:nvSpPr>
        <p:spPr>
          <a:xfrm>
            <a:off x="152400" y="457200"/>
            <a:ext cx="8991600" cy="5110162"/>
          </a:xfrm>
          <a:prstGeom prst="rect">
            <a:avLst/>
          </a:prstGeom>
          <a:noFill/>
          <a:ln>
            <a:noFill/>
          </a:ln>
        </p:spPr>
        <p:txBody>
          <a:bodyPr anchorCtr="0" anchor="t" bIns="45700" lIns="91425" spcFirstLastPara="1" rIns="91425" wrap="square" tIns="45700">
            <a:spAutoFit/>
          </a:bodyPr>
          <a:lstStyle/>
          <a:p>
            <a:pPr indent="-457200" lvl="0" marL="457200" marR="0" rtl="0" algn="ctr">
              <a:lnSpc>
                <a:spcPct val="100000"/>
              </a:lnSpc>
              <a:spcBef>
                <a:spcPts val="0"/>
              </a:spcBef>
              <a:spcAft>
                <a:spcPts val="0"/>
              </a:spcAft>
              <a:buClr>
                <a:srgbClr val="FF0066"/>
              </a:buClr>
              <a:buSzPts val="2800"/>
              <a:buFont typeface="Times New Roman"/>
              <a:buNone/>
            </a:pPr>
            <a:r>
              <a:rPr b="1" i="0" lang="en-US" sz="2800" u="none">
                <a:solidFill>
                  <a:srgbClr val="FF0066"/>
                </a:solidFill>
                <a:latin typeface="Times New Roman"/>
                <a:ea typeface="Times New Roman"/>
                <a:cs typeface="Times New Roman"/>
                <a:sym typeface="Times New Roman"/>
              </a:rPr>
              <a:t>HƯƠU, NAI</a:t>
            </a:r>
            <a:endParaRPr/>
          </a:p>
          <a:p>
            <a:pPr indent="-457200" lvl="0" marL="457200" marR="0" rtl="0" algn="l">
              <a:lnSpc>
                <a:spcPct val="125000"/>
              </a:lnSpc>
              <a:spcBef>
                <a:spcPts val="1400"/>
              </a:spcBef>
              <a:spcAft>
                <a:spcPts val="0"/>
              </a:spcAft>
              <a:buClr>
                <a:srgbClr val="CC0066"/>
              </a:buClr>
              <a:buSzPts val="2800"/>
              <a:buFont typeface="Times New Roman"/>
              <a:buNone/>
            </a:pPr>
            <a:r>
              <a:rPr b="1" i="0" lang="en-US" sz="2800" u="none">
                <a:solidFill>
                  <a:srgbClr val="CC0066"/>
                </a:solidFill>
                <a:latin typeface="Times New Roman"/>
                <a:ea typeface="Times New Roman"/>
                <a:cs typeface="Times New Roman"/>
                <a:sym typeface="Times New Roman"/>
              </a:rPr>
              <a:t>2. Bộ phận dùng</a:t>
            </a:r>
            <a:r>
              <a:rPr b="1" i="0" lang="en-US" sz="2800" u="none">
                <a:solidFill>
                  <a:srgbClr val="003399"/>
                </a:solidFill>
                <a:latin typeface="Times New Roman"/>
                <a:ea typeface="Times New Roman"/>
                <a:cs typeface="Times New Roman"/>
                <a:sym typeface="Times New Roman"/>
              </a:rPr>
              <a:t> </a:t>
            </a:r>
            <a:endParaRPr/>
          </a:p>
          <a:p>
            <a:pPr indent="-457200" lvl="0" marL="457200" marR="0" rtl="0" algn="l">
              <a:lnSpc>
                <a:spcPct val="125000"/>
              </a:lnSpc>
              <a:spcBef>
                <a:spcPts val="1400"/>
              </a:spcBef>
              <a:spcAft>
                <a:spcPts val="0"/>
              </a:spcAft>
              <a:buClr>
                <a:srgbClr val="003399"/>
              </a:buClr>
              <a:buSzPts val="2800"/>
              <a:buFont typeface="Times New Roman"/>
              <a:buChar char="-"/>
            </a:pPr>
            <a:r>
              <a:rPr b="1" i="0" lang="en-US" sz="2800" u="none">
                <a:solidFill>
                  <a:srgbClr val="003399"/>
                </a:solidFill>
                <a:latin typeface="Times New Roman"/>
                <a:ea typeface="Times New Roman"/>
                <a:cs typeface="Times New Roman"/>
                <a:sym typeface="Times New Roman"/>
              </a:rPr>
              <a:t>Cao ban long (Lộc giác giao) : Nấu gạc hươu, nai đã cưa và chẻ nhỏ với nước nhiều lần, cô đặc lại.</a:t>
            </a:r>
            <a:endParaRPr/>
          </a:p>
          <a:p>
            <a:pPr indent="-457200" lvl="0" marL="457200" marR="0" rtl="0" algn="l">
              <a:lnSpc>
                <a:spcPct val="125000"/>
              </a:lnSpc>
              <a:spcBef>
                <a:spcPts val="1400"/>
              </a:spcBef>
              <a:spcAft>
                <a:spcPts val="0"/>
              </a:spcAft>
              <a:buClr>
                <a:srgbClr val="003399"/>
              </a:buClr>
              <a:buSzPts val="2800"/>
              <a:buFont typeface="Times New Roman"/>
              <a:buChar char="-"/>
            </a:pPr>
            <a:r>
              <a:rPr b="1" i="0" lang="en-US" sz="2800" u="none">
                <a:solidFill>
                  <a:srgbClr val="003399"/>
                </a:solidFill>
                <a:latin typeface="Times New Roman"/>
                <a:ea typeface="Times New Roman"/>
                <a:cs typeface="Times New Roman"/>
                <a:sym typeface="Times New Roman"/>
              </a:rPr>
              <a:t>Lộc giác sương : Đốt sừng (gạc) hươu, nai cho đen, tán nhỏ hoặc dùng bã sừng đã nấu cao ban long, tẩm với mật rồi sao vàng, tán nhỏ.</a:t>
            </a:r>
            <a:endParaRPr/>
          </a:p>
          <a:p>
            <a:pPr indent="-457200" lvl="0" marL="457200" marR="0" rtl="0" algn="l">
              <a:lnSpc>
                <a:spcPct val="125000"/>
              </a:lnSpc>
              <a:spcBef>
                <a:spcPts val="1400"/>
              </a:spcBef>
              <a:spcAft>
                <a:spcPts val="0"/>
              </a:spcAft>
              <a:buClr>
                <a:srgbClr val="003399"/>
              </a:buClr>
              <a:buSzPts val="2800"/>
              <a:buFont typeface="Times New Roman"/>
              <a:buChar char="-"/>
            </a:pPr>
            <a:r>
              <a:rPr b="1" i="0" lang="en-US" sz="2800" u="none">
                <a:solidFill>
                  <a:srgbClr val="003399"/>
                </a:solidFill>
                <a:latin typeface="Times New Roman"/>
                <a:ea typeface="Times New Roman"/>
                <a:cs typeface="Times New Roman"/>
                <a:sym typeface="Times New Roman"/>
              </a:rPr>
              <a:t>Huyết, thịt, chân, gân đôi khi cũng sử dụng</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0" name="Shape 470"/>
        <p:cNvGrpSpPr/>
        <p:nvPr/>
      </p:nvGrpSpPr>
      <p:grpSpPr>
        <a:xfrm>
          <a:off x="0" y="0"/>
          <a:ext cx="0" cy="0"/>
          <a:chOff x="0" y="0"/>
          <a:chExt cx="0" cy="0"/>
        </a:xfrm>
      </p:grpSpPr>
      <p:sp>
        <p:nvSpPr>
          <p:cNvPr id="471" name="Google Shape;471;p29"/>
          <p:cNvSpPr txBox="1"/>
          <p:nvPr/>
        </p:nvSpPr>
        <p:spPr>
          <a:xfrm>
            <a:off x="152400" y="457200"/>
            <a:ext cx="8991600" cy="4684712"/>
          </a:xfrm>
          <a:prstGeom prst="rect">
            <a:avLst/>
          </a:prstGeom>
          <a:noFill/>
          <a:ln>
            <a:noFill/>
          </a:ln>
        </p:spPr>
        <p:txBody>
          <a:bodyPr anchorCtr="0" anchor="t" bIns="45700" lIns="91425" spcFirstLastPara="1" rIns="91425" wrap="square" tIns="45700">
            <a:spAutoFit/>
          </a:bodyPr>
          <a:lstStyle/>
          <a:p>
            <a:pPr indent="-457200" lvl="0" marL="457200" marR="0" rtl="0" algn="ctr">
              <a:lnSpc>
                <a:spcPct val="100000"/>
              </a:lnSpc>
              <a:spcBef>
                <a:spcPts val="0"/>
              </a:spcBef>
              <a:spcAft>
                <a:spcPts val="0"/>
              </a:spcAft>
              <a:buClr>
                <a:srgbClr val="FF0066"/>
              </a:buClr>
              <a:buSzPts val="2800"/>
              <a:buFont typeface="Times New Roman"/>
              <a:buNone/>
            </a:pPr>
            <a:r>
              <a:rPr b="1" i="0" lang="en-US" sz="2800" u="none">
                <a:solidFill>
                  <a:srgbClr val="FF0066"/>
                </a:solidFill>
                <a:latin typeface="Times New Roman"/>
                <a:ea typeface="Times New Roman"/>
                <a:cs typeface="Times New Roman"/>
                <a:sym typeface="Times New Roman"/>
              </a:rPr>
              <a:t>HƯƠU, NAI</a:t>
            </a:r>
            <a:endParaRPr/>
          </a:p>
          <a:p>
            <a:pPr indent="-457200" lvl="0" marL="457200" marR="0" rtl="0" algn="ctr">
              <a:lnSpc>
                <a:spcPct val="100000"/>
              </a:lnSpc>
              <a:spcBef>
                <a:spcPts val="1400"/>
              </a:spcBef>
              <a:spcAft>
                <a:spcPts val="0"/>
              </a:spcAft>
              <a:buClr>
                <a:schemeClr val="dk1"/>
              </a:buClr>
              <a:buSzPts val="2800"/>
              <a:buFont typeface="Times New Roman"/>
              <a:buNone/>
            </a:pPr>
            <a:r>
              <a:t/>
            </a:r>
            <a:endParaRPr b="1" i="0" sz="2800" u="none">
              <a:solidFill>
                <a:srgbClr val="FF0066"/>
              </a:solidFill>
              <a:latin typeface="Times New Roman"/>
              <a:ea typeface="Times New Roman"/>
              <a:cs typeface="Times New Roman"/>
              <a:sym typeface="Times New Roman"/>
            </a:endParaRPr>
          </a:p>
          <a:p>
            <a:pPr indent="-457200" lvl="0" marL="457200" marR="0" rtl="0" algn="l">
              <a:lnSpc>
                <a:spcPct val="135000"/>
              </a:lnSpc>
              <a:spcBef>
                <a:spcPts val="1400"/>
              </a:spcBef>
              <a:spcAft>
                <a:spcPts val="0"/>
              </a:spcAft>
              <a:buClr>
                <a:srgbClr val="CC0066"/>
              </a:buClr>
              <a:buSzPts val="2800"/>
              <a:buFont typeface="Times New Roman"/>
              <a:buNone/>
            </a:pPr>
            <a:r>
              <a:rPr b="1" i="0" lang="en-US" sz="2800" u="none">
                <a:solidFill>
                  <a:srgbClr val="CC0066"/>
                </a:solidFill>
                <a:latin typeface="Times New Roman"/>
                <a:ea typeface="Times New Roman"/>
                <a:cs typeface="Times New Roman"/>
                <a:sym typeface="Times New Roman"/>
              </a:rPr>
              <a:t>3.</a:t>
            </a:r>
            <a:r>
              <a:rPr b="1" i="0" lang="en-US" sz="2800" u="none">
                <a:solidFill>
                  <a:srgbClr val="003399"/>
                </a:solidFill>
                <a:latin typeface="Times New Roman"/>
                <a:ea typeface="Times New Roman"/>
                <a:cs typeface="Times New Roman"/>
                <a:sym typeface="Times New Roman"/>
              </a:rPr>
              <a:t> </a:t>
            </a:r>
            <a:r>
              <a:rPr b="1" i="0" lang="en-US" sz="2800" u="none">
                <a:solidFill>
                  <a:srgbClr val="CC0066"/>
                </a:solidFill>
                <a:latin typeface="Times New Roman"/>
                <a:ea typeface="Times New Roman"/>
                <a:cs typeface="Times New Roman"/>
                <a:sym typeface="Times New Roman"/>
              </a:rPr>
              <a:t>Thành phần hóa học</a:t>
            </a:r>
            <a:r>
              <a:rPr b="1" i="0" lang="en-US" sz="2800" u="none">
                <a:solidFill>
                  <a:srgbClr val="003399"/>
                </a:solidFill>
                <a:latin typeface="Times New Roman"/>
                <a:ea typeface="Times New Roman"/>
                <a:cs typeface="Times New Roman"/>
                <a:sym typeface="Times New Roman"/>
              </a:rPr>
              <a:t> : Nhung, gạc</a:t>
            </a:r>
            <a:endParaRPr/>
          </a:p>
          <a:p>
            <a:pPr indent="-457200" lvl="0" marL="457200" marR="0" rtl="0" algn="l">
              <a:lnSpc>
                <a:spcPct val="135000"/>
              </a:lnSpc>
              <a:spcBef>
                <a:spcPts val="1400"/>
              </a:spcBef>
              <a:spcAft>
                <a:spcPts val="0"/>
              </a:spcAft>
              <a:buClr>
                <a:srgbClr val="003399"/>
              </a:buClr>
              <a:buSzPts val="2800"/>
              <a:buFont typeface="Times New Roman"/>
              <a:buNone/>
            </a:pPr>
            <a:r>
              <a:rPr b="1" i="0" lang="en-US" sz="2800" u="none">
                <a:solidFill>
                  <a:srgbClr val="003399"/>
                </a:solidFill>
                <a:latin typeface="Times New Roman"/>
                <a:ea typeface="Times New Roman"/>
                <a:cs typeface="Times New Roman"/>
                <a:sym typeface="Times New Roman"/>
              </a:rPr>
              <a:t>     Protid, keo (Keratin), acid amin, Khoáng chất và vi lượng, calciphosphat, calcicacbonat, nội tiết tố (testosteron, progesteron,…)</a:t>
            </a:r>
            <a:endParaRPr/>
          </a:p>
          <a:p>
            <a:pPr indent="0" lvl="0" marL="0" marR="0" rtl="0" algn="l">
              <a:lnSpc>
                <a:spcPct val="100000"/>
              </a:lnSpc>
              <a:spcBef>
                <a:spcPts val="0"/>
              </a:spcBef>
              <a:spcAft>
                <a:spcPts val="0"/>
              </a:spcAft>
              <a:buNone/>
            </a:pPr>
            <a:r>
              <a:t/>
            </a:r>
            <a:endParaRPr b="1" i="0" sz="2800" u="none">
              <a:solidFill>
                <a:srgbClr val="003399"/>
              </a:solidFill>
              <a:latin typeface="Times New Roman"/>
              <a:ea typeface="Times New Roman"/>
              <a:cs typeface="Times New Roman"/>
              <a:sym typeface="Times New Roman"/>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5" name="Shape 475"/>
        <p:cNvGrpSpPr/>
        <p:nvPr/>
      </p:nvGrpSpPr>
      <p:grpSpPr>
        <a:xfrm>
          <a:off x="0" y="0"/>
          <a:ext cx="0" cy="0"/>
          <a:chOff x="0" y="0"/>
          <a:chExt cx="0" cy="0"/>
        </a:xfrm>
      </p:grpSpPr>
      <p:sp>
        <p:nvSpPr>
          <p:cNvPr id="476" name="Google Shape;476;p30"/>
          <p:cNvSpPr txBox="1"/>
          <p:nvPr/>
        </p:nvSpPr>
        <p:spPr>
          <a:xfrm>
            <a:off x="152400" y="457200"/>
            <a:ext cx="8991600" cy="6281737"/>
          </a:xfrm>
          <a:prstGeom prst="rect">
            <a:avLst/>
          </a:prstGeom>
          <a:noFill/>
          <a:ln>
            <a:noFill/>
          </a:ln>
        </p:spPr>
        <p:txBody>
          <a:bodyPr anchorCtr="0" anchor="t" bIns="45700" lIns="91425" spcFirstLastPara="1" rIns="91425" wrap="square" tIns="45700">
            <a:spAutoFit/>
          </a:bodyPr>
          <a:lstStyle/>
          <a:p>
            <a:pPr indent="-457200" lvl="0" marL="457200" marR="0" rtl="0" algn="ctr">
              <a:lnSpc>
                <a:spcPct val="100000"/>
              </a:lnSpc>
              <a:spcBef>
                <a:spcPts val="0"/>
              </a:spcBef>
              <a:spcAft>
                <a:spcPts val="0"/>
              </a:spcAft>
              <a:buClr>
                <a:srgbClr val="FF0066"/>
              </a:buClr>
              <a:buSzPts val="2800"/>
              <a:buFont typeface="Times New Roman"/>
              <a:buNone/>
            </a:pPr>
            <a:r>
              <a:rPr b="1" i="0" lang="en-US" sz="2800" u="none">
                <a:solidFill>
                  <a:srgbClr val="FF0066"/>
                </a:solidFill>
                <a:latin typeface="Times New Roman"/>
                <a:ea typeface="Times New Roman"/>
                <a:cs typeface="Times New Roman"/>
                <a:sym typeface="Times New Roman"/>
              </a:rPr>
              <a:t>HƯƠU, NAI</a:t>
            </a:r>
            <a:endParaRPr/>
          </a:p>
          <a:p>
            <a:pPr indent="-457200" lvl="0" marL="457200" marR="0" rtl="0" algn="l">
              <a:lnSpc>
                <a:spcPct val="125000"/>
              </a:lnSpc>
              <a:spcBef>
                <a:spcPts val="1400"/>
              </a:spcBef>
              <a:spcAft>
                <a:spcPts val="0"/>
              </a:spcAft>
              <a:buClr>
                <a:srgbClr val="CC0066"/>
              </a:buClr>
              <a:buSzPts val="2800"/>
              <a:buFont typeface="Times New Roman"/>
              <a:buNone/>
            </a:pPr>
            <a:r>
              <a:rPr b="1" i="0" lang="en-US" sz="2800" u="none">
                <a:solidFill>
                  <a:srgbClr val="CC0066"/>
                </a:solidFill>
                <a:latin typeface="Times New Roman"/>
                <a:ea typeface="Times New Roman"/>
                <a:cs typeface="Times New Roman"/>
                <a:sym typeface="Times New Roman"/>
              </a:rPr>
              <a:t>4. Công dụng </a:t>
            </a:r>
            <a:endParaRPr/>
          </a:p>
          <a:p>
            <a:pPr indent="-457200" lvl="0" marL="457200" marR="0" rtl="0" algn="l">
              <a:lnSpc>
                <a:spcPct val="125000"/>
              </a:lnSpc>
              <a:spcBef>
                <a:spcPts val="1400"/>
              </a:spcBef>
              <a:spcAft>
                <a:spcPts val="0"/>
              </a:spcAft>
              <a:buClr>
                <a:srgbClr val="CC0066"/>
              </a:buClr>
              <a:buSzPts val="2800"/>
              <a:buFont typeface="Times New Roman"/>
              <a:buNone/>
            </a:pPr>
            <a:r>
              <a:rPr b="1" i="0" lang="en-US" sz="2800" u="none">
                <a:solidFill>
                  <a:srgbClr val="CC0066"/>
                </a:solidFill>
                <a:latin typeface="Times New Roman"/>
                <a:ea typeface="Times New Roman"/>
                <a:cs typeface="Times New Roman"/>
                <a:sym typeface="Times New Roman"/>
              </a:rPr>
              <a:t>   - Nhung : </a:t>
            </a:r>
            <a:r>
              <a:rPr b="1" i="0" lang="en-US" sz="2800" u="none">
                <a:solidFill>
                  <a:srgbClr val="003399"/>
                </a:solidFill>
                <a:latin typeface="Times New Roman"/>
                <a:ea typeface="Times New Roman"/>
                <a:cs typeface="Times New Roman"/>
                <a:sym typeface="Times New Roman"/>
              </a:rPr>
              <a:t>Là vị thuốc quý đứng thứ 2 sau Nhân sâm trong tứ bảo của y học cổ truyền. Được dùng từ rất lâu đời ở nhiều nước : TQ, Liên xô cũ, Triều Tiên, Nhật bản, Việt nam</a:t>
            </a:r>
            <a:endParaRPr/>
          </a:p>
          <a:p>
            <a:pPr indent="-457200" lvl="0" marL="457200" marR="0" rtl="0" algn="l">
              <a:lnSpc>
                <a:spcPct val="125000"/>
              </a:lnSpc>
              <a:spcBef>
                <a:spcPts val="0"/>
              </a:spcBef>
              <a:spcAft>
                <a:spcPts val="0"/>
              </a:spcAft>
              <a:buClr>
                <a:srgbClr val="003399"/>
              </a:buClr>
              <a:buSzPts val="2800"/>
              <a:buFont typeface="Times New Roman"/>
              <a:buChar char="-"/>
            </a:pPr>
            <a:r>
              <a:rPr b="1" i="0" lang="en-US" sz="2800" u="none">
                <a:solidFill>
                  <a:srgbClr val="003399"/>
                </a:solidFill>
                <a:latin typeface="Times New Roman"/>
                <a:ea typeface="Times New Roman"/>
                <a:cs typeface="Times New Roman"/>
                <a:sym typeface="Times New Roman"/>
              </a:rPr>
              <a:t>Thuốc bổ cho người già yếu, suy nhược cơ thể, làm việc quá sức, mới ốm dậy, hạ huyết áp.</a:t>
            </a:r>
            <a:endParaRPr/>
          </a:p>
          <a:p>
            <a:pPr indent="-457200" lvl="0" marL="457200" marR="0" rtl="0" algn="l">
              <a:lnSpc>
                <a:spcPct val="125000"/>
              </a:lnSpc>
              <a:spcBef>
                <a:spcPts val="0"/>
              </a:spcBef>
              <a:spcAft>
                <a:spcPts val="0"/>
              </a:spcAft>
              <a:buClr>
                <a:srgbClr val="003399"/>
              </a:buClr>
              <a:buSzPts val="2800"/>
              <a:buFont typeface="Times New Roman"/>
              <a:buChar char="-"/>
            </a:pPr>
            <a:r>
              <a:rPr b="1" i="0" lang="en-US" sz="2800" u="none">
                <a:solidFill>
                  <a:srgbClr val="003399"/>
                </a:solidFill>
                <a:latin typeface="Times New Roman"/>
                <a:ea typeface="Times New Roman"/>
                <a:cs typeface="Times New Roman"/>
                <a:sym typeface="Times New Roman"/>
              </a:rPr>
              <a:t>Người dùng : tinh thần sảng khoái, cơ thể khỏe mạnh, ăn nhiều, ngủ tốt, chóng lên cân. TE cứng cáp, mau lớn, chóng biết đi</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0" name="Shape 480"/>
        <p:cNvGrpSpPr/>
        <p:nvPr/>
      </p:nvGrpSpPr>
      <p:grpSpPr>
        <a:xfrm>
          <a:off x="0" y="0"/>
          <a:ext cx="0" cy="0"/>
          <a:chOff x="0" y="0"/>
          <a:chExt cx="0" cy="0"/>
        </a:xfrm>
      </p:grpSpPr>
      <p:sp>
        <p:nvSpPr>
          <p:cNvPr id="481" name="Google Shape;481;p31"/>
          <p:cNvSpPr txBox="1"/>
          <p:nvPr/>
        </p:nvSpPr>
        <p:spPr>
          <a:xfrm>
            <a:off x="152400" y="457200"/>
            <a:ext cx="8991600" cy="5265737"/>
          </a:xfrm>
          <a:prstGeom prst="rect">
            <a:avLst/>
          </a:prstGeom>
          <a:noFill/>
          <a:ln>
            <a:noFill/>
          </a:ln>
        </p:spPr>
        <p:txBody>
          <a:bodyPr anchorCtr="0" anchor="t" bIns="45700" lIns="91425" spcFirstLastPara="1" rIns="91425" wrap="square" tIns="45700">
            <a:spAutoFit/>
          </a:bodyPr>
          <a:lstStyle/>
          <a:p>
            <a:pPr indent="-457200" lvl="0" marL="457200" marR="0" rtl="0" algn="ctr">
              <a:lnSpc>
                <a:spcPct val="100000"/>
              </a:lnSpc>
              <a:spcBef>
                <a:spcPts val="0"/>
              </a:spcBef>
              <a:spcAft>
                <a:spcPts val="0"/>
              </a:spcAft>
              <a:buClr>
                <a:srgbClr val="FF0066"/>
              </a:buClr>
              <a:buSzPts val="2800"/>
              <a:buFont typeface="Times New Roman"/>
              <a:buNone/>
            </a:pPr>
            <a:r>
              <a:rPr b="1" i="0" lang="en-US" sz="2800" u="none">
                <a:solidFill>
                  <a:srgbClr val="FF0066"/>
                </a:solidFill>
                <a:latin typeface="Times New Roman"/>
                <a:ea typeface="Times New Roman"/>
                <a:cs typeface="Times New Roman"/>
                <a:sym typeface="Times New Roman"/>
              </a:rPr>
              <a:t>HƯƠU, NAI</a:t>
            </a:r>
            <a:endParaRPr/>
          </a:p>
          <a:p>
            <a:pPr indent="-457200" lvl="0" marL="457200" marR="0" rtl="0" algn="l">
              <a:lnSpc>
                <a:spcPct val="130000"/>
              </a:lnSpc>
              <a:spcBef>
                <a:spcPts val="1400"/>
              </a:spcBef>
              <a:spcAft>
                <a:spcPts val="0"/>
              </a:spcAft>
              <a:buClr>
                <a:srgbClr val="CC0066"/>
              </a:buClr>
              <a:buSzPts val="2800"/>
              <a:buFont typeface="Times New Roman"/>
              <a:buNone/>
            </a:pPr>
            <a:r>
              <a:rPr b="1" i="0" lang="en-US" sz="2800" u="none">
                <a:solidFill>
                  <a:srgbClr val="CC0066"/>
                </a:solidFill>
                <a:latin typeface="Times New Roman"/>
                <a:ea typeface="Times New Roman"/>
                <a:cs typeface="Times New Roman"/>
                <a:sym typeface="Times New Roman"/>
              </a:rPr>
              <a:t>4. Công dụng </a:t>
            </a:r>
            <a:endParaRPr/>
          </a:p>
          <a:p>
            <a:pPr indent="-457200" lvl="0" marL="457200" marR="0" rtl="0" algn="l">
              <a:lnSpc>
                <a:spcPct val="130000"/>
              </a:lnSpc>
              <a:spcBef>
                <a:spcPts val="1400"/>
              </a:spcBef>
              <a:spcAft>
                <a:spcPts val="0"/>
              </a:spcAft>
              <a:buClr>
                <a:srgbClr val="CC0066"/>
              </a:buClr>
              <a:buSzPts val="2800"/>
              <a:buFont typeface="Times New Roman"/>
              <a:buNone/>
            </a:pPr>
            <a:r>
              <a:rPr b="1" i="0" lang="en-US" sz="2800" u="none">
                <a:solidFill>
                  <a:srgbClr val="CC0066"/>
                </a:solidFill>
                <a:latin typeface="Times New Roman"/>
                <a:ea typeface="Times New Roman"/>
                <a:cs typeface="Times New Roman"/>
                <a:sym typeface="Times New Roman"/>
              </a:rPr>
              <a:t>-   </a:t>
            </a:r>
            <a:r>
              <a:rPr b="1" i="0" lang="en-US" sz="2800" u="none">
                <a:solidFill>
                  <a:srgbClr val="003399"/>
                </a:solidFill>
                <a:latin typeface="Times New Roman"/>
                <a:ea typeface="Times New Roman"/>
                <a:cs typeface="Times New Roman"/>
                <a:sym typeface="Times New Roman"/>
              </a:rPr>
              <a:t>Dùng dạng bột, viên hay ngâm rượu uống.</a:t>
            </a:r>
            <a:endParaRPr/>
          </a:p>
          <a:p>
            <a:pPr indent="-457200" lvl="0" marL="457200" marR="0" rtl="0" algn="l">
              <a:lnSpc>
                <a:spcPct val="130000"/>
              </a:lnSpc>
              <a:spcBef>
                <a:spcPts val="1400"/>
              </a:spcBef>
              <a:spcAft>
                <a:spcPts val="0"/>
              </a:spcAft>
              <a:buClr>
                <a:srgbClr val="003399"/>
              </a:buClr>
              <a:buSzPts val="2800"/>
              <a:buFont typeface="Times New Roman"/>
              <a:buChar char="-"/>
            </a:pPr>
            <a:r>
              <a:rPr b="1" i="0" lang="en-US" sz="2800" u="none">
                <a:solidFill>
                  <a:srgbClr val="003399"/>
                </a:solidFill>
                <a:latin typeface="Times New Roman"/>
                <a:ea typeface="Times New Roman"/>
                <a:cs typeface="Times New Roman"/>
                <a:sym typeface="Times New Roman"/>
              </a:rPr>
              <a:t>Không dùng nhung cho người tiểu đường, cao huyết áp, xơ vữa động mạch, viêm thận, hẹp van tim, tiêu chảy, mụn nhọt, lở ngứa</a:t>
            </a:r>
            <a:endParaRPr/>
          </a:p>
          <a:p>
            <a:pPr indent="-457200" lvl="0" marL="457200" marR="0" rtl="0" algn="l">
              <a:lnSpc>
                <a:spcPct val="130000"/>
              </a:lnSpc>
              <a:spcBef>
                <a:spcPts val="1400"/>
              </a:spcBef>
              <a:spcAft>
                <a:spcPts val="0"/>
              </a:spcAft>
              <a:buClr>
                <a:schemeClr val="dk1"/>
              </a:buClr>
              <a:buSzPts val="2800"/>
              <a:buFont typeface="Times New Roman"/>
              <a:buNone/>
            </a:pPr>
            <a:r>
              <a:t/>
            </a:r>
            <a:endParaRPr b="1" i="0" sz="2800" u="none">
              <a:solidFill>
                <a:srgbClr val="003399"/>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None/>
            </a:pPr>
            <a:r>
              <a:t/>
            </a:r>
            <a:endParaRPr b="1" i="0" sz="2800" u="none">
              <a:solidFill>
                <a:srgbClr val="003399"/>
              </a:solidFill>
              <a:latin typeface="Times New Roman"/>
              <a:ea typeface="Times New Roman"/>
              <a:cs typeface="Times New Roman"/>
              <a:sym typeface="Times New Roman"/>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5" name="Shape 485"/>
        <p:cNvGrpSpPr/>
        <p:nvPr/>
      </p:nvGrpSpPr>
      <p:grpSpPr>
        <a:xfrm>
          <a:off x="0" y="0"/>
          <a:ext cx="0" cy="0"/>
          <a:chOff x="0" y="0"/>
          <a:chExt cx="0" cy="0"/>
        </a:xfrm>
      </p:grpSpPr>
      <p:sp>
        <p:nvSpPr>
          <p:cNvPr id="486" name="Google Shape;486;p32"/>
          <p:cNvSpPr txBox="1"/>
          <p:nvPr/>
        </p:nvSpPr>
        <p:spPr>
          <a:xfrm>
            <a:off x="152400" y="457200"/>
            <a:ext cx="8991600" cy="5821362"/>
          </a:xfrm>
          <a:prstGeom prst="rect">
            <a:avLst/>
          </a:prstGeom>
          <a:noFill/>
          <a:ln>
            <a:noFill/>
          </a:ln>
        </p:spPr>
        <p:txBody>
          <a:bodyPr anchorCtr="0" anchor="t" bIns="45700" lIns="91425" spcFirstLastPara="1" rIns="91425" wrap="square" tIns="45700">
            <a:spAutoFit/>
          </a:bodyPr>
          <a:lstStyle/>
          <a:p>
            <a:pPr indent="-457200" lvl="0" marL="457200" marR="0" rtl="0" algn="ctr">
              <a:lnSpc>
                <a:spcPct val="100000"/>
              </a:lnSpc>
              <a:spcBef>
                <a:spcPts val="0"/>
              </a:spcBef>
              <a:spcAft>
                <a:spcPts val="0"/>
              </a:spcAft>
              <a:buClr>
                <a:srgbClr val="FF0066"/>
              </a:buClr>
              <a:buSzPts val="2800"/>
              <a:buFont typeface="Times New Roman"/>
              <a:buNone/>
            </a:pPr>
            <a:r>
              <a:rPr b="1" i="0" lang="en-US" sz="2800" u="none">
                <a:solidFill>
                  <a:srgbClr val="FF0066"/>
                </a:solidFill>
                <a:latin typeface="Times New Roman"/>
                <a:ea typeface="Times New Roman"/>
                <a:cs typeface="Times New Roman"/>
                <a:sym typeface="Times New Roman"/>
              </a:rPr>
              <a:t>HƯƠU, NAI</a:t>
            </a:r>
            <a:endParaRPr/>
          </a:p>
          <a:p>
            <a:pPr indent="-457200" lvl="0" marL="457200" marR="0" rtl="0" algn="l">
              <a:lnSpc>
                <a:spcPct val="130000"/>
              </a:lnSpc>
              <a:spcBef>
                <a:spcPts val="1400"/>
              </a:spcBef>
              <a:spcAft>
                <a:spcPts val="0"/>
              </a:spcAft>
              <a:buClr>
                <a:srgbClr val="CC0066"/>
              </a:buClr>
              <a:buSzPts val="2800"/>
              <a:buFont typeface="Times New Roman"/>
              <a:buNone/>
            </a:pPr>
            <a:r>
              <a:rPr b="1" i="0" lang="en-US" sz="2800" u="none">
                <a:solidFill>
                  <a:srgbClr val="CC0066"/>
                </a:solidFill>
                <a:latin typeface="Times New Roman"/>
                <a:ea typeface="Times New Roman"/>
                <a:cs typeface="Times New Roman"/>
                <a:sym typeface="Times New Roman"/>
              </a:rPr>
              <a:t>4. Công dụng </a:t>
            </a:r>
            <a:endParaRPr/>
          </a:p>
          <a:p>
            <a:pPr indent="-457200" lvl="0" marL="457200" marR="0" rtl="0" algn="l">
              <a:lnSpc>
                <a:spcPct val="130000"/>
              </a:lnSpc>
              <a:spcBef>
                <a:spcPts val="1400"/>
              </a:spcBef>
              <a:spcAft>
                <a:spcPts val="0"/>
              </a:spcAft>
              <a:buClr>
                <a:srgbClr val="CC0066"/>
              </a:buClr>
              <a:buSzPts val="2800"/>
              <a:buFont typeface="Times New Roman"/>
              <a:buChar char="-"/>
            </a:pPr>
            <a:r>
              <a:rPr b="1" i="0" lang="en-US" sz="2800" u="none">
                <a:solidFill>
                  <a:srgbClr val="CC0066"/>
                </a:solidFill>
                <a:latin typeface="Times New Roman"/>
                <a:ea typeface="Times New Roman"/>
                <a:cs typeface="Times New Roman"/>
                <a:sym typeface="Times New Roman"/>
              </a:rPr>
              <a:t>Cao ban long : </a:t>
            </a:r>
            <a:r>
              <a:rPr b="1" i="0" lang="en-US" sz="2800" u="none">
                <a:solidFill>
                  <a:srgbClr val="003399"/>
                </a:solidFill>
                <a:latin typeface="Times New Roman"/>
                <a:ea typeface="Times New Roman"/>
                <a:cs typeface="Times New Roman"/>
                <a:sym typeface="Times New Roman"/>
              </a:rPr>
              <a:t>Chữa suy nhược cơ thể, thổ huyết, nôn ra máu, tử cung xuất huyết, kinh nguyệt nhiều, lở loét sưng nhức.</a:t>
            </a:r>
            <a:endParaRPr/>
          </a:p>
          <a:p>
            <a:pPr indent="-457200" lvl="0" marL="457200" marR="0" rtl="0" algn="l">
              <a:lnSpc>
                <a:spcPct val="130000"/>
              </a:lnSpc>
              <a:spcBef>
                <a:spcPts val="1400"/>
              </a:spcBef>
              <a:spcAft>
                <a:spcPts val="0"/>
              </a:spcAft>
              <a:buClr>
                <a:srgbClr val="003399"/>
              </a:buClr>
              <a:buSzPts val="2800"/>
              <a:buFont typeface="Times New Roman"/>
              <a:buChar char="-"/>
            </a:pPr>
            <a:r>
              <a:rPr b="1" i="0" lang="en-US" sz="2800" u="none">
                <a:solidFill>
                  <a:srgbClr val="003399"/>
                </a:solidFill>
                <a:latin typeface="Times New Roman"/>
                <a:ea typeface="Times New Roman"/>
                <a:cs typeface="Times New Roman"/>
                <a:sym typeface="Times New Roman"/>
              </a:rPr>
              <a:t>Cắt thành miếng mỏng, nhai hoặc ngậm rồi nuốt, ăn với cháo nóng hoặc cho vào rượu, hâm nóng uống.</a:t>
            </a:r>
            <a:endParaRPr/>
          </a:p>
          <a:p>
            <a:pPr indent="-457200" lvl="0" marL="457200" marR="0" rtl="0" algn="l">
              <a:lnSpc>
                <a:spcPct val="130000"/>
              </a:lnSpc>
              <a:spcBef>
                <a:spcPts val="1400"/>
              </a:spcBef>
              <a:spcAft>
                <a:spcPts val="0"/>
              </a:spcAft>
              <a:buClr>
                <a:srgbClr val="CC0066"/>
              </a:buClr>
              <a:buSzPts val="2800"/>
              <a:buFont typeface="Times New Roman"/>
              <a:buChar char="-"/>
            </a:pPr>
            <a:r>
              <a:rPr b="1" i="0" lang="en-US" sz="2800" u="none">
                <a:solidFill>
                  <a:srgbClr val="CC0066"/>
                </a:solidFill>
                <a:latin typeface="Times New Roman"/>
                <a:ea typeface="Times New Roman"/>
                <a:cs typeface="Times New Roman"/>
                <a:sym typeface="Times New Roman"/>
              </a:rPr>
              <a:t>Lộc giác sương :</a:t>
            </a:r>
            <a:r>
              <a:rPr b="1" i="0" lang="en-US" sz="2800" u="none">
                <a:solidFill>
                  <a:srgbClr val="003399"/>
                </a:solidFill>
                <a:latin typeface="Times New Roman"/>
                <a:ea typeface="Times New Roman"/>
                <a:cs typeface="Times New Roman"/>
                <a:sym typeface="Times New Roman"/>
              </a:rPr>
              <a:t> Chữa huyết hư, cơ thể suy nhược, gầy yếu</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0" name="Shape 490"/>
        <p:cNvGrpSpPr/>
        <p:nvPr/>
      </p:nvGrpSpPr>
      <p:grpSpPr>
        <a:xfrm>
          <a:off x="0" y="0"/>
          <a:ext cx="0" cy="0"/>
          <a:chOff x="0" y="0"/>
          <a:chExt cx="0" cy="0"/>
        </a:xfrm>
      </p:grpSpPr>
      <p:sp>
        <p:nvSpPr>
          <p:cNvPr id="491" name="Google Shape;491;p33"/>
          <p:cNvSpPr txBox="1"/>
          <p:nvPr/>
        </p:nvSpPr>
        <p:spPr>
          <a:xfrm>
            <a:off x="152400" y="457200"/>
            <a:ext cx="8991600" cy="6376987"/>
          </a:xfrm>
          <a:prstGeom prst="rect">
            <a:avLst/>
          </a:prstGeom>
          <a:noFill/>
          <a:ln>
            <a:noFill/>
          </a:ln>
        </p:spPr>
        <p:txBody>
          <a:bodyPr anchorCtr="0" anchor="t" bIns="45700" lIns="91425" spcFirstLastPara="1" rIns="91425" wrap="square" tIns="45700">
            <a:spAutoFit/>
          </a:bodyPr>
          <a:lstStyle/>
          <a:p>
            <a:pPr indent="-457200" lvl="0" marL="457200" marR="0" rtl="0" algn="ctr">
              <a:lnSpc>
                <a:spcPct val="100000"/>
              </a:lnSpc>
              <a:spcBef>
                <a:spcPts val="0"/>
              </a:spcBef>
              <a:spcAft>
                <a:spcPts val="0"/>
              </a:spcAft>
              <a:buClr>
                <a:srgbClr val="FF0066"/>
              </a:buClr>
              <a:buSzPts val="2800"/>
              <a:buFont typeface="Times New Roman"/>
              <a:buNone/>
            </a:pPr>
            <a:r>
              <a:rPr b="1" i="0" lang="en-US" sz="2800" u="none">
                <a:solidFill>
                  <a:srgbClr val="FF0066"/>
                </a:solidFill>
                <a:latin typeface="Times New Roman"/>
                <a:ea typeface="Times New Roman"/>
                <a:cs typeface="Times New Roman"/>
                <a:sym typeface="Times New Roman"/>
              </a:rPr>
              <a:t>HƯƠU, NAI</a:t>
            </a:r>
            <a:endParaRPr/>
          </a:p>
          <a:p>
            <a:pPr indent="-457200" lvl="0" marL="457200" marR="0" rtl="0" algn="l">
              <a:lnSpc>
                <a:spcPct val="130000"/>
              </a:lnSpc>
              <a:spcBef>
                <a:spcPts val="1400"/>
              </a:spcBef>
              <a:spcAft>
                <a:spcPts val="0"/>
              </a:spcAft>
              <a:buClr>
                <a:srgbClr val="CC0066"/>
              </a:buClr>
              <a:buSzPts val="2800"/>
              <a:buFont typeface="Times New Roman"/>
              <a:buNone/>
            </a:pPr>
            <a:r>
              <a:rPr b="1" i="0" lang="en-US" sz="2800" u="none">
                <a:solidFill>
                  <a:srgbClr val="CC0066"/>
                </a:solidFill>
                <a:latin typeface="Times New Roman"/>
                <a:ea typeface="Times New Roman"/>
                <a:cs typeface="Times New Roman"/>
                <a:sym typeface="Times New Roman"/>
              </a:rPr>
              <a:t>4. Công dụng </a:t>
            </a:r>
            <a:endParaRPr/>
          </a:p>
          <a:p>
            <a:pPr indent="-457200" lvl="0" marL="457200" marR="0" rtl="0" algn="l">
              <a:lnSpc>
                <a:spcPct val="130000"/>
              </a:lnSpc>
              <a:spcBef>
                <a:spcPts val="1400"/>
              </a:spcBef>
              <a:spcAft>
                <a:spcPts val="0"/>
              </a:spcAft>
              <a:buClr>
                <a:srgbClr val="CC0066"/>
              </a:buClr>
              <a:buSzPts val="2800"/>
              <a:buFont typeface="Times New Roman"/>
              <a:buChar char="-"/>
            </a:pPr>
            <a:r>
              <a:rPr b="1" i="0" lang="en-US" sz="2800" u="none">
                <a:solidFill>
                  <a:srgbClr val="CC0066"/>
                </a:solidFill>
                <a:latin typeface="Times New Roman"/>
                <a:ea typeface="Times New Roman"/>
                <a:cs typeface="Times New Roman"/>
                <a:sym typeface="Times New Roman"/>
              </a:rPr>
              <a:t>Huyết hươu, nai hứng được khi cưa nhung : </a:t>
            </a:r>
            <a:r>
              <a:rPr b="1" i="0" lang="en-US" sz="2800" u="none">
                <a:solidFill>
                  <a:srgbClr val="003399"/>
                </a:solidFill>
                <a:latin typeface="Times New Roman"/>
                <a:ea typeface="Times New Roman"/>
                <a:cs typeface="Times New Roman"/>
                <a:sym typeface="Times New Roman"/>
              </a:rPr>
              <a:t>Uống ngay chữa ngộ độc thức ăn và thuốc. Pha vào rượu uống chữa liệt dương, đau bụng, đau lưng, mần ngứa</a:t>
            </a:r>
            <a:endParaRPr/>
          </a:p>
          <a:p>
            <a:pPr indent="-457200" lvl="0" marL="457200" marR="0" rtl="0" algn="l">
              <a:lnSpc>
                <a:spcPct val="130000"/>
              </a:lnSpc>
              <a:spcBef>
                <a:spcPts val="1400"/>
              </a:spcBef>
              <a:spcAft>
                <a:spcPts val="0"/>
              </a:spcAft>
              <a:buClr>
                <a:srgbClr val="CC0066"/>
              </a:buClr>
              <a:buSzPts val="2800"/>
              <a:buFont typeface="Times New Roman"/>
              <a:buChar char="-"/>
            </a:pPr>
            <a:r>
              <a:rPr b="1" i="0" lang="en-US" sz="2800" u="none">
                <a:solidFill>
                  <a:srgbClr val="CC0066"/>
                </a:solidFill>
                <a:latin typeface="Times New Roman"/>
                <a:ea typeface="Times New Roman"/>
                <a:cs typeface="Times New Roman"/>
                <a:sym typeface="Times New Roman"/>
              </a:rPr>
              <a:t>Chân hươu, nai</a:t>
            </a:r>
            <a:r>
              <a:rPr b="1" i="0" lang="en-US" sz="2800" u="none">
                <a:solidFill>
                  <a:srgbClr val="003399"/>
                </a:solidFill>
                <a:latin typeface="Times New Roman"/>
                <a:ea typeface="Times New Roman"/>
                <a:cs typeface="Times New Roman"/>
                <a:sym typeface="Times New Roman"/>
              </a:rPr>
              <a:t> : chặt nhỏ nấu cao : Bồi bổ cơ thể, mạnh gân xương</a:t>
            </a:r>
            <a:endParaRPr/>
          </a:p>
          <a:p>
            <a:pPr indent="-457200" lvl="0" marL="457200" marR="0" rtl="0" algn="l">
              <a:lnSpc>
                <a:spcPct val="130000"/>
              </a:lnSpc>
              <a:spcBef>
                <a:spcPts val="1400"/>
              </a:spcBef>
              <a:spcAft>
                <a:spcPts val="0"/>
              </a:spcAft>
              <a:buClr>
                <a:srgbClr val="CC0066"/>
              </a:buClr>
              <a:buSzPts val="2800"/>
              <a:buFont typeface="Times New Roman"/>
              <a:buChar char="-"/>
            </a:pPr>
            <a:r>
              <a:rPr b="1" i="0" lang="en-US" sz="2800" u="none">
                <a:solidFill>
                  <a:srgbClr val="CC0066"/>
                </a:solidFill>
                <a:latin typeface="Times New Roman"/>
                <a:ea typeface="Times New Roman"/>
                <a:cs typeface="Times New Roman"/>
                <a:sym typeface="Times New Roman"/>
              </a:rPr>
              <a:t>Gân hươu, nai</a:t>
            </a:r>
            <a:r>
              <a:rPr b="1" i="0" lang="en-US" sz="2800" u="none">
                <a:solidFill>
                  <a:srgbClr val="003399"/>
                </a:solidFill>
                <a:latin typeface="Times New Roman"/>
                <a:ea typeface="Times New Roman"/>
                <a:cs typeface="Times New Roman"/>
                <a:sym typeface="Times New Roman"/>
              </a:rPr>
              <a:t> : ngâm nước tro 1 đêm, rửa sạch, hầm với thọt gà, lợn và dược liệu : Bổ gân, cường tráng, tinh thần minh mẫn</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5" name="Shape 495"/>
        <p:cNvGrpSpPr/>
        <p:nvPr/>
      </p:nvGrpSpPr>
      <p:grpSpPr>
        <a:xfrm>
          <a:off x="0" y="0"/>
          <a:ext cx="0" cy="0"/>
          <a:chOff x="0" y="0"/>
          <a:chExt cx="0" cy="0"/>
        </a:xfrm>
      </p:grpSpPr>
      <p:sp>
        <p:nvSpPr>
          <p:cNvPr id="496" name="Google Shape;496;p34"/>
          <p:cNvSpPr txBox="1"/>
          <p:nvPr/>
        </p:nvSpPr>
        <p:spPr>
          <a:xfrm>
            <a:off x="152400" y="889000"/>
            <a:ext cx="8991600" cy="4368800"/>
          </a:xfrm>
          <a:prstGeom prst="rect">
            <a:avLst/>
          </a:prstGeom>
          <a:noFill/>
          <a:ln>
            <a:noFill/>
          </a:ln>
        </p:spPr>
        <p:txBody>
          <a:bodyPr anchorCtr="0" anchor="t" bIns="45700" lIns="91425" spcFirstLastPara="1" rIns="91425" wrap="square" tIns="45700">
            <a:spAutoFit/>
          </a:bodyPr>
          <a:lstStyle/>
          <a:p>
            <a:pPr indent="-457200" lvl="0" marL="457200" marR="0" rtl="0" algn="ctr">
              <a:lnSpc>
                <a:spcPct val="100000"/>
              </a:lnSpc>
              <a:spcBef>
                <a:spcPts val="0"/>
              </a:spcBef>
              <a:spcAft>
                <a:spcPts val="0"/>
              </a:spcAft>
              <a:buClr>
                <a:srgbClr val="FF0066"/>
              </a:buClr>
              <a:buSzPts val="2800"/>
              <a:buFont typeface="Times New Roman"/>
              <a:buNone/>
            </a:pPr>
            <a:r>
              <a:rPr b="1" i="0" lang="en-US" sz="2800" u="none">
                <a:solidFill>
                  <a:srgbClr val="FF0066"/>
                </a:solidFill>
                <a:latin typeface="Times New Roman"/>
                <a:ea typeface="Times New Roman"/>
                <a:cs typeface="Times New Roman"/>
                <a:sym typeface="Times New Roman"/>
              </a:rPr>
              <a:t>RẮN</a:t>
            </a:r>
            <a:endParaRPr/>
          </a:p>
          <a:p>
            <a:pPr indent="-457200" lvl="0" marL="457200" marR="0" rtl="0" algn="l">
              <a:lnSpc>
                <a:spcPct val="130000"/>
              </a:lnSpc>
              <a:spcBef>
                <a:spcPts val="1400"/>
              </a:spcBef>
              <a:spcAft>
                <a:spcPts val="0"/>
              </a:spcAft>
              <a:buClr>
                <a:srgbClr val="CC0066"/>
              </a:buClr>
              <a:buSzPts val="2800"/>
              <a:buFont typeface="Times New Roman"/>
              <a:buNone/>
            </a:pPr>
            <a:r>
              <a:rPr b="1" i="0" lang="en-US" sz="2800" u="none">
                <a:solidFill>
                  <a:srgbClr val="CC0066"/>
                </a:solidFill>
                <a:latin typeface="Times New Roman"/>
                <a:ea typeface="Times New Roman"/>
                <a:cs typeface="Times New Roman"/>
                <a:sym typeface="Times New Roman"/>
              </a:rPr>
              <a:t>Rắn hổ mang : </a:t>
            </a:r>
            <a:r>
              <a:rPr b="1" i="1" lang="en-US" sz="2800" u="none">
                <a:solidFill>
                  <a:srgbClr val="CC0066"/>
                </a:solidFill>
                <a:latin typeface="Times New Roman"/>
                <a:ea typeface="Times New Roman"/>
                <a:cs typeface="Times New Roman"/>
                <a:sym typeface="Times New Roman"/>
              </a:rPr>
              <a:t>Naja naja</a:t>
            </a:r>
            <a:r>
              <a:rPr b="1" i="0" lang="en-US" sz="2800" u="none">
                <a:solidFill>
                  <a:srgbClr val="CC0066"/>
                </a:solidFill>
                <a:latin typeface="Times New Roman"/>
                <a:ea typeface="Times New Roman"/>
                <a:cs typeface="Times New Roman"/>
                <a:sym typeface="Times New Roman"/>
              </a:rPr>
              <a:t> L. Elapidae</a:t>
            </a:r>
            <a:endParaRPr/>
          </a:p>
          <a:p>
            <a:pPr indent="-457200" lvl="0" marL="457200" marR="0" rtl="0" algn="l">
              <a:lnSpc>
                <a:spcPct val="130000"/>
              </a:lnSpc>
              <a:spcBef>
                <a:spcPts val="1400"/>
              </a:spcBef>
              <a:spcAft>
                <a:spcPts val="0"/>
              </a:spcAft>
              <a:buClr>
                <a:srgbClr val="CC0066"/>
              </a:buClr>
              <a:buSzPts val="2800"/>
              <a:buFont typeface="Times New Roman"/>
              <a:buNone/>
            </a:pPr>
            <a:r>
              <a:rPr b="1" i="0" lang="en-US" sz="2800" u="none">
                <a:solidFill>
                  <a:srgbClr val="CC0066"/>
                </a:solidFill>
                <a:latin typeface="Times New Roman"/>
                <a:ea typeface="Times New Roman"/>
                <a:cs typeface="Times New Roman"/>
                <a:sym typeface="Times New Roman"/>
              </a:rPr>
              <a:t>Rắn cạp nong : </a:t>
            </a:r>
            <a:r>
              <a:rPr b="1" i="1" lang="en-US" sz="2800" u="none">
                <a:solidFill>
                  <a:srgbClr val="CC0066"/>
                </a:solidFill>
                <a:latin typeface="Times New Roman"/>
                <a:ea typeface="Times New Roman"/>
                <a:cs typeface="Times New Roman"/>
                <a:sym typeface="Times New Roman"/>
              </a:rPr>
              <a:t>Bungarus fasciatus</a:t>
            </a:r>
            <a:r>
              <a:rPr b="1" i="0" lang="en-US" sz="2800" u="none">
                <a:solidFill>
                  <a:srgbClr val="CC0066"/>
                </a:solidFill>
                <a:latin typeface="Times New Roman"/>
                <a:ea typeface="Times New Roman"/>
                <a:cs typeface="Times New Roman"/>
                <a:sym typeface="Times New Roman"/>
              </a:rPr>
              <a:t> Schneider</a:t>
            </a:r>
            <a:endParaRPr/>
          </a:p>
          <a:p>
            <a:pPr indent="-457200" lvl="0" marL="457200" marR="0" rtl="0" algn="l">
              <a:lnSpc>
                <a:spcPct val="130000"/>
              </a:lnSpc>
              <a:spcBef>
                <a:spcPts val="1400"/>
              </a:spcBef>
              <a:spcAft>
                <a:spcPts val="0"/>
              </a:spcAft>
              <a:buClr>
                <a:srgbClr val="CC0066"/>
              </a:buClr>
              <a:buSzPts val="2800"/>
              <a:buFont typeface="Times New Roman"/>
              <a:buNone/>
            </a:pPr>
            <a:r>
              <a:rPr b="1" i="0" lang="en-US" sz="2800" u="none">
                <a:solidFill>
                  <a:srgbClr val="CC0066"/>
                </a:solidFill>
                <a:latin typeface="Times New Roman"/>
                <a:ea typeface="Times New Roman"/>
                <a:cs typeface="Times New Roman"/>
                <a:sym typeface="Times New Roman"/>
              </a:rPr>
              <a:t>Rắn cạp nia : </a:t>
            </a:r>
            <a:r>
              <a:rPr b="1" i="1" lang="en-US" sz="2800" u="none">
                <a:solidFill>
                  <a:srgbClr val="CC0066"/>
                </a:solidFill>
                <a:latin typeface="Times New Roman"/>
                <a:ea typeface="Times New Roman"/>
                <a:cs typeface="Times New Roman"/>
                <a:sym typeface="Times New Roman"/>
              </a:rPr>
              <a:t>Bungarus candidus</a:t>
            </a:r>
            <a:r>
              <a:rPr b="1" i="0" lang="en-US" sz="2800" u="none">
                <a:solidFill>
                  <a:srgbClr val="CC0066"/>
                </a:solidFill>
                <a:latin typeface="Times New Roman"/>
                <a:ea typeface="Times New Roman"/>
                <a:cs typeface="Times New Roman"/>
                <a:sym typeface="Times New Roman"/>
              </a:rPr>
              <a:t> L.</a:t>
            </a:r>
            <a:endParaRPr/>
          </a:p>
          <a:p>
            <a:pPr indent="-457200" lvl="0" marL="457200" marR="0" rtl="0" algn="l">
              <a:lnSpc>
                <a:spcPct val="130000"/>
              </a:lnSpc>
              <a:spcBef>
                <a:spcPts val="1400"/>
              </a:spcBef>
              <a:spcAft>
                <a:spcPts val="0"/>
              </a:spcAft>
              <a:buClr>
                <a:srgbClr val="CC0066"/>
              </a:buClr>
              <a:buSzPts val="2800"/>
              <a:buFont typeface="Times New Roman"/>
              <a:buNone/>
            </a:pPr>
            <a:r>
              <a:rPr b="1" i="0" lang="en-US" sz="2800" u="none">
                <a:solidFill>
                  <a:srgbClr val="CC0066"/>
                </a:solidFill>
                <a:latin typeface="Times New Roman"/>
                <a:ea typeface="Times New Roman"/>
                <a:cs typeface="Times New Roman"/>
                <a:sym typeface="Times New Roman"/>
              </a:rPr>
              <a:t>Rắn ráo : </a:t>
            </a:r>
            <a:r>
              <a:rPr b="1" i="1" lang="en-US" sz="2800" u="none">
                <a:solidFill>
                  <a:srgbClr val="CC0066"/>
                </a:solidFill>
                <a:latin typeface="Times New Roman"/>
                <a:ea typeface="Times New Roman"/>
                <a:cs typeface="Times New Roman"/>
                <a:sym typeface="Times New Roman"/>
              </a:rPr>
              <a:t>Ptyas korros</a:t>
            </a:r>
            <a:r>
              <a:rPr b="1" i="0" lang="en-US" sz="2800" u="none">
                <a:solidFill>
                  <a:srgbClr val="CC0066"/>
                </a:solidFill>
                <a:latin typeface="Times New Roman"/>
                <a:ea typeface="Times New Roman"/>
                <a:cs typeface="Times New Roman"/>
                <a:sym typeface="Times New Roman"/>
              </a:rPr>
              <a:t> Schlegel, Colubridae</a:t>
            </a:r>
            <a:endParaRPr/>
          </a:p>
          <a:p>
            <a:pPr indent="0" lvl="0" marL="0" marR="0" rtl="0" algn="l">
              <a:lnSpc>
                <a:spcPct val="100000"/>
              </a:lnSpc>
              <a:spcBef>
                <a:spcPts val="0"/>
              </a:spcBef>
              <a:spcAft>
                <a:spcPts val="0"/>
              </a:spcAft>
              <a:buNone/>
            </a:pPr>
            <a:r>
              <a:t/>
            </a:r>
            <a:endParaRPr b="1" i="0" sz="2800" u="none">
              <a:solidFill>
                <a:srgbClr val="CC0066"/>
              </a:solidFill>
              <a:latin typeface="Times New Roman"/>
              <a:ea typeface="Times New Roman"/>
              <a:cs typeface="Times New Roman"/>
              <a:sym typeface="Times New Roman"/>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0" name="Shape 500"/>
        <p:cNvGrpSpPr/>
        <p:nvPr/>
      </p:nvGrpSpPr>
      <p:grpSpPr>
        <a:xfrm>
          <a:off x="0" y="0"/>
          <a:ext cx="0" cy="0"/>
          <a:chOff x="0" y="0"/>
          <a:chExt cx="0" cy="0"/>
        </a:xfrm>
      </p:grpSpPr>
      <p:sp>
        <p:nvSpPr>
          <p:cNvPr id="501" name="Google Shape;501;p35"/>
          <p:cNvSpPr txBox="1"/>
          <p:nvPr/>
        </p:nvSpPr>
        <p:spPr>
          <a:xfrm>
            <a:off x="152400" y="457200"/>
            <a:ext cx="8991600" cy="519112"/>
          </a:xfrm>
          <a:prstGeom prst="rect">
            <a:avLst/>
          </a:prstGeom>
          <a:noFill/>
          <a:ln>
            <a:noFill/>
          </a:ln>
        </p:spPr>
        <p:txBody>
          <a:bodyPr anchorCtr="0" anchor="t" bIns="45700" lIns="91425" spcFirstLastPara="1" rIns="91425" wrap="square" tIns="45700">
            <a:spAutoFit/>
          </a:bodyPr>
          <a:lstStyle/>
          <a:p>
            <a:pPr indent="-457200" lvl="0" marL="457200" marR="0" rtl="0" algn="ctr">
              <a:lnSpc>
                <a:spcPct val="100000"/>
              </a:lnSpc>
              <a:spcBef>
                <a:spcPts val="0"/>
              </a:spcBef>
              <a:spcAft>
                <a:spcPts val="0"/>
              </a:spcAft>
              <a:buClr>
                <a:srgbClr val="CC0066"/>
              </a:buClr>
              <a:buSzPts val="2800"/>
              <a:buFont typeface="Times New Roman"/>
              <a:buNone/>
            </a:pPr>
            <a:r>
              <a:rPr b="1" i="0" lang="en-US" sz="2800" u="none">
                <a:solidFill>
                  <a:srgbClr val="CC0066"/>
                </a:solidFill>
                <a:latin typeface="Times New Roman"/>
                <a:ea typeface="Times New Roman"/>
                <a:cs typeface="Times New Roman"/>
                <a:sym typeface="Times New Roman"/>
              </a:rPr>
              <a:t>Rắn hổ mang : </a:t>
            </a:r>
            <a:r>
              <a:rPr b="1" i="1" lang="en-US" sz="2800" u="none">
                <a:solidFill>
                  <a:srgbClr val="CC0066"/>
                </a:solidFill>
                <a:latin typeface="Times New Roman"/>
                <a:ea typeface="Times New Roman"/>
                <a:cs typeface="Times New Roman"/>
                <a:sym typeface="Times New Roman"/>
              </a:rPr>
              <a:t>Naja naja</a:t>
            </a:r>
            <a:r>
              <a:rPr b="1" i="0" lang="en-US" sz="2800" u="none">
                <a:solidFill>
                  <a:srgbClr val="CC0066"/>
                </a:solidFill>
                <a:latin typeface="Times New Roman"/>
                <a:ea typeface="Times New Roman"/>
                <a:cs typeface="Times New Roman"/>
                <a:sym typeface="Times New Roman"/>
              </a:rPr>
              <a:t> L. Elapidae</a:t>
            </a:r>
            <a:endParaRPr/>
          </a:p>
        </p:txBody>
      </p:sp>
      <p:pic>
        <p:nvPicPr>
          <p:cNvPr descr="pd733999" id="502" name="Google Shape;502;p35"/>
          <p:cNvPicPr preferRelativeResize="0"/>
          <p:nvPr/>
        </p:nvPicPr>
        <p:blipFill rotWithShape="1">
          <a:blip r:embed="rId3">
            <a:alphaModFix/>
          </a:blip>
          <a:srcRect b="0" l="0" r="0" t="0"/>
          <a:stretch/>
        </p:blipFill>
        <p:spPr>
          <a:xfrm>
            <a:off x="762000" y="1152525"/>
            <a:ext cx="7772400" cy="5019675"/>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6" name="Shape 506"/>
        <p:cNvGrpSpPr/>
        <p:nvPr/>
      </p:nvGrpSpPr>
      <p:grpSpPr>
        <a:xfrm>
          <a:off x="0" y="0"/>
          <a:ext cx="0" cy="0"/>
          <a:chOff x="0" y="0"/>
          <a:chExt cx="0" cy="0"/>
        </a:xfrm>
      </p:grpSpPr>
      <p:sp>
        <p:nvSpPr>
          <p:cNvPr id="507" name="Google Shape;507;p36"/>
          <p:cNvSpPr txBox="1"/>
          <p:nvPr/>
        </p:nvSpPr>
        <p:spPr>
          <a:xfrm>
            <a:off x="152400" y="457200"/>
            <a:ext cx="8991600" cy="3811587"/>
          </a:xfrm>
          <a:prstGeom prst="rect">
            <a:avLst/>
          </a:prstGeom>
          <a:noFill/>
          <a:ln>
            <a:noFill/>
          </a:ln>
        </p:spPr>
        <p:txBody>
          <a:bodyPr anchorCtr="0" anchor="t" bIns="45700" lIns="91425" spcFirstLastPara="1" rIns="91425" wrap="square" tIns="45700">
            <a:spAutoFit/>
          </a:bodyPr>
          <a:lstStyle/>
          <a:p>
            <a:pPr indent="-457200" lvl="0" marL="457200" marR="0" rtl="0" algn="ctr">
              <a:lnSpc>
                <a:spcPct val="100000"/>
              </a:lnSpc>
              <a:spcBef>
                <a:spcPts val="0"/>
              </a:spcBef>
              <a:spcAft>
                <a:spcPts val="0"/>
              </a:spcAft>
              <a:buClr>
                <a:schemeClr val="dk1"/>
              </a:buClr>
              <a:buSzPts val="2800"/>
              <a:buFont typeface="Times New Roman"/>
              <a:buNone/>
            </a:pPr>
            <a:r>
              <a:t/>
            </a:r>
            <a:endParaRPr b="1" i="0" sz="2800" u="none">
              <a:solidFill>
                <a:srgbClr val="CC0066"/>
              </a:solidFill>
              <a:latin typeface="Times New Roman"/>
              <a:ea typeface="Times New Roman"/>
              <a:cs typeface="Times New Roman"/>
              <a:sym typeface="Times New Roman"/>
            </a:endParaRPr>
          </a:p>
          <a:p>
            <a:pPr indent="-457200" lvl="0" marL="457200" marR="0" rtl="0" algn="ctr">
              <a:lnSpc>
                <a:spcPct val="100000"/>
              </a:lnSpc>
              <a:spcBef>
                <a:spcPts val="1400"/>
              </a:spcBef>
              <a:spcAft>
                <a:spcPts val="0"/>
              </a:spcAft>
              <a:buClr>
                <a:srgbClr val="CC0066"/>
              </a:buClr>
              <a:buSzPts val="2800"/>
              <a:buFont typeface="Times New Roman"/>
              <a:buNone/>
            </a:pPr>
            <a:r>
              <a:rPr b="1" i="0" lang="en-US" sz="2800" u="none">
                <a:solidFill>
                  <a:srgbClr val="CC0066"/>
                </a:solidFill>
                <a:latin typeface="Times New Roman"/>
                <a:ea typeface="Times New Roman"/>
                <a:cs typeface="Times New Roman"/>
                <a:sym typeface="Times New Roman"/>
              </a:rPr>
              <a:t>Rắn hổ mang : </a:t>
            </a:r>
            <a:r>
              <a:rPr b="1" i="1" lang="en-US" sz="2800" u="none">
                <a:solidFill>
                  <a:srgbClr val="CC0066"/>
                </a:solidFill>
                <a:latin typeface="Times New Roman"/>
                <a:ea typeface="Times New Roman"/>
                <a:cs typeface="Times New Roman"/>
                <a:sym typeface="Times New Roman"/>
              </a:rPr>
              <a:t>Naja naja</a:t>
            </a:r>
            <a:r>
              <a:rPr b="1" i="0" lang="en-US" sz="2800" u="none">
                <a:solidFill>
                  <a:srgbClr val="CC0066"/>
                </a:solidFill>
                <a:latin typeface="Times New Roman"/>
                <a:ea typeface="Times New Roman"/>
                <a:cs typeface="Times New Roman"/>
                <a:sym typeface="Times New Roman"/>
              </a:rPr>
              <a:t> L. Elapidae</a:t>
            </a:r>
            <a:endParaRPr/>
          </a:p>
          <a:p>
            <a:pPr indent="-457200" lvl="0" marL="457200" marR="0" rtl="0" algn="l">
              <a:lnSpc>
                <a:spcPct val="130000"/>
              </a:lnSpc>
              <a:spcBef>
                <a:spcPts val="1400"/>
              </a:spcBef>
              <a:spcAft>
                <a:spcPts val="0"/>
              </a:spcAft>
              <a:buClr>
                <a:srgbClr val="003399"/>
              </a:buClr>
              <a:buSzPts val="2800"/>
              <a:buFont typeface="Times New Roman"/>
              <a:buChar char="-"/>
            </a:pPr>
            <a:r>
              <a:rPr b="1" i="0" lang="en-US" sz="2800" u="none">
                <a:solidFill>
                  <a:srgbClr val="003399"/>
                </a:solidFill>
                <a:latin typeface="Times New Roman"/>
                <a:ea typeface="Times New Roman"/>
                <a:cs typeface="Times New Roman"/>
                <a:sym typeface="Times New Roman"/>
              </a:rPr>
              <a:t>Khi bị tấn công hoặc kích thích : Ngẩng cao đầu, cổ bạnh to hiện rõ nửa vòng tròn hoặc hai vòng tròn màu trắng</a:t>
            </a:r>
            <a:endParaRPr/>
          </a:p>
          <a:p>
            <a:pPr indent="-457200" lvl="0" marL="457200" marR="0" rtl="0" algn="l">
              <a:lnSpc>
                <a:spcPct val="130000"/>
              </a:lnSpc>
              <a:spcBef>
                <a:spcPts val="1400"/>
              </a:spcBef>
              <a:spcAft>
                <a:spcPts val="0"/>
              </a:spcAft>
              <a:buClr>
                <a:srgbClr val="003399"/>
              </a:buClr>
              <a:buSzPts val="2800"/>
              <a:buFont typeface="Times New Roman"/>
              <a:buChar char="-"/>
            </a:pPr>
            <a:r>
              <a:rPr b="1" i="0" lang="en-US" sz="2800" u="none">
                <a:solidFill>
                  <a:srgbClr val="003399"/>
                </a:solidFill>
                <a:latin typeface="Times New Roman"/>
                <a:ea typeface="Times New Roman"/>
                <a:cs typeface="Times New Roman"/>
                <a:sym typeface="Times New Roman"/>
              </a:rPr>
              <a:t>Rắn có nọc độc</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1" name="Shape 511"/>
        <p:cNvGrpSpPr/>
        <p:nvPr/>
      </p:nvGrpSpPr>
      <p:grpSpPr>
        <a:xfrm>
          <a:off x="0" y="0"/>
          <a:ext cx="0" cy="0"/>
          <a:chOff x="0" y="0"/>
          <a:chExt cx="0" cy="0"/>
        </a:xfrm>
      </p:grpSpPr>
      <p:sp>
        <p:nvSpPr>
          <p:cNvPr id="512" name="Google Shape;512;p37"/>
          <p:cNvSpPr txBox="1"/>
          <p:nvPr/>
        </p:nvSpPr>
        <p:spPr>
          <a:xfrm>
            <a:off x="152400" y="457200"/>
            <a:ext cx="8991600" cy="1289050"/>
          </a:xfrm>
          <a:prstGeom prst="rect">
            <a:avLst/>
          </a:prstGeom>
          <a:noFill/>
          <a:ln>
            <a:noFill/>
          </a:ln>
        </p:spPr>
        <p:txBody>
          <a:bodyPr anchorCtr="0" anchor="t" bIns="45700" lIns="91425" spcFirstLastPara="1" rIns="91425" wrap="square" tIns="45700">
            <a:spAutoFit/>
          </a:bodyPr>
          <a:lstStyle/>
          <a:p>
            <a:pPr indent="-457200" lvl="0" marL="457200" marR="0" rtl="0" algn="ctr">
              <a:lnSpc>
                <a:spcPct val="130000"/>
              </a:lnSpc>
              <a:spcBef>
                <a:spcPts val="0"/>
              </a:spcBef>
              <a:spcAft>
                <a:spcPts val="0"/>
              </a:spcAft>
              <a:buClr>
                <a:srgbClr val="CC0066"/>
              </a:buClr>
              <a:buSzPts val="2800"/>
              <a:buFont typeface="Times New Roman"/>
              <a:buNone/>
            </a:pPr>
            <a:r>
              <a:rPr b="1" i="0" lang="en-US" sz="2800" u="none">
                <a:solidFill>
                  <a:srgbClr val="CC0066"/>
                </a:solidFill>
                <a:latin typeface="Times New Roman"/>
                <a:ea typeface="Times New Roman"/>
                <a:cs typeface="Times New Roman"/>
                <a:sym typeface="Times New Roman"/>
              </a:rPr>
              <a:t>Rắn cạp nong : </a:t>
            </a:r>
            <a:r>
              <a:rPr b="1" i="1" lang="en-US" sz="2800" u="none">
                <a:solidFill>
                  <a:srgbClr val="CC0066"/>
                </a:solidFill>
                <a:latin typeface="Times New Roman"/>
                <a:ea typeface="Times New Roman"/>
                <a:cs typeface="Times New Roman"/>
                <a:sym typeface="Times New Roman"/>
              </a:rPr>
              <a:t>Bungarus fasciatus</a:t>
            </a:r>
            <a:r>
              <a:rPr b="1" i="0" lang="en-US" sz="2800" u="none">
                <a:solidFill>
                  <a:srgbClr val="CC0066"/>
                </a:solidFill>
                <a:latin typeface="Times New Roman"/>
                <a:ea typeface="Times New Roman"/>
                <a:cs typeface="Times New Roman"/>
                <a:sym typeface="Times New Roman"/>
              </a:rPr>
              <a:t> Schneider</a:t>
            </a:r>
            <a:endParaRPr/>
          </a:p>
          <a:p>
            <a:pPr indent="0" lvl="0" marL="0" marR="0" rtl="0" algn="l">
              <a:lnSpc>
                <a:spcPct val="100000"/>
              </a:lnSpc>
              <a:spcBef>
                <a:spcPts val="0"/>
              </a:spcBef>
              <a:spcAft>
                <a:spcPts val="0"/>
              </a:spcAft>
              <a:buNone/>
            </a:pPr>
            <a:r>
              <a:t/>
            </a:r>
            <a:endParaRPr b="1" i="0" sz="2800" u="none">
              <a:solidFill>
                <a:srgbClr val="CC0066"/>
              </a:solidFill>
              <a:latin typeface="Times New Roman"/>
              <a:ea typeface="Times New Roman"/>
              <a:cs typeface="Times New Roman"/>
              <a:sym typeface="Times New Roman"/>
            </a:endParaRPr>
          </a:p>
        </p:txBody>
      </p:sp>
      <p:pic>
        <p:nvPicPr>
          <p:cNvPr descr="250px-AB_054_Banded_Krait" id="513" name="Google Shape;513;p37"/>
          <p:cNvPicPr preferRelativeResize="0"/>
          <p:nvPr/>
        </p:nvPicPr>
        <p:blipFill rotWithShape="1">
          <a:blip r:embed="rId3">
            <a:alphaModFix/>
          </a:blip>
          <a:srcRect b="0" l="0" r="0" t="0"/>
          <a:stretch/>
        </p:blipFill>
        <p:spPr>
          <a:xfrm>
            <a:off x="1219200" y="1223962"/>
            <a:ext cx="6781800" cy="5100637"/>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7" name="Shape 517"/>
        <p:cNvGrpSpPr/>
        <p:nvPr/>
      </p:nvGrpSpPr>
      <p:grpSpPr>
        <a:xfrm>
          <a:off x="0" y="0"/>
          <a:ext cx="0" cy="0"/>
          <a:chOff x="0" y="0"/>
          <a:chExt cx="0" cy="0"/>
        </a:xfrm>
      </p:grpSpPr>
      <p:sp>
        <p:nvSpPr>
          <p:cNvPr id="518" name="Google Shape;518;p38"/>
          <p:cNvSpPr txBox="1"/>
          <p:nvPr/>
        </p:nvSpPr>
        <p:spPr>
          <a:xfrm>
            <a:off x="152400" y="820737"/>
            <a:ext cx="8991600" cy="3598862"/>
          </a:xfrm>
          <a:prstGeom prst="rect">
            <a:avLst/>
          </a:prstGeom>
          <a:noFill/>
          <a:ln>
            <a:noFill/>
          </a:ln>
        </p:spPr>
        <p:txBody>
          <a:bodyPr anchorCtr="0" anchor="t" bIns="45700" lIns="91425" spcFirstLastPara="1" rIns="91425" wrap="square" tIns="45700">
            <a:spAutoFit/>
          </a:bodyPr>
          <a:lstStyle/>
          <a:p>
            <a:pPr indent="-457200" lvl="0" marL="457200" marR="0" rtl="0" algn="ctr">
              <a:lnSpc>
                <a:spcPct val="130000"/>
              </a:lnSpc>
              <a:spcBef>
                <a:spcPts val="0"/>
              </a:spcBef>
              <a:spcAft>
                <a:spcPts val="0"/>
              </a:spcAft>
              <a:buClr>
                <a:srgbClr val="CC0066"/>
              </a:buClr>
              <a:buSzPts val="2800"/>
              <a:buFont typeface="Times New Roman"/>
              <a:buNone/>
            </a:pPr>
            <a:r>
              <a:rPr b="1" i="0" lang="en-US" sz="2800" u="none">
                <a:solidFill>
                  <a:srgbClr val="CC0066"/>
                </a:solidFill>
                <a:latin typeface="Times New Roman"/>
                <a:ea typeface="Times New Roman"/>
                <a:cs typeface="Times New Roman"/>
                <a:sym typeface="Times New Roman"/>
              </a:rPr>
              <a:t>Rắn cạp nong : </a:t>
            </a:r>
            <a:r>
              <a:rPr b="1" i="1" lang="en-US" sz="2800" u="none">
                <a:solidFill>
                  <a:srgbClr val="CC0066"/>
                </a:solidFill>
                <a:latin typeface="Times New Roman"/>
                <a:ea typeface="Times New Roman"/>
                <a:cs typeface="Times New Roman"/>
                <a:sym typeface="Times New Roman"/>
              </a:rPr>
              <a:t>Bungarus fasciatus</a:t>
            </a:r>
            <a:r>
              <a:rPr b="1" i="0" lang="en-US" sz="2800" u="none">
                <a:solidFill>
                  <a:srgbClr val="CC0066"/>
                </a:solidFill>
                <a:latin typeface="Times New Roman"/>
                <a:ea typeface="Times New Roman"/>
                <a:cs typeface="Times New Roman"/>
                <a:sym typeface="Times New Roman"/>
              </a:rPr>
              <a:t> Schneider</a:t>
            </a:r>
            <a:endParaRPr/>
          </a:p>
          <a:p>
            <a:pPr indent="-457200" lvl="0" marL="457200" marR="0" rtl="0" algn="l">
              <a:lnSpc>
                <a:spcPct val="130000"/>
              </a:lnSpc>
              <a:spcBef>
                <a:spcPts val="1400"/>
              </a:spcBef>
              <a:spcAft>
                <a:spcPts val="0"/>
              </a:spcAft>
              <a:buClr>
                <a:srgbClr val="003399"/>
              </a:buClr>
              <a:buSzPts val="2800"/>
              <a:buFont typeface="Times New Roman"/>
              <a:buChar char="-"/>
            </a:pPr>
            <a:r>
              <a:rPr b="1" i="0" lang="en-US" sz="2800" u="none">
                <a:solidFill>
                  <a:srgbClr val="003399"/>
                </a:solidFill>
                <a:latin typeface="Times New Roman"/>
                <a:ea typeface="Times New Roman"/>
                <a:cs typeface="Times New Roman"/>
                <a:sym typeface="Times New Roman"/>
              </a:rPr>
              <a:t>Có những khoanh đen và vàng xếp xen kẽ</a:t>
            </a:r>
            <a:endParaRPr/>
          </a:p>
          <a:p>
            <a:pPr indent="-457200" lvl="0" marL="457200" marR="0" rtl="0" algn="l">
              <a:lnSpc>
                <a:spcPct val="130000"/>
              </a:lnSpc>
              <a:spcBef>
                <a:spcPts val="1400"/>
              </a:spcBef>
              <a:spcAft>
                <a:spcPts val="0"/>
              </a:spcAft>
              <a:buClr>
                <a:srgbClr val="003399"/>
              </a:buClr>
              <a:buSzPts val="2800"/>
              <a:buFont typeface="Times New Roman"/>
              <a:buChar char="-"/>
            </a:pPr>
            <a:r>
              <a:rPr b="1" i="0" lang="en-US" sz="2800" u="none">
                <a:solidFill>
                  <a:srgbClr val="003399"/>
                </a:solidFill>
                <a:latin typeface="Times New Roman"/>
                <a:ea typeface="Times New Roman"/>
                <a:cs typeface="Times New Roman"/>
                <a:sym typeface="Times New Roman"/>
              </a:rPr>
              <a:t>Bụng sáng bóng.</a:t>
            </a:r>
            <a:endParaRPr/>
          </a:p>
          <a:p>
            <a:pPr indent="-457200" lvl="0" marL="457200" marR="0" rtl="0" algn="l">
              <a:lnSpc>
                <a:spcPct val="130000"/>
              </a:lnSpc>
              <a:spcBef>
                <a:spcPts val="1400"/>
              </a:spcBef>
              <a:spcAft>
                <a:spcPts val="0"/>
              </a:spcAft>
              <a:buClr>
                <a:srgbClr val="003399"/>
              </a:buClr>
              <a:buSzPts val="2800"/>
              <a:buFont typeface="Times New Roman"/>
              <a:buChar char="-"/>
            </a:pPr>
            <a:r>
              <a:rPr b="1" i="0" lang="en-US" sz="2800" u="none">
                <a:solidFill>
                  <a:srgbClr val="003399"/>
                </a:solidFill>
                <a:latin typeface="Times New Roman"/>
                <a:ea typeface="Times New Roman"/>
                <a:cs typeface="Times New Roman"/>
                <a:sym typeface="Times New Roman"/>
              </a:rPr>
              <a:t>Rắn có nọc độc</a:t>
            </a:r>
            <a:endParaRPr/>
          </a:p>
          <a:p>
            <a:pPr indent="0" lvl="0" marL="0" marR="0" rtl="0" algn="l">
              <a:lnSpc>
                <a:spcPct val="100000"/>
              </a:lnSpc>
              <a:spcBef>
                <a:spcPts val="0"/>
              </a:spcBef>
              <a:spcAft>
                <a:spcPts val="0"/>
              </a:spcAft>
              <a:buNone/>
            </a:pPr>
            <a:r>
              <a:t/>
            </a:r>
            <a:endParaRPr b="1" i="0" sz="2800" u="none">
              <a:solidFill>
                <a:srgbClr val="003399"/>
              </a:solidFill>
              <a:latin typeface="Times New Roman"/>
              <a:ea typeface="Times New Roman"/>
              <a:cs typeface="Times New Roman"/>
              <a:sym typeface="Times New Roman"/>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2" name="Shape 522"/>
        <p:cNvGrpSpPr/>
        <p:nvPr/>
      </p:nvGrpSpPr>
      <p:grpSpPr>
        <a:xfrm>
          <a:off x="0" y="0"/>
          <a:ext cx="0" cy="0"/>
          <a:chOff x="0" y="0"/>
          <a:chExt cx="0" cy="0"/>
        </a:xfrm>
      </p:grpSpPr>
      <p:sp>
        <p:nvSpPr>
          <p:cNvPr id="523" name="Google Shape;523;p39"/>
          <p:cNvSpPr txBox="1"/>
          <p:nvPr/>
        </p:nvSpPr>
        <p:spPr>
          <a:xfrm>
            <a:off x="152400" y="457200"/>
            <a:ext cx="8991600" cy="1289050"/>
          </a:xfrm>
          <a:prstGeom prst="rect">
            <a:avLst/>
          </a:prstGeom>
          <a:noFill/>
          <a:ln>
            <a:noFill/>
          </a:ln>
        </p:spPr>
        <p:txBody>
          <a:bodyPr anchorCtr="0" anchor="t" bIns="45700" lIns="91425" spcFirstLastPara="1" rIns="91425" wrap="square" tIns="45700">
            <a:spAutoFit/>
          </a:bodyPr>
          <a:lstStyle/>
          <a:p>
            <a:pPr indent="-457200" lvl="0" marL="457200" marR="0" rtl="0" algn="ctr">
              <a:lnSpc>
                <a:spcPct val="130000"/>
              </a:lnSpc>
              <a:spcBef>
                <a:spcPts val="0"/>
              </a:spcBef>
              <a:spcAft>
                <a:spcPts val="0"/>
              </a:spcAft>
              <a:buClr>
                <a:srgbClr val="CC0066"/>
              </a:buClr>
              <a:buSzPts val="2800"/>
              <a:buFont typeface="Times New Roman"/>
              <a:buNone/>
            </a:pPr>
            <a:r>
              <a:rPr b="1" i="0" lang="en-US" sz="2800" u="none">
                <a:solidFill>
                  <a:srgbClr val="CC0066"/>
                </a:solidFill>
                <a:latin typeface="Times New Roman"/>
                <a:ea typeface="Times New Roman"/>
                <a:cs typeface="Times New Roman"/>
                <a:sym typeface="Times New Roman"/>
              </a:rPr>
              <a:t>Rắn cạp nia : </a:t>
            </a:r>
            <a:r>
              <a:rPr b="1" i="1" lang="en-US" sz="2800" u="none">
                <a:solidFill>
                  <a:srgbClr val="CC0066"/>
                </a:solidFill>
                <a:latin typeface="Times New Roman"/>
                <a:ea typeface="Times New Roman"/>
                <a:cs typeface="Times New Roman"/>
                <a:sym typeface="Times New Roman"/>
              </a:rPr>
              <a:t>Bungarus candidus</a:t>
            </a:r>
            <a:r>
              <a:rPr b="1" i="0" lang="en-US" sz="2800" u="none">
                <a:solidFill>
                  <a:srgbClr val="CC0066"/>
                </a:solidFill>
                <a:latin typeface="Times New Roman"/>
                <a:ea typeface="Times New Roman"/>
                <a:cs typeface="Times New Roman"/>
                <a:sym typeface="Times New Roman"/>
              </a:rPr>
              <a:t> L.</a:t>
            </a:r>
            <a:endParaRPr/>
          </a:p>
          <a:p>
            <a:pPr indent="0" lvl="0" marL="0" marR="0" rtl="0" algn="l">
              <a:lnSpc>
                <a:spcPct val="100000"/>
              </a:lnSpc>
              <a:spcBef>
                <a:spcPts val="0"/>
              </a:spcBef>
              <a:spcAft>
                <a:spcPts val="0"/>
              </a:spcAft>
              <a:buNone/>
            </a:pPr>
            <a:r>
              <a:t/>
            </a:r>
            <a:endParaRPr b="1" i="0" sz="2800" u="none">
              <a:solidFill>
                <a:srgbClr val="CC0066"/>
              </a:solidFill>
              <a:latin typeface="Times New Roman"/>
              <a:ea typeface="Times New Roman"/>
              <a:cs typeface="Times New Roman"/>
              <a:sym typeface="Times New Roman"/>
            </a:endParaRPr>
          </a:p>
        </p:txBody>
      </p:sp>
      <p:pic>
        <p:nvPicPr>
          <p:cNvPr descr="5766743101_687da447cd_z" id="524" name="Google Shape;524;p39"/>
          <p:cNvPicPr preferRelativeResize="0"/>
          <p:nvPr/>
        </p:nvPicPr>
        <p:blipFill rotWithShape="1">
          <a:blip r:embed="rId3">
            <a:alphaModFix/>
          </a:blip>
          <a:srcRect b="0" l="0" r="0" t="0"/>
          <a:stretch/>
        </p:blipFill>
        <p:spPr>
          <a:xfrm>
            <a:off x="1600200" y="1381125"/>
            <a:ext cx="6096000" cy="4943475"/>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8" name="Shape 528"/>
        <p:cNvGrpSpPr/>
        <p:nvPr/>
      </p:nvGrpSpPr>
      <p:grpSpPr>
        <a:xfrm>
          <a:off x="0" y="0"/>
          <a:ext cx="0" cy="0"/>
          <a:chOff x="0" y="0"/>
          <a:chExt cx="0" cy="0"/>
        </a:xfrm>
      </p:grpSpPr>
      <p:sp>
        <p:nvSpPr>
          <p:cNvPr id="529" name="Google Shape;529;p40"/>
          <p:cNvSpPr txBox="1"/>
          <p:nvPr/>
        </p:nvSpPr>
        <p:spPr>
          <a:xfrm>
            <a:off x="152400" y="820737"/>
            <a:ext cx="8991600" cy="2957512"/>
          </a:xfrm>
          <a:prstGeom prst="rect">
            <a:avLst/>
          </a:prstGeom>
          <a:noFill/>
          <a:ln>
            <a:noFill/>
          </a:ln>
        </p:spPr>
        <p:txBody>
          <a:bodyPr anchorCtr="0" anchor="t" bIns="45700" lIns="91425" spcFirstLastPara="1" rIns="91425" wrap="square" tIns="45700">
            <a:spAutoFit/>
          </a:bodyPr>
          <a:lstStyle/>
          <a:p>
            <a:pPr indent="-457200" lvl="0" marL="457200" marR="0" rtl="0" algn="ctr">
              <a:lnSpc>
                <a:spcPct val="130000"/>
              </a:lnSpc>
              <a:spcBef>
                <a:spcPts val="0"/>
              </a:spcBef>
              <a:spcAft>
                <a:spcPts val="0"/>
              </a:spcAft>
              <a:buClr>
                <a:srgbClr val="CC0066"/>
              </a:buClr>
              <a:buSzPts val="2800"/>
              <a:buFont typeface="Times New Roman"/>
              <a:buNone/>
            </a:pPr>
            <a:r>
              <a:rPr b="1" i="0" lang="en-US" sz="2800" u="none">
                <a:solidFill>
                  <a:srgbClr val="CC0066"/>
                </a:solidFill>
                <a:latin typeface="Times New Roman"/>
                <a:ea typeface="Times New Roman"/>
                <a:cs typeface="Times New Roman"/>
                <a:sym typeface="Times New Roman"/>
              </a:rPr>
              <a:t>Rắn cạp nia : </a:t>
            </a:r>
            <a:r>
              <a:rPr b="1" i="1" lang="en-US" sz="2800" u="none">
                <a:solidFill>
                  <a:srgbClr val="CC0066"/>
                </a:solidFill>
                <a:latin typeface="Times New Roman"/>
                <a:ea typeface="Times New Roman"/>
                <a:cs typeface="Times New Roman"/>
                <a:sym typeface="Times New Roman"/>
              </a:rPr>
              <a:t>Bungarus candidus</a:t>
            </a:r>
            <a:r>
              <a:rPr b="1" i="0" lang="en-US" sz="2800" u="none">
                <a:solidFill>
                  <a:srgbClr val="CC0066"/>
                </a:solidFill>
                <a:latin typeface="Times New Roman"/>
                <a:ea typeface="Times New Roman"/>
                <a:cs typeface="Times New Roman"/>
                <a:sym typeface="Times New Roman"/>
              </a:rPr>
              <a:t> L.</a:t>
            </a:r>
            <a:endParaRPr/>
          </a:p>
          <a:p>
            <a:pPr indent="-457200" lvl="0" marL="457200" marR="0" rtl="0" algn="l">
              <a:lnSpc>
                <a:spcPct val="130000"/>
              </a:lnSpc>
              <a:spcBef>
                <a:spcPts val="1400"/>
              </a:spcBef>
              <a:spcAft>
                <a:spcPts val="0"/>
              </a:spcAft>
              <a:buClr>
                <a:srgbClr val="003399"/>
              </a:buClr>
              <a:buSzPts val="2800"/>
              <a:buFont typeface="Times New Roman"/>
              <a:buChar char="-"/>
            </a:pPr>
            <a:r>
              <a:rPr b="1" i="0" lang="en-US" sz="2800" u="none">
                <a:solidFill>
                  <a:srgbClr val="003399"/>
                </a:solidFill>
                <a:latin typeface="Times New Roman"/>
                <a:ea typeface="Times New Roman"/>
                <a:cs typeface="Times New Roman"/>
                <a:sym typeface="Times New Roman"/>
              </a:rPr>
              <a:t>Có những khoanh đen và trắng xếp xen kẽ</a:t>
            </a:r>
            <a:endParaRPr/>
          </a:p>
          <a:p>
            <a:pPr indent="-457200" lvl="0" marL="457200" marR="0" rtl="0" algn="l">
              <a:lnSpc>
                <a:spcPct val="130000"/>
              </a:lnSpc>
              <a:spcBef>
                <a:spcPts val="1400"/>
              </a:spcBef>
              <a:spcAft>
                <a:spcPts val="0"/>
              </a:spcAft>
              <a:buClr>
                <a:srgbClr val="003399"/>
              </a:buClr>
              <a:buSzPts val="2800"/>
              <a:buFont typeface="Times New Roman"/>
              <a:buChar char="-"/>
            </a:pPr>
            <a:r>
              <a:rPr b="1" i="0" lang="en-US" sz="2800" u="none">
                <a:solidFill>
                  <a:srgbClr val="003399"/>
                </a:solidFill>
                <a:latin typeface="Times New Roman"/>
                <a:ea typeface="Times New Roman"/>
                <a:cs typeface="Times New Roman"/>
                <a:sym typeface="Times New Roman"/>
              </a:rPr>
              <a:t>Bụng mầu trắng.</a:t>
            </a:r>
            <a:endParaRPr/>
          </a:p>
          <a:p>
            <a:pPr indent="-457200" lvl="0" marL="457200" marR="0" rtl="0" algn="l">
              <a:lnSpc>
                <a:spcPct val="130000"/>
              </a:lnSpc>
              <a:spcBef>
                <a:spcPts val="1400"/>
              </a:spcBef>
              <a:spcAft>
                <a:spcPts val="0"/>
              </a:spcAft>
              <a:buClr>
                <a:srgbClr val="003399"/>
              </a:buClr>
              <a:buSzPts val="2800"/>
              <a:buFont typeface="Times New Roman"/>
              <a:buChar char="-"/>
            </a:pPr>
            <a:r>
              <a:rPr b="1" i="0" lang="en-US" sz="2800" u="none">
                <a:solidFill>
                  <a:srgbClr val="003399"/>
                </a:solidFill>
                <a:latin typeface="Times New Roman"/>
                <a:ea typeface="Times New Roman"/>
                <a:cs typeface="Times New Roman"/>
                <a:sym typeface="Times New Roman"/>
              </a:rPr>
              <a:t>Rắn có nọc độc</a:t>
            </a:r>
            <a:r>
              <a:rPr b="1" i="0" lang="en-US" sz="2800" u="none">
                <a:solidFill>
                  <a:srgbClr val="CC0066"/>
                </a:solidFill>
                <a:latin typeface="Times New Roman"/>
                <a:ea typeface="Times New Roman"/>
                <a:cs typeface="Times New Roman"/>
                <a:sym typeface="Times New Roman"/>
              </a:rPr>
              <a:t>.</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3" name="Shape 533"/>
        <p:cNvGrpSpPr/>
        <p:nvPr/>
      </p:nvGrpSpPr>
      <p:grpSpPr>
        <a:xfrm>
          <a:off x="0" y="0"/>
          <a:ext cx="0" cy="0"/>
          <a:chOff x="0" y="0"/>
          <a:chExt cx="0" cy="0"/>
        </a:xfrm>
      </p:grpSpPr>
      <p:sp>
        <p:nvSpPr>
          <p:cNvPr id="534" name="Google Shape;534;p41"/>
          <p:cNvSpPr txBox="1"/>
          <p:nvPr/>
        </p:nvSpPr>
        <p:spPr>
          <a:xfrm>
            <a:off x="152400" y="457200"/>
            <a:ext cx="8991600" cy="457200"/>
          </a:xfrm>
          <a:prstGeom prst="rect">
            <a:avLst/>
          </a:prstGeom>
          <a:noFill/>
          <a:ln>
            <a:noFill/>
          </a:ln>
        </p:spPr>
        <p:txBody>
          <a:bodyPr anchorCtr="0" anchor="t" bIns="45700" lIns="91425" spcFirstLastPara="1" rIns="91425" wrap="square" tIns="45700">
            <a:spAutoFit/>
          </a:bodyPr>
          <a:lstStyle/>
          <a:p>
            <a:pPr indent="-457200" lvl="0" marL="457200" marR="0" rtl="0" algn="ctr">
              <a:lnSpc>
                <a:spcPct val="100000"/>
              </a:lnSpc>
              <a:spcBef>
                <a:spcPts val="0"/>
              </a:spcBef>
              <a:spcAft>
                <a:spcPts val="0"/>
              </a:spcAft>
              <a:buClr>
                <a:srgbClr val="CC0066"/>
              </a:buClr>
              <a:buSzPts val="2400"/>
              <a:buFont typeface="Times New Roman"/>
              <a:buNone/>
            </a:pPr>
            <a:r>
              <a:rPr b="1" i="0" lang="en-US" sz="2400" u="none">
                <a:solidFill>
                  <a:srgbClr val="CC0066"/>
                </a:solidFill>
                <a:latin typeface="Times New Roman"/>
                <a:ea typeface="Times New Roman"/>
                <a:cs typeface="Times New Roman"/>
                <a:sym typeface="Times New Roman"/>
              </a:rPr>
              <a:t>Rắn ráo : </a:t>
            </a:r>
            <a:r>
              <a:rPr b="1" i="1" lang="en-US" sz="2400" u="none">
                <a:solidFill>
                  <a:srgbClr val="CC0066"/>
                </a:solidFill>
                <a:latin typeface="Times New Roman"/>
                <a:ea typeface="Times New Roman"/>
                <a:cs typeface="Times New Roman"/>
                <a:sym typeface="Times New Roman"/>
              </a:rPr>
              <a:t>Ptyas korros</a:t>
            </a:r>
            <a:r>
              <a:rPr b="1" i="0" lang="en-US" sz="2400" u="none">
                <a:solidFill>
                  <a:srgbClr val="CC0066"/>
                </a:solidFill>
                <a:latin typeface="Times New Roman"/>
                <a:ea typeface="Times New Roman"/>
                <a:cs typeface="Times New Roman"/>
                <a:sym typeface="Times New Roman"/>
              </a:rPr>
              <a:t> Schlegel, Colubridae</a:t>
            </a:r>
            <a:endParaRPr/>
          </a:p>
        </p:txBody>
      </p:sp>
      <p:pic>
        <p:nvPicPr>
          <p:cNvPr descr="Ptyas_korros_0106" id="535" name="Google Shape;535;p41"/>
          <p:cNvPicPr preferRelativeResize="0"/>
          <p:nvPr/>
        </p:nvPicPr>
        <p:blipFill rotWithShape="1">
          <a:blip r:embed="rId3">
            <a:alphaModFix/>
          </a:blip>
          <a:srcRect b="0" l="0" r="0" t="0"/>
          <a:stretch/>
        </p:blipFill>
        <p:spPr>
          <a:xfrm>
            <a:off x="1143000" y="1143000"/>
            <a:ext cx="6858000" cy="5143500"/>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9" name="Shape 539"/>
        <p:cNvGrpSpPr/>
        <p:nvPr/>
      </p:nvGrpSpPr>
      <p:grpSpPr>
        <a:xfrm>
          <a:off x="0" y="0"/>
          <a:ext cx="0" cy="0"/>
          <a:chOff x="0" y="0"/>
          <a:chExt cx="0" cy="0"/>
        </a:xfrm>
      </p:grpSpPr>
      <p:sp>
        <p:nvSpPr>
          <p:cNvPr id="540" name="Google Shape;540;p42"/>
          <p:cNvSpPr txBox="1"/>
          <p:nvPr/>
        </p:nvSpPr>
        <p:spPr>
          <a:xfrm>
            <a:off x="152400" y="820737"/>
            <a:ext cx="8991600" cy="3727450"/>
          </a:xfrm>
          <a:prstGeom prst="rect">
            <a:avLst/>
          </a:prstGeom>
          <a:noFill/>
          <a:ln>
            <a:noFill/>
          </a:ln>
        </p:spPr>
        <p:txBody>
          <a:bodyPr anchorCtr="0" anchor="t" bIns="45700" lIns="91425" spcFirstLastPara="1" rIns="91425" wrap="square" tIns="45700">
            <a:spAutoFit/>
          </a:bodyPr>
          <a:lstStyle/>
          <a:p>
            <a:pPr indent="-457200" lvl="0" marL="457200" marR="0" rtl="0" algn="ctr">
              <a:lnSpc>
                <a:spcPct val="130000"/>
              </a:lnSpc>
              <a:spcBef>
                <a:spcPts val="0"/>
              </a:spcBef>
              <a:spcAft>
                <a:spcPts val="0"/>
              </a:spcAft>
              <a:buClr>
                <a:srgbClr val="CC0066"/>
              </a:buClr>
              <a:buSzPts val="2800"/>
              <a:buFont typeface="Times New Roman"/>
              <a:buNone/>
            </a:pPr>
            <a:r>
              <a:rPr b="1" i="0" lang="en-US" sz="2800" u="none">
                <a:solidFill>
                  <a:srgbClr val="CC0066"/>
                </a:solidFill>
                <a:latin typeface="Times New Roman"/>
                <a:ea typeface="Times New Roman"/>
                <a:cs typeface="Times New Roman"/>
                <a:sym typeface="Times New Roman"/>
              </a:rPr>
              <a:t>Rắn ráo : </a:t>
            </a:r>
            <a:r>
              <a:rPr b="1" i="1" lang="en-US" sz="2800" u="none">
                <a:solidFill>
                  <a:srgbClr val="CC0066"/>
                </a:solidFill>
                <a:latin typeface="Times New Roman"/>
                <a:ea typeface="Times New Roman"/>
                <a:cs typeface="Times New Roman"/>
                <a:sym typeface="Times New Roman"/>
              </a:rPr>
              <a:t>Ptyas korros</a:t>
            </a:r>
            <a:r>
              <a:rPr b="1" i="0" lang="en-US" sz="2800" u="none">
                <a:solidFill>
                  <a:srgbClr val="CC0066"/>
                </a:solidFill>
                <a:latin typeface="Times New Roman"/>
                <a:ea typeface="Times New Roman"/>
                <a:cs typeface="Times New Roman"/>
                <a:sym typeface="Times New Roman"/>
              </a:rPr>
              <a:t> Schlegel, Colubridae</a:t>
            </a:r>
            <a:endParaRPr/>
          </a:p>
          <a:p>
            <a:pPr indent="-457200" lvl="0" marL="457200" marR="0" rtl="0" algn="ctr">
              <a:lnSpc>
                <a:spcPct val="130000"/>
              </a:lnSpc>
              <a:spcBef>
                <a:spcPts val="1400"/>
              </a:spcBef>
              <a:spcAft>
                <a:spcPts val="0"/>
              </a:spcAft>
              <a:buClr>
                <a:schemeClr val="dk1"/>
              </a:buClr>
              <a:buSzPts val="2800"/>
              <a:buFont typeface="Times New Roman"/>
              <a:buNone/>
            </a:pPr>
            <a:r>
              <a:t/>
            </a:r>
            <a:endParaRPr b="1" i="0" sz="2800" u="none">
              <a:solidFill>
                <a:srgbClr val="FF0066"/>
              </a:solidFill>
              <a:latin typeface="Times New Roman"/>
              <a:ea typeface="Times New Roman"/>
              <a:cs typeface="Times New Roman"/>
              <a:sym typeface="Times New Roman"/>
            </a:endParaRPr>
          </a:p>
          <a:p>
            <a:pPr indent="-457200" lvl="0" marL="457200" marR="0" rtl="0" algn="l">
              <a:lnSpc>
                <a:spcPct val="130000"/>
              </a:lnSpc>
              <a:spcBef>
                <a:spcPts val="1400"/>
              </a:spcBef>
              <a:spcAft>
                <a:spcPts val="0"/>
              </a:spcAft>
              <a:buClr>
                <a:srgbClr val="003399"/>
              </a:buClr>
              <a:buSzPts val="2800"/>
              <a:buFont typeface="Times New Roman"/>
              <a:buChar char="-"/>
            </a:pPr>
            <a:r>
              <a:rPr b="1" i="0" lang="en-US" sz="2800" u="none">
                <a:solidFill>
                  <a:srgbClr val="003399"/>
                </a:solidFill>
                <a:latin typeface="Times New Roman"/>
                <a:ea typeface="Times New Roman"/>
                <a:cs typeface="Times New Roman"/>
                <a:sym typeface="Times New Roman"/>
              </a:rPr>
              <a:t>Mầu nâu xám hay lục xám</a:t>
            </a:r>
            <a:endParaRPr/>
          </a:p>
          <a:p>
            <a:pPr indent="-457200" lvl="0" marL="457200" marR="0" rtl="0" algn="l">
              <a:lnSpc>
                <a:spcPct val="130000"/>
              </a:lnSpc>
              <a:spcBef>
                <a:spcPts val="1400"/>
              </a:spcBef>
              <a:spcAft>
                <a:spcPts val="0"/>
              </a:spcAft>
              <a:buClr>
                <a:srgbClr val="003399"/>
              </a:buClr>
              <a:buSzPts val="2800"/>
              <a:buFont typeface="Times New Roman"/>
              <a:buChar char="-"/>
            </a:pPr>
            <a:r>
              <a:rPr b="1" i="0" lang="en-US" sz="2800" u="none">
                <a:solidFill>
                  <a:srgbClr val="003399"/>
                </a:solidFill>
                <a:latin typeface="Times New Roman"/>
                <a:ea typeface="Times New Roman"/>
                <a:cs typeface="Times New Roman"/>
                <a:sym typeface="Times New Roman"/>
              </a:rPr>
              <a:t>Bụng nhạt hơn hoặc có mầu trắng ngà.</a:t>
            </a:r>
            <a:endParaRPr/>
          </a:p>
          <a:p>
            <a:pPr indent="-457200" lvl="0" marL="457200" marR="0" rtl="0" algn="l">
              <a:lnSpc>
                <a:spcPct val="130000"/>
              </a:lnSpc>
              <a:spcBef>
                <a:spcPts val="1400"/>
              </a:spcBef>
              <a:spcAft>
                <a:spcPts val="0"/>
              </a:spcAft>
              <a:buClr>
                <a:srgbClr val="003399"/>
              </a:buClr>
              <a:buSzPts val="2800"/>
              <a:buFont typeface="Times New Roman"/>
              <a:buChar char="-"/>
            </a:pPr>
            <a:r>
              <a:rPr b="1" i="0" lang="en-US" sz="2800" u="none">
                <a:solidFill>
                  <a:srgbClr val="003399"/>
                </a:solidFill>
                <a:latin typeface="Times New Roman"/>
                <a:ea typeface="Times New Roman"/>
                <a:cs typeface="Times New Roman"/>
                <a:sym typeface="Times New Roman"/>
              </a:rPr>
              <a:t>Rắn không có nọc độc</a:t>
            </a:r>
            <a:r>
              <a:rPr b="1" i="0" lang="en-US" sz="2800" u="none">
                <a:solidFill>
                  <a:srgbClr val="CC0066"/>
                </a:solidFill>
                <a:latin typeface="Times New Roman"/>
                <a:ea typeface="Times New Roman"/>
                <a:cs typeface="Times New Roman"/>
                <a:sym typeface="Times New Roman"/>
              </a:rPr>
              <a:t>.</a:t>
            </a:r>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4" name="Shape 544"/>
        <p:cNvGrpSpPr/>
        <p:nvPr/>
      </p:nvGrpSpPr>
      <p:grpSpPr>
        <a:xfrm>
          <a:off x="0" y="0"/>
          <a:ext cx="0" cy="0"/>
          <a:chOff x="0" y="0"/>
          <a:chExt cx="0" cy="0"/>
        </a:xfrm>
      </p:grpSpPr>
      <p:sp>
        <p:nvSpPr>
          <p:cNvPr id="545" name="Google Shape;545;p43"/>
          <p:cNvSpPr txBox="1"/>
          <p:nvPr/>
        </p:nvSpPr>
        <p:spPr>
          <a:xfrm>
            <a:off x="152400" y="533400"/>
            <a:ext cx="8991600" cy="5949950"/>
          </a:xfrm>
          <a:prstGeom prst="rect">
            <a:avLst/>
          </a:prstGeom>
          <a:noFill/>
          <a:ln>
            <a:noFill/>
          </a:ln>
        </p:spPr>
        <p:txBody>
          <a:bodyPr anchorCtr="0" anchor="t" bIns="45700" lIns="91425" spcFirstLastPara="1" rIns="91425" wrap="square" tIns="45700">
            <a:spAutoFit/>
          </a:bodyPr>
          <a:lstStyle/>
          <a:p>
            <a:pPr indent="-457200" lvl="0" marL="457200" marR="0" rtl="0" algn="ctr">
              <a:lnSpc>
                <a:spcPct val="130000"/>
              </a:lnSpc>
              <a:spcBef>
                <a:spcPts val="0"/>
              </a:spcBef>
              <a:spcAft>
                <a:spcPts val="0"/>
              </a:spcAft>
              <a:buClr>
                <a:srgbClr val="CC0066"/>
              </a:buClr>
              <a:buSzPts val="2800"/>
              <a:buFont typeface="Times New Roman"/>
              <a:buNone/>
            </a:pPr>
            <a:r>
              <a:rPr b="1" i="0" lang="en-US" sz="2800" u="none">
                <a:solidFill>
                  <a:srgbClr val="CC0066"/>
                </a:solidFill>
                <a:latin typeface="Times New Roman"/>
                <a:ea typeface="Times New Roman"/>
                <a:cs typeface="Times New Roman"/>
                <a:sym typeface="Times New Roman"/>
              </a:rPr>
              <a:t>RẮN</a:t>
            </a:r>
            <a:endParaRPr/>
          </a:p>
          <a:p>
            <a:pPr indent="-457200" lvl="0" marL="457200" marR="0" rtl="0" algn="l">
              <a:lnSpc>
                <a:spcPct val="130000"/>
              </a:lnSpc>
              <a:spcBef>
                <a:spcPts val="1400"/>
              </a:spcBef>
              <a:spcAft>
                <a:spcPts val="0"/>
              </a:spcAft>
              <a:buClr>
                <a:srgbClr val="FF0066"/>
              </a:buClr>
              <a:buSzPts val="2800"/>
              <a:buFont typeface="Times New Roman"/>
              <a:buNone/>
            </a:pPr>
            <a:r>
              <a:rPr b="1" i="0" lang="en-US" sz="2800" u="none">
                <a:solidFill>
                  <a:srgbClr val="FF0066"/>
                </a:solidFill>
                <a:latin typeface="Times New Roman"/>
                <a:ea typeface="Times New Roman"/>
                <a:cs typeface="Times New Roman"/>
                <a:sym typeface="Times New Roman"/>
              </a:rPr>
              <a:t>Phân bố :</a:t>
            </a:r>
            <a:endParaRPr/>
          </a:p>
          <a:p>
            <a:pPr indent="-457200" lvl="0" marL="457200" marR="0" rtl="0" algn="l">
              <a:lnSpc>
                <a:spcPct val="130000"/>
              </a:lnSpc>
              <a:spcBef>
                <a:spcPts val="1400"/>
              </a:spcBef>
              <a:spcAft>
                <a:spcPts val="0"/>
              </a:spcAft>
              <a:buClr>
                <a:srgbClr val="003399"/>
              </a:buClr>
              <a:buSzPts val="2800"/>
              <a:buFont typeface="Times New Roman"/>
              <a:buChar char="-"/>
            </a:pPr>
            <a:r>
              <a:rPr b="1" i="0" lang="en-US" sz="2800" u="none">
                <a:solidFill>
                  <a:srgbClr val="003399"/>
                </a:solidFill>
                <a:latin typeface="Times New Roman"/>
                <a:ea typeface="Times New Roman"/>
                <a:cs typeface="Times New Roman"/>
                <a:sym typeface="Times New Roman"/>
              </a:rPr>
              <a:t>VN : rắn phân bố khắp nơi từ vùng rừng núi đến trung du.</a:t>
            </a:r>
            <a:endParaRPr/>
          </a:p>
          <a:p>
            <a:pPr indent="-457200" lvl="0" marL="457200" marR="0" rtl="0" algn="l">
              <a:lnSpc>
                <a:spcPct val="130000"/>
              </a:lnSpc>
              <a:spcBef>
                <a:spcPts val="1400"/>
              </a:spcBef>
              <a:spcAft>
                <a:spcPts val="0"/>
              </a:spcAft>
              <a:buClr>
                <a:srgbClr val="003399"/>
              </a:buClr>
              <a:buSzPts val="2800"/>
              <a:buFont typeface="Times New Roman"/>
              <a:buChar char="-"/>
            </a:pPr>
            <a:r>
              <a:rPr b="1" i="0" lang="en-US" sz="2800" u="none">
                <a:solidFill>
                  <a:srgbClr val="003399"/>
                </a:solidFill>
                <a:latin typeface="Times New Roman"/>
                <a:ea typeface="Times New Roman"/>
                <a:cs typeface="Times New Roman"/>
                <a:sym typeface="Times New Roman"/>
              </a:rPr>
              <a:t>Một số địa phương có nghề bắt và nuôi rắn : Lệ Mật (Gia Lâm), Vĩnh Sơn (Vĩnh Phú), Làng Bún (Hà Tây), Đồng Tâm (Tiền Giang)</a:t>
            </a:r>
            <a:endParaRPr/>
          </a:p>
          <a:p>
            <a:pPr indent="-457200" lvl="0" marL="457200" marR="0" rtl="0" algn="l">
              <a:lnSpc>
                <a:spcPct val="130000"/>
              </a:lnSpc>
              <a:spcBef>
                <a:spcPts val="1400"/>
              </a:spcBef>
              <a:spcAft>
                <a:spcPts val="0"/>
              </a:spcAft>
              <a:buClr>
                <a:srgbClr val="003399"/>
              </a:buClr>
              <a:buSzPts val="2800"/>
              <a:buFont typeface="Times New Roman"/>
              <a:buChar char="-"/>
            </a:pPr>
            <a:r>
              <a:rPr b="1" i="0" lang="en-US" sz="2800" u="none">
                <a:solidFill>
                  <a:srgbClr val="003399"/>
                </a:solidFill>
                <a:latin typeface="Times New Roman"/>
                <a:ea typeface="Times New Roman"/>
                <a:cs typeface="Times New Roman"/>
                <a:sym typeface="Times New Roman"/>
              </a:rPr>
              <a:t>Làng Lệ Mật được coi là đất tổ với truyền thống 900 năm, là trung tâm giao dịch rắn của miền bắc</a:t>
            </a:r>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9" name="Shape 549"/>
        <p:cNvGrpSpPr/>
        <p:nvPr/>
      </p:nvGrpSpPr>
      <p:grpSpPr>
        <a:xfrm>
          <a:off x="0" y="0"/>
          <a:ext cx="0" cy="0"/>
          <a:chOff x="0" y="0"/>
          <a:chExt cx="0" cy="0"/>
        </a:xfrm>
      </p:grpSpPr>
      <p:sp>
        <p:nvSpPr>
          <p:cNvPr id="550" name="Google Shape;550;p44"/>
          <p:cNvSpPr txBox="1"/>
          <p:nvPr/>
        </p:nvSpPr>
        <p:spPr>
          <a:xfrm>
            <a:off x="152400" y="533400"/>
            <a:ext cx="8991600" cy="4497387"/>
          </a:xfrm>
          <a:prstGeom prst="rect">
            <a:avLst/>
          </a:prstGeom>
          <a:noFill/>
          <a:ln>
            <a:noFill/>
          </a:ln>
        </p:spPr>
        <p:txBody>
          <a:bodyPr anchorCtr="0" anchor="t" bIns="45700" lIns="91425" spcFirstLastPara="1" rIns="91425" wrap="square" tIns="45700">
            <a:spAutoFit/>
          </a:bodyPr>
          <a:lstStyle/>
          <a:p>
            <a:pPr indent="-457200" lvl="0" marL="457200" marR="0" rtl="0" algn="ctr">
              <a:lnSpc>
                <a:spcPct val="130000"/>
              </a:lnSpc>
              <a:spcBef>
                <a:spcPts val="0"/>
              </a:spcBef>
              <a:spcAft>
                <a:spcPts val="0"/>
              </a:spcAft>
              <a:buClr>
                <a:srgbClr val="CC0066"/>
              </a:buClr>
              <a:buSzPts val="2800"/>
              <a:buFont typeface="Times New Roman"/>
              <a:buNone/>
            </a:pPr>
            <a:r>
              <a:rPr b="1" i="0" lang="en-US" sz="2800" u="none">
                <a:solidFill>
                  <a:srgbClr val="CC0066"/>
                </a:solidFill>
                <a:latin typeface="Times New Roman"/>
                <a:ea typeface="Times New Roman"/>
                <a:cs typeface="Times New Roman"/>
                <a:sym typeface="Times New Roman"/>
              </a:rPr>
              <a:t>RẮN</a:t>
            </a:r>
            <a:endParaRPr/>
          </a:p>
          <a:p>
            <a:pPr indent="-457200" lvl="0" marL="457200" marR="0" rtl="0" algn="l">
              <a:lnSpc>
                <a:spcPct val="130000"/>
              </a:lnSpc>
              <a:spcBef>
                <a:spcPts val="1400"/>
              </a:spcBef>
              <a:spcAft>
                <a:spcPts val="0"/>
              </a:spcAft>
              <a:buClr>
                <a:srgbClr val="FF0066"/>
              </a:buClr>
              <a:buSzPts val="2800"/>
              <a:buFont typeface="Times New Roman"/>
              <a:buNone/>
            </a:pPr>
            <a:r>
              <a:rPr b="1" i="0" lang="en-US" sz="2800" u="none">
                <a:solidFill>
                  <a:srgbClr val="FF0066"/>
                </a:solidFill>
                <a:latin typeface="Times New Roman"/>
                <a:ea typeface="Times New Roman"/>
                <a:cs typeface="Times New Roman"/>
                <a:sym typeface="Times New Roman"/>
              </a:rPr>
              <a:t>Bộ phận dùng :</a:t>
            </a:r>
            <a:endParaRPr/>
          </a:p>
          <a:p>
            <a:pPr indent="-457200" lvl="0" marL="457200" marR="0" rtl="0" algn="l">
              <a:lnSpc>
                <a:spcPct val="130000"/>
              </a:lnSpc>
              <a:spcBef>
                <a:spcPts val="1400"/>
              </a:spcBef>
              <a:spcAft>
                <a:spcPts val="0"/>
              </a:spcAft>
              <a:buClr>
                <a:srgbClr val="003399"/>
              </a:buClr>
              <a:buSzPts val="2800"/>
              <a:buFont typeface="Times New Roman"/>
              <a:buChar char="-"/>
            </a:pPr>
            <a:r>
              <a:rPr b="1" i="0" lang="en-US" sz="2800" u="none">
                <a:solidFill>
                  <a:srgbClr val="003399"/>
                </a:solidFill>
                <a:latin typeface="Times New Roman"/>
                <a:ea typeface="Times New Roman"/>
                <a:cs typeface="Times New Roman"/>
                <a:sym typeface="Times New Roman"/>
              </a:rPr>
              <a:t>Thịt rắn (Xà nhục)</a:t>
            </a:r>
            <a:endParaRPr/>
          </a:p>
          <a:p>
            <a:pPr indent="-457200" lvl="0" marL="457200" marR="0" rtl="0" algn="l">
              <a:lnSpc>
                <a:spcPct val="130000"/>
              </a:lnSpc>
              <a:spcBef>
                <a:spcPts val="1400"/>
              </a:spcBef>
              <a:spcAft>
                <a:spcPts val="0"/>
              </a:spcAft>
              <a:buClr>
                <a:srgbClr val="003399"/>
              </a:buClr>
              <a:buSzPts val="2800"/>
              <a:buFont typeface="Times New Roman"/>
              <a:buChar char="-"/>
            </a:pPr>
            <a:r>
              <a:rPr b="1" i="0" lang="en-US" sz="2800" u="none">
                <a:solidFill>
                  <a:srgbClr val="003399"/>
                </a:solidFill>
                <a:latin typeface="Times New Roman"/>
                <a:ea typeface="Times New Roman"/>
                <a:cs typeface="Times New Roman"/>
                <a:sym typeface="Times New Roman"/>
              </a:rPr>
              <a:t>Mật rắn (Xà đởm)</a:t>
            </a:r>
            <a:endParaRPr/>
          </a:p>
          <a:p>
            <a:pPr indent="-457200" lvl="0" marL="457200" marR="0" rtl="0" algn="l">
              <a:lnSpc>
                <a:spcPct val="130000"/>
              </a:lnSpc>
              <a:spcBef>
                <a:spcPts val="1400"/>
              </a:spcBef>
              <a:spcAft>
                <a:spcPts val="0"/>
              </a:spcAft>
              <a:buClr>
                <a:srgbClr val="003399"/>
              </a:buClr>
              <a:buSzPts val="2800"/>
              <a:buFont typeface="Times New Roman"/>
              <a:buChar char="-"/>
            </a:pPr>
            <a:r>
              <a:rPr b="1" i="0" lang="en-US" sz="2800" u="none">
                <a:solidFill>
                  <a:srgbClr val="003399"/>
                </a:solidFill>
                <a:latin typeface="Times New Roman"/>
                <a:ea typeface="Times New Roman"/>
                <a:cs typeface="Times New Roman"/>
                <a:sym typeface="Times New Roman"/>
              </a:rPr>
              <a:t>Xác rắn (Xà thoái) : Xác con rắn bỏ đi khi lột</a:t>
            </a:r>
            <a:endParaRPr/>
          </a:p>
          <a:p>
            <a:pPr indent="-457200" lvl="0" marL="457200" marR="0" rtl="0" algn="l">
              <a:lnSpc>
                <a:spcPct val="130000"/>
              </a:lnSpc>
              <a:spcBef>
                <a:spcPts val="1400"/>
              </a:spcBef>
              <a:spcAft>
                <a:spcPts val="0"/>
              </a:spcAft>
              <a:buClr>
                <a:srgbClr val="003399"/>
              </a:buClr>
              <a:buSzPts val="2800"/>
              <a:buFont typeface="Times New Roman"/>
              <a:buChar char="-"/>
            </a:pPr>
            <a:r>
              <a:rPr b="1" i="0" lang="en-US" sz="2800" u="none">
                <a:solidFill>
                  <a:srgbClr val="003399"/>
                </a:solidFill>
                <a:latin typeface="Times New Roman"/>
                <a:ea typeface="Times New Roman"/>
                <a:cs typeface="Times New Roman"/>
                <a:sym typeface="Times New Roman"/>
              </a:rPr>
              <a:t>Nọc rắn : tập trung chất độc</a:t>
            </a:r>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4" name="Shape 554"/>
        <p:cNvGrpSpPr/>
        <p:nvPr/>
      </p:nvGrpSpPr>
      <p:grpSpPr>
        <a:xfrm>
          <a:off x="0" y="0"/>
          <a:ext cx="0" cy="0"/>
          <a:chOff x="0" y="0"/>
          <a:chExt cx="0" cy="0"/>
        </a:xfrm>
      </p:grpSpPr>
      <p:sp>
        <p:nvSpPr>
          <p:cNvPr id="555" name="Google Shape;555;p45"/>
          <p:cNvSpPr txBox="1"/>
          <p:nvPr/>
        </p:nvSpPr>
        <p:spPr>
          <a:xfrm>
            <a:off x="152400" y="533400"/>
            <a:ext cx="8991600" cy="4838700"/>
          </a:xfrm>
          <a:prstGeom prst="rect">
            <a:avLst/>
          </a:prstGeom>
          <a:noFill/>
          <a:ln>
            <a:noFill/>
          </a:ln>
        </p:spPr>
        <p:txBody>
          <a:bodyPr anchorCtr="0" anchor="t" bIns="45700" lIns="91425" spcFirstLastPara="1" rIns="91425" wrap="square" tIns="45700">
            <a:spAutoFit/>
          </a:bodyPr>
          <a:lstStyle/>
          <a:p>
            <a:pPr indent="-457200" lvl="0" marL="457200" marR="0" rtl="0" algn="ctr">
              <a:lnSpc>
                <a:spcPct val="130000"/>
              </a:lnSpc>
              <a:spcBef>
                <a:spcPts val="0"/>
              </a:spcBef>
              <a:spcAft>
                <a:spcPts val="0"/>
              </a:spcAft>
              <a:buClr>
                <a:srgbClr val="CC0066"/>
              </a:buClr>
              <a:buSzPts val="2800"/>
              <a:buFont typeface="Times New Roman"/>
              <a:buNone/>
            </a:pPr>
            <a:r>
              <a:rPr b="1" i="0" lang="en-US" sz="2800" u="none">
                <a:solidFill>
                  <a:srgbClr val="CC0066"/>
                </a:solidFill>
                <a:latin typeface="Times New Roman"/>
                <a:ea typeface="Times New Roman"/>
                <a:cs typeface="Times New Roman"/>
                <a:sym typeface="Times New Roman"/>
              </a:rPr>
              <a:t>THỊT RẮN</a:t>
            </a:r>
            <a:endParaRPr/>
          </a:p>
          <a:p>
            <a:pPr indent="-457200" lvl="0" marL="457200" marR="0" rtl="0" algn="l">
              <a:lnSpc>
                <a:spcPct val="130000"/>
              </a:lnSpc>
              <a:spcBef>
                <a:spcPts val="1400"/>
              </a:spcBef>
              <a:spcAft>
                <a:spcPts val="0"/>
              </a:spcAft>
              <a:buClr>
                <a:srgbClr val="CC0066"/>
              </a:buClr>
              <a:buSzPts val="2800"/>
              <a:buFont typeface="Times New Roman"/>
              <a:buChar char="-"/>
            </a:pPr>
            <a:r>
              <a:rPr b="1" i="0" lang="en-US" sz="2800" u="none">
                <a:solidFill>
                  <a:srgbClr val="CC0066"/>
                </a:solidFill>
                <a:latin typeface="Times New Roman"/>
                <a:ea typeface="Times New Roman"/>
                <a:cs typeface="Times New Roman"/>
                <a:sym typeface="Times New Roman"/>
              </a:rPr>
              <a:t>Thành phần hóa học : </a:t>
            </a:r>
            <a:r>
              <a:rPr b="1" i="0" lang="en-US" sz="2800" u="none">
                <a:solidFill>
                  <a:srgbClr val="003399"/>
                </a:solidFill>
                <a:latin typeface="Times New Roman"/>
                <a:ea typeface="Times New Roman"/>
                <a:cs typeface="Times New Roman"/>
                <a:sym typeface="Times New Roman"/>
              </a:rPr>
              <a:t>Protid, acid amin, mỡ</a:t>
            </a:r>
            <a:endParaRPr/>
          </a:p>
          <a:p>
            <a:pPr indent="-457200" lvl="0" marL="457200" marR="0" rtl="0" algn="l">
              <a:lnSpc>
                <a:spcPct val="130000"/>
              </a:lnSpc>
              <a:spcBef>
                <a:spcPts val="1400"/>
              </a:spcBef>
              <a:spcAft>
                <a:spcPts val="0"/>
              </a:spcAft>
              <a:buClr>
                <a:srgbClr val="CC0066"/>
              </a:buClr>
              <a:buSzPts val="2800"/>
              <a:buFont typeface="Times New Roman"/>
              <a:buChar char="-"/>
            </a:pPr>
            <a:r>
              <a:rPr b="1" i="0" lang="en-US" sz="2800" u="none">
                <a:solidFill>
                  <a:srgbClr val="CC0066"/>
                </a:solidFill>
                <a:latin typeface="Times New Roman"/>
                <a:ea typeface="Times New Roman"/>
                <a:cs typeface="Times New Roman"/>
                <a:sym typeface="Times New Roman"/>
              </a:rPr>
              <a:t>Công dụng : </a:t>
            </a:r>
            <a:endParaRPr/>
          </a:p>
          <a:p>
            <a:pPr indent="-457200" lvl="0" marL="457200" marR="0" rtl="0" algn="l">
              <a:lnSpc>
                <a:spcPct val="130000"/>
              </a:lnSpc>
              <a:spcBef>
                <a:spcPts val="1400"/>
              </a:spcBef>
              <a:spcAft>
                <a:spcPts val="0"/>
              </a:spcAft>
              <a:buClr>
                <a:srgbClr val="CC0066"/>
              </a:buClr>
              <a:buSzPts val="2800"/>
              <a:buFont typeface="Times New Roman"/>
              <a:buNone/>
            </a:pPr>
            <a:r>
              <a:rPr b="1" i="0" lang="en-US" sz="2800" u="none">
                <a:solidFill>
                  <a:srgbClr val="CC0066"/>
                </a:solidFill>
                <a:latin typeface="Times New Roman"/>
                <a:ea typeface="Times New Roman"/>
                <a:cs typeface="Times New Roman"/>
                <a:sym typeface="Times New Roman"/>
              </a:rPr>
              <a:t>     </a:t>
            </a:r>
            <a:r>
              <a:rPr b="1" i="0" lang="en-US" sz="2800" u="none">
                <a:solidFill>
                  <a:srgbClr val="003399"/>
                </a:solidFill>
                <a:latin typeface="Times New Roman"/>
                <a:ea typeface="Times New Roman"/>
                <a:cs typeface="Times New Roman"/>
                <a:sym typeface="Times New Roman"/>
              </a:rPr>
              <a:t>Chữa bệnh thần kinh đau nhức, bán thân bất toại, khớp xương sưng đau, chân tay nhức mỏi, nhọt độc, lở loét, tràng nhạc.</a:t>
            </a:r>
            <a:endParaRPr/>
          </a:p>
          <a:p>
            <a:pPr indent="-457200" lvl="0" marL="457200" marR="0" rtl="0" algn="l">
              <a:lnSpc>
                <a:spcPct val="130000"/>
              </a:lnSpc>
              <a:spcBef>
                <a:spcPts val="1400"/>
              </a:spcBef>
              <a:spcAft>
                <a:spcPts val="0"/>
              </a:spcAft>
              <a:buClr>
                <a:srgbClr val="003399"/>
              </a:buClr>
              <a:buSzPts val="2800"/>
              <a:buFont typeface="Times New Roman"/>
              <a:buNone/>
            </a:pPr>
            <a:r>
              <a:rPr b="1" i="0" lang="en-US" sz="2800" u="none">
                <a:solidFill>
                  <a:srgbClr val="003399"/>
                </a:solidFill>
                <a:latin typeface="Times New Roman"/>
                <a:ea typeface="Times New Roman"/>
                <a:cs typeface="Times New Roman"/>
                <a:sym typeface="Times New Roman"/>
              </a:rPr>
              <a:t>     </a:t>
            </a:r>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9" name="Shape 559"/>
        <p:cNvGrpSpPr/>
        <p:nvPr/>
      </p:nvGrpSpPr>
      <p:grpSpPr>
        <a:xfrm>
          <a:off x="0" y="0"/>
          <a:ext cx="0" cy="0"/>
          <a:chOff x="0" y="0"/>
          <a:chExt cx="0" cy="0"/>
        </a:xfrm>
      </p:grpSpPr>
      <p:sp>
        <p:nvSpPr>
          <p:cNvPr id="560" name="Google Shape;560;p46"/>
          <p:cNvSpPr txBox="1"/>
          <p:nvPr/>
        </p:nvSpPr>
        <p:spPr>
          <a:xfrm>
            <a:off x="152400" y="457200"/>
            <a:ext cx="8991600" cy="6291262"/>
          </a:xfrm>
          <a:prstGeom prst="rect">
            <a:avLst/>
          </a:prstGeom>
          <a:noFill/>
          <a:ln>
            <a:noFill/>
          </a:ln>
        </p:spPr>
        <p:txBody>
          <a:bodyPr anchorCtr="0" anchor="t" bIns="45700" lIns="91425" spcFirstLastPara="1" rIns="91425" wrap="square" tIns="45700">
            <a:spAutoFit/>
          </a:bodyPr>
          <a:lstStyle/>
          <a:p>
            <a:pPr indent="-457200" lvl="0" marL="457200" marR="0" rtl="0" algn="ctr">
              <a:lnSpc>
                <a:spcPct val="130000"/>
              </a:lnSpc>
              <a:spcBef>
                <a:spcPts val="0"/>
              </a:spcBef>
              <a:spcAft>
                <a:spcPts val="0"/>
              </a:spcAft>
              <a:buClr>
                <a:srgbClr val="CC0066"/>
              </a:buClr>
              <a:buSzPts val="2800"/>
              <a:buFont typeface="Times New Roman"/>
              <a:buNone/>
            </a:pPr>
            <a:r>
              <a:rPr b="1" i="0" lang="en-US" sz="2800" u="none">
                <a:solidFill>
                  <a:srgbClr val="CC0066"/>
                </a:solidFill>
                <a:latin typeface="Times New Roman"/>
                <a:ea typeface="Times New Roman"/>
                <a:cs typeface="Times New Roman"/>
                <a:sym typeface="Times New Roman"/>
              </a:rPr>
              <a:t>THỊT RẮN</a:t>
            </a:r>
            <a:endParaRPr/>
          </a:p>
          <a:p>
            <a:pPr indent="-457200" lvl="0" marL="457200" marR="0" rtl="0" algn="l">
              <a:lnSpc>
                <a:spcPct val="130000"/>
              </a:lnSpc>
              <a:spcBef>
                <a:spcPts val="1400"/>
              </a:spcBef>
              <a:spcAft>
                <a:spcPts val="0"/>
              </a:spcAft>
              <a:buClr>
                <a:srgbClr val="CC0066"/>
              </a:buClr>
              <a:buSzPts val="2800"/>
              <a:buFont typeface="Times New Roman"/>
              <a:buNone/>
            </a:pPr>
            <a:r>
              <a:rPr b="1" i="0" lang="en-US" sz="2800" u="none">
                <a:solidFill>
                  <a:srgbClr val="CC0066"/>
                </a:solidFill>
                <a:latin typeface="Times New Roman"/>
                <a:ea typeface="Times New Roman"/>
                <a:cs typeface="Times New Roman"/>
                <a:sym typeface="Times New Roman"/>
              </a:rPr>
              <a:t>Cách dùng : </a:t>
            </a:r>
            <a:r>
              <a:rPr b="1" i="0" lang="en-US" sz="2800" u="none">
                <a:solidFill>
                  <a:srgbClr val="003399"/>
                </a:solidFill>
                <a:latin typeface="Times New Roman"/>
                <a:ea typeface="Times New Roman"/>
                <a:cs typeface="Times New Roman"/>
                <a:sym typeface="Times New Roman"/>
              </a:rPr>
              <a:t>Rượu rắn là mặt hàng xuất khẩu có giá trị</a:t>
            </a:r>
            <a:endParaRPr/>
          </a:p>
          <a:p>
            <a:pPr indent="-457200" lvl="0" marL="457200" marR="0" rtl="0" algn="l">
              <a:lnSpc>
                <a:spcPct val="130000"/>
              </a:lnSpc>
              <a:spcBef>
                <a:spcPts val="1400"/>
              </a:spcBef>
              <a:spcAft>
                <a:spcPts val="0"/>
              </a:spcAft>
              <a:buClr>
                <a:srgbClr val="003399"/>
              </a:buClr>
              <a:buSzPts val="2800"/>
              <a:buFont typeface="Times New Roman"/>
              <a:buNone/>
            </a:pPr>
            <a:r>
              <a:rPr b="1" i="0" lang="en-US" sz="2800" u="none">
                <a:solidFill>
                  <a:srgbClr val="003399"/>
                </a:solidFill>
                <a:latin typeface="Times New Roman"/>
                <a:ea typeface="Times New Roman"/>
                <a:cs typeface="Times New Roman"/>
                <a:sym typeface="Times New Roman"/>
              </a:rPr>
              <a:t>     Lấy 1 bộ 1 hổ mang + 1 cạp nong (hoặc cạp nia) + 1 rắn ráo. Cắt bỏ đầu đuôi, mổ bụng, bỏ ruột, lau khô bằng giấy bản (không rửa nước vì sợ có mùi tanh), chặt từng khúc, tẩm rượu gừng, nướng cho vàng thơm.</a:t>
            </a:r>
            <a:endParaRPr/>
          </a:p>
          <a:p>
            <a:pPr indent="-457200" lvl="0" marL="457200" marR="0" rtl="0" algn="l">
              <a:lnSpc>
                <a:spcPct val="130000"/>
              </a:lnSpc>
              <a:spcBef>
                <a:spcPts val="1400"/>
              </a:spcBef>
              <a:spcAft>
                <a:spcPts val="0"/>
              </a:spcAft>
              <a:buClr>
                <a:srgbClr val="003399"/>
              </a:buClr>
              <a:buSzPts val="2800"/>
              <a:buFont typeface="Times New Roman"/>
              <a:buNone/>
            </a:pPr>
            <a:r>
              <a:rPr b="1" i="0" lang="en-US" sz="2800" u="none">
                <a:solidFill>
                  <a:srgbClr val="003399"/>
                </a:solidFill>
                <a:latin typeface="Times New Roman"/>
                <a:ea typeface="Times New Roman"/>
                <a:cs typeface="Times New Roman"/>
                <a:sym typeface="Times New Roman"/>
              </a:rPr>
              <a:t>     Giã nhỏ, ngâm rượu (1p thịt rắn + 3p rượu 40%) trong 15-20 ngày (càng lâu càng tốt). Mỗi ngày uống 20 ml sau bữa ăn.</a:t>
            </a:r>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4" name="Shape 564"/>
        <p:cNvGrpSpPr/>
        <p:nvPr/>
      </p:nvGrpSpPr>
      <p:grpSpPr>
        <a:xfrm>
          <a:off x="0" y="0"/>
          <a:ext cx="0" cy="0"/>
          <a:chOff x="0" y="0"/>
          <a:chExt cx="0" cy="0"/>
        </a:xfrm>
      </p:grpSpPr>
      <p:sp>
        <p:nvSpPr>
          <p:cNvPr id="565" name="Google Shape;565;p47"/>
          <p:cNvSpPr txBox="1"/>
          <p:nvPr/>
        </p:nvSpPr>
        <p:spPr>
          <a:xfrm>
            <a:off x="152400" y="457200"/>
            <a:ext cx="8991600" cy="5949950"/>
          </a:xfrm>
          <a:prstGeom prst="rect">
            <a:avLst/>
          </a:prstGeom>
          <a:noFill/>
          <a:ln>
            <a:noFill/>
          </a:ln>
        </p:spPr>
        <p:txBody>
          <a:bodyPr anchorCtr="0" anchor="t" bIns="45700" lIns="91425" spcFirstLastPara="1" rIns="91425" wrap="square" tIns="45700">
            <a:spAutoFit/>
          </a:bodyPr>
          <a:lstStyle/>
          <a:p>
            <a:pPr indent="-457200" lvl="0" marL="457200" marR="0" rtl="0" algn="ctr">
              <a:lnSpc>
                <a:spcPct val="130000"/>
              </a:lnSpc>
              <a:spcBef>
                <a:spcPts val="0"/>
              </a:spcBef>
              <a:spcAft>
                <a:spcPts val="0"/>
              </a:spcAft>
              <a:buClr>
                <a:srgbClr val="CC0066"/>
              </a:buClr>
              <a:buSzPts val="2800"/>
              <a:buFont typeface="Times New Roman"/>
              <a:buNone/>
            </a:pPr>
            <a:r>
              <a:rPr b="1" i="0" lang="en-US" sz="2800" u="none">
                <a:solidFill>
                  <a:srgbClr val="CC0066"/>
                </a:solidFill>
                <a:latin typeface="Times New Roman"/>
                <a:ea typeface="Times New Roman"/>
                <a:cs typeface="Times New Roman"/>
                <a:sym typeface="Times New Roman"/>
              </a:rPr>
              <a:t>THỊT RẮN</a:t>
            </a:r>
            <a:endParaRPr/>
          </a:p>
          <a:p>
            <a:pPr indent="-457200" lvl="0" marL="457200" marR="0" rtl="0" algn="l">
              <a:lnSpc>
                <a:spcPct val="130000"/>
              </a:lnSpc>
              <a:spcBef>
                <a:spcPts val="1400"/>
              </a:spcBef>
              <a:spcAft>
                <a:spcPts val="0"/>
              </a:spcAft>
              <a:buClr>
                <a:srgbClr val="003399"/>
              </a:buClr>
              <a:buSzPts val="2800"/>
              <a:buFont typeface="Times New Roman"/>
              <a:buChar char="-"/>
            </a:pPr>
            <a:r>
              <a:rPr b="1" i="0" lang="en-US" sz="2800" u="none">
                <a:solidFill>
                  <a:srgbClr val="003399"/>
                </a:solidFill>
                <a:latin typeface="Times New Roman"/>
                <a:ea typeface="Times New Roman"/>
                <a:cs typeface="Times New Roman"/>
                <a:sym typeface="Times New Roman"/>
              </a:rPr>
              <a:t>Rượu tam xà : Ngâm thịt rắn với các dược liệu ngũ gia bì, hà thủ ô, kê huyết đằng, thiên niên kiện, hồi, quế </a:t>
            </a:r>
            <a:endParaRPr/>
          </a:p>
          <a:p>
            <a:pPr indent="-457200" lvl="0" marL="457200" marR="0" rtl="0" algn="l">
              <a:lnSpc>
                <a:spcPct val="130000"/>
              </a:lnSpc>
              <a:spcBef>
                <a:spcPts val="1400"/>
              </a:spcBef>
              <a:spcAft>
                <a:spcPts val="0"/>
              </a:spcAft>
              <a:buClr>
                <a:srgbClr val="003399"/>
              </a:buClr>
              <a:buSzPts val="2800"/>
              <a:buFont typeface="Times New Roman"/>
              <a:buNone/>
            </a:pPr>
            <a:r>
              <a:rPr b="1" i="0" lang="en-US" sz="2800" u="none">
                <a:solidFill>
                  <a:srgbClr val="003399"/>
                </a:solidFill>
                <a:latin typeface="Times New Roman"/>
                <a:ea typeface="Times New Roman"/>
                <a:cs typeface="Times New Roman"/>
                <a:sym typeface="Times New Roman"/>
              </a:rPr>
              <a:t>-    Rượu tam xà – Hải sâm (Viện công nghệ sinh học) : Tăng cường sinh lực</a:t>
            </a:r>
            <a:endParaRPr/>
          </a:p>
          <a:p>
            <a:pPr indent="-457200" lvl="0" marL="457200" marR="0" rtl="0" algn="l">
              <a:lnSpc>
                <a:spcPct val="130000"/>
              </a:lnSpc>
              <a:spcBef>
                <a:spcPts val="1400"/>
              </a:spcBef>
              <a:spcAft>
                <a:spcPts val="0"/>
              </a:spcAft>
              <a:buClr>
                <a:srgbClr val="003399"/>
              </a:buClr>
              <a:buSzPts val="2800"/>
              <a:buFont typeface="Times New Roman"/>
              <a:buChar char="-"/>
            </a:pPr>
            <a:r>
              <a:rPr b="1" i="0" lang="en-US" sz="2800" u="none">
                <a:solidFill>
                  <a:srgbClr val="003399"/>
                </a:solidFill>
                <a:latin typeface="Times New Roman"/>
                <a:ea typeface="Times New Roman"/>
                <a:cs typeface="Times New Roman"/>
                <a:sym typeface="Times New Roman"/>
              </a:rPr>
              <a:t>Có khi để nguyên cả 3 con rắn (đã bỏ nọc độc) ngâm rượu uống.</a:t>
            </a:r>
            <a:endParaRPr/>
          </a:p>
          <a:p>
            <a:pPr indent="-457200" lvl="0" marL="457200" marR="0" rtl="0" algn="l">
              <a:lnSpc>
                <a:spcPct val="130000"/>
              </a:lnSpc>
              <a:spcBef>
                <a:spcPts val="1400"/>
              </a:spcBef>
              <a:spcAft>
                <a:spcPts val="0"/>
              </a:spcAft>
              <a:buClr>
                <a:srgbClr val="003399"/>
              </a:buClr>
              <a:buSzPts val="2800"/>
              <a:buFont typeface="Times New Roman"/>
              <a:buChar char="-"/>
            </a:pPr>
            <a:r>
              <a:rPr b="1" i="0" lang="en-US" sz="2800" u="none">
                <a:solidFill>
                  <a:srgbClr val="003399"/>
                </a:solidFill>
                <a:latin typeface="Times New Roman"/>
                <a:ea typeface="Times New Roman"/>
                <a:cs typeface="Times New Roman"/>
                <a:sym typeface="Times New Roman"/>
              </a:rPr>
              <a:t>Thịt rắn băm với lá lốt, mùi tàu, xương sông nướng ăn trị phong thấp hoặc nấu cháo</a:t>
            </a:r>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9" name="Shape 569"/>
        <p:cNvGrpSpPr/>
        <p:nvPr/>
      </p:nvGrpSpPr>
      <p:grpSpPr>
        <a:xfrm>
          <a:off x="0" y="0"/>
          <a:ext cx="0" cy="0"/>
          <a:chOff x="0" y="0"/>
          <a:chExt cx="0" cy="0"/>
        </a:xfrm>
      </p:grpSpPr>
      <p:sp>
        <p:nvSpPr>
          <p:cNvPr id="570" name="Google Shape;570;p48"/>
          <p:cNvSpPr txBox="1"/>
          <p:nvPr/>
        </p:nvSpPr>
        <p:spPr>
          <a:xfrm>
            <a:off x="152400" y="457200"/>
            <a:ext cx="8991600" cy="6291262"/>
          </a:xfrm>
          <a:prstGeom prst="rect">
            <a:avLst/>
          </a:prstGeom>
          <a:noFill/>
          <a:ln>
            <a:noFill/>
          </a:ln>
        </p:spPr>
        <p:txBody>
          <a:bodyPr anchorCtr="0" anchor="t" bIns="45700" lIns="91425" spcFirstLastPara="1" rIns="91425" wrap="square" tIns="45700">
            <a:spAutoFit/>
          </a:bodyPr>
          <a:lstStyle/>
          <a:p>
            <a:pPr indent="-457200" lvl="0" marL="457200" marR="0" rtl="0" algn="ctr">
              <a:lnSpc>
                <a:spcPct val="130000"/>
              </a:lnSpc>
              <a:spcBef>
                <a:spcPts val="0"/>
              </a:spcBef>
              <a:spcAft>
                <a:spcPts val="0"/>
              </a:spcAft>
              <a:buClr>
                <a:srgbClr val="CC0066"/>
              </a:buClr>
              <a:buSzPts val="2800"/>
              <a:buFont typeface="Times New Roman"/>
              <a:buNone/>
            </a:pPr>
            <a:r>
              <a:rPr b="1" i="0" lang="en-US" sz="2800" u="none">
                <a:solidFill>
                  <a:srgbClr val="CC0066"/>
                </a:solidFill>
                <a:latin typeface="Times New Roman"/>
                <a:ea typeface="Times New Roman"/>
                <a:cs typeface="Times New Roman"/>
                <a:sym typeface="Times New Roman"/>
              </a:rPr>
              <a:t>MẬT RẮN</a:t>
            </a:r>
            <a:endParaRPr/>
          </a:p>
          <a:p>
            <a:pPr indent="-457200" lvl="0" marL="457200" marR="0" rtl="0" algn="l">
              <a:lnSpc>
                <a:spcPct val="130000"/>
              </a:lnSpc>
              <a:spcBef>
                <a:spcPts val="1400"/>
              </a:spcBef>
              <a:spcAft>
                <a:spcPts val="0"/>
              </a:spcAft>
              <a:buClr>
                <a:srgbClr val="CC0066"/>
              </a:buClr>
              <a:buSzPts val="2800"/>
              <a:buFont typeface="Times New Roman"/>
              <a:buChar char="-"/>
            </a:pPr>
            <a:r>
              <a:rPr b="1" i="0" lang="en-US" sz="2800" u="none">
                <a:solidFill>
                  <a:srgbClr val="CC0066"/>
                </a:solidFill>
                <a:latin typeface="Times New Roman"/>
                <a:ea typeface="Times New Roman"/>
                <a:cs typeface="Times New Roman"/>
                <a:sym typeface="Times New Roman"/>
              </a:rPr>
              <a:t>Thành phần hóa học</a:t>
            </a:r>
            <a:r>
              <a:rPr b="1" i="0" lang="en-US" sz="2800" u="none">
                <a:solidFill>
                  <a:srgbClr val="003399"/>
                </a:solidFill>
                <a:latin typeface="Times New Roman"/>
                <a:ea typeface="Times New Roman"/>
                <a:cs typeface="Times New Roman"/>
                <a:sym typeface="Times New Roman"/>
              </a:rPr>
              <a:t> : Các acid mật : acid cholic, acid ursodesoxycholic…</a:t>
            </a:r>
            <a:endParaRPr/>
          </a:p>
          <a:p>
            <a:pPr indent="-457200" lvl="0" marL="457200" marR="0" rtl="0" algn="l">
              <a:lnSpc>
                <a:spcPct val="130000"/>
              </a:lnSpc>
              <a:spcBef>
                <a:spcPts val="1400"/>
              </a:spcBef>
              <a:spcAft>
                <a:spcPts val="0"/>
              </a:spcAft>
              <a:buClr>
                <a:srgbClr val="CC0066"/>
              </a:buClr>
              <a:buSzPts val="2800"/>
              <a:buFont typeface="Times New Roman"/>
              <a:buChar char="-"/>
            </a:pPr>
            <a:r>
              <a:rPr b="1" i="0" lang="en-US" sz="2800" u="none">
                <a:solidFill>
                  <a:srgbClr val="CC0066"/>
                </a:solidFill>
                <a:latin typeface="Times New Roman"/>
                <a:ea typeface="Times New Roman"/>
                <a:cs typeface="Times New Roman"/>
                <a:sym typeface="Times New Roman"/>
              </a:rPr>
              <a:t>Công dụng</a:t>
            </a:r>
            <a:r>
              <a:rPr b="1" i="0" lang="en-US" sz="2800" u="none">
                <a:solidFill>
                  <a:srgbClr val="003399"/>
                </a:solidFill>
                <a:latin typeface="Times New Roman"/>
                <a:ea typeface="Times New Roman"/>
                <a:cs typeface="Times New Roman"/>
                <a:sym typeface="Times New Roman"/>
              </a:rPr>
              <a:t> : Chữa thấp khớp, đau nhức xương, đau lưng, đau lưng, ho, hen suyễn. Bôi tại chỗ chữa nhọt độc, lở loét</a:t>
            </a:r>
            <a:endParaRPr/>
          </a:p>
          <a:p>
            <a:pPr indent="-457200" lvl="0" marL="457200" marR="0" rtl="0" algn="l">
              <a:lnSpc>
                <a:spcPct val="130000"/>
              </a:lnSpc>
              <a:spcBef>
                <a:spcPts val="1400"/>
              </a:spcBef>
              <a:spcAft>
                <a:spcPts val="0"/>
              </a:spcAft>
              <a:buClr>
                <a:srgbClr val="CC0066"/>
              </a:buClr>
              <a:buSzPts val="2800"/>
              <a:buFont typeface="Times New Roman"/>
              <a:buChar char="-"/>
            </a:pPr>
            <a:r>
              <a:rPr b="1" i="0" lang="en-US" sz="2800" u="none">
                <a:solidFill>
                  <a:srgbClr val="CC0066"/>
                </a:solidFill>
                <a:latin typeface="Times New Roman"/>
                <a:ea typeface="Times New Roman"/>
                <a:cs typeface="Times New Roman"/>
                <a:sym typeface="Times New Roman"/>
              </a:rPr>
              <a:t>Cách dùng</a:t>
            </a:r>
            <a:r>
              <a:rPr b="1" i="0" lang="en-US" sz="2800" u="none">
                <a:solidFill>
                  <a:srgbClr val="003399"/>
                </a:solidFill>
                <a:latin typeface="Times New Roman"/>
                <a:ea typeface="Times New Roman"/>
                <a:cs typeface="Times New Roman"/>
                <a:sym typeface="Times New Roman"/>
              </a:rPr>
              <a:t> : Ngày dùng 1-2 cái còn nguyên túi vứa lấy khỏi mình rắn, nuốt chửng hoặc pha với rượu uống. Muốn để lâu : Cả túi mật phơi hay sấy khô hoặc lấy nước mật ngâm rượu</a:t>
            </a:r>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4" name="Shape 574"/>
        <p:cNvGrpSpPr/>
        <p:nvPr/>
      </p:nvGrpSpPr>
      <p:grpSpPr>
        <a:xfrm>
          <a:off x="0" y="0"/>
          <a:ext cx="0" cy="0"/>
          <a:chOff x="0" y="0"/>
          <a:chExt cx="0" cy="0"/>
        </a:xfrm>
      </p:grpSpPr>
      <p:sp>
        <p:nvSpPr>
          <p:cNvPr id="575" name="Google Shape;575;p49"/>
          <p:cNvSpPr txBox="1"/>
          <p:nvPr/>
        </p:nvSpPr>
        <p:spPr>
          <a:xfrm>
            <a:off x="152400" y="457200"/>
            <a:ext cx="8991600" cy="4965700"/>
          </a:xfrm>
          <a:prstGeom prst="rect">
            <a:avLst/>
          </a:prstGeom>
          <a:noFill/>
          <a:ln>
            <a:noFill/>
          </a:ln>
        </p:spPr>
        <p:txBody>
          <a:bodyPr anchorCtr="0" anchor="t" bIns="45700" lIns="91425" spcFirstLastPara="1" rIns="91425" wrap="square" tIns="45700">
            <a:spAutoFit/>
          </a:bodyPr>
          <a:lstStyle/>
          <a:p>
            <a:pPr indent="-457200" lvl="0" marL="457200" marR="0" rtl="0" algn="ctr">
              <a:lnSpc>
                <a:spcPct val="130000"/>
              </a:lnSpc>
              <a:spcBef>
                <a:spcPts val="0"/>
              </a:spcBef>
              <a:spcAft>
                <a:spcPts val="0"/>
              </a:spcAft>
              <a:buClr>
                <a:srgbClr val="CC0066"/>
              </a:buClr>
              <a:buSzPts val="2800"/>
              <a:buFont typeface="Times New Roman"/>
              <a:buNone/>
            </a:pPr>
            <a:r>
              <a:rPr b="1" i="0" lang="en-US" sz="2800" u="none">
                <a:solidFill>
                  <a:srgbClr val="CC0066"/>
                </a:solidFill>
                <a:latin typeface="Times New Roman"/>
                <a:ea typeface="Times New Roman"/>
                <a:cs typeface="Times New Roman"/>
                <a:sym typeface="Times New Roman"/>
              </a:rPr>
              <a:t>MẬT RẮN</a:t>
            </a:r>
            <a:endParaRPr/>
          </a:p>
          <a:p>
            <a:pPr indent="-457200" lvl="0" marL="457200" marR="0" rtl="0" algn="l">
              <a:lnSpc>
                <a:spcPct val="130000"/>
              </a:lnSpc>
              <a:spcBef>
                <a:spcPts val="1400"/>
              </a:spcBef>
              <a:spcAft>
                <a:spcPts val="0"/>
              </a:spcAft>
              <a:buClr>
                <a:srgbClr val="003399"/>
              </a:buClr>
              <a:buSzPts val="2800"/>
              <a:buFont typeface="Times New Roman"/>
              <a:buChar char="-"/>
            </a:pPr>
            <a:r>
              <a:rPr b="1" i="0" lang="en-US" sz="2800" u="none">
                <a:solidFill>
                  <a:srgbClr val="003399"/>
                </a:solidFill>
                <a:latin typeface="Times New Roman"/>
                <a:ea typeface="Times New Roman"/>
                <a:cs typeface="Times New Roman"/>
                <a:sym typeface="Times New Roman"/>
              </a:rPr>
              <a:t>Tam xà đởm trần bì : Là một bài thuốc cổ điển của y học phương đông : Mật của 3 loài rắn (hổ mang, cạp nong/cạp nia, rắn ráo) phối hợp với trần bì và nhiều vị thuốc khác : Chữa ho, đau bụng, tiêu chảy.</a:t>
            </a:r>
            <a:endParaRPr/>
          </a:p>
          <a:p>
            <a:pPr indent="-457200" lvl="0" marL="457200" marR="0" rtl="0" algn="l">
              <a:lnSpc>
                <a:spcPct val="130000"/>
              </a:lnSpc>
              <a:spcBef>
                <a:spcPts val="1400"/>
              </a:spcBef>
              <a:spcAft>
                <a:spcPts val="0"/>
              </a:spcAft>
              <a:buClr>
                <a:srgbClr val="003399"/>
              </a:buClr>
              <a:buSzPts val="2800"/>
              <a:buFont typeface="Times New Roman"/>
              <a:buChar char="-"/>
            </a:pPr>
            <a:r>
              <a:rPr b="1" i="0" lang="en-US" sz="2800" u="none">
                <a:solidFill>
                  <a:srgbClr val="003399"/>
                </a:solidFill>
                <a:latin typeface="Times New Roman"/>
                <a:ea typeface="Times New Roman"/>
                <a:cs typeface="Times New Roman"/>
                <a:sym typeface="Times New Roman"/>
              </a:rPr>
              <a:t>Chữa viêm đa khớp, hen suyễn mãn tính : Dùng mật 3 loài rắn ngâm với rượu 20% vừa đủ 25 ml, uống trong ngày chia 3 lần. </a:t>
            </a:r>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9" name="Shape 579"/>
        <p:cNvGrpSpPr/>
        <p:nvPr/>
      </p:nvGrpSpPr>
      <p:grpSpPr>
        <a:xfrm>
          <a:off x="0" y="0"/>
          <a:ext cx="0" cy="0"/>
          <a:chOff x="0" y="0"/>
          <a:chExt cx="0" cy="0"/>
        </a:xfrm>
      </p:grpSpPr>
      <p:sp>
        <p:nvSpPr>
          <p:cNvPr id="580" name="Google Shape;580;p50"/>
          <p:cNvSpPr txBox="1"/>
          <p:nvPr/>
        </p:nvSpPr>
        <p:spPr>
          <a:xfrm>
            <a:off x="152400" y="457200"/>
            <a:ext cx="8991600" cy="6291262"/>
          </a:xfrm>
          <a:prstGeom prst="rect">
            <a:avLst/>
          </a:prstGeom>
          <a:noFill/>
          <a:ln>
            <a:noFill/>
          </a:ln>
        </p:spPr>
        <p:txBody>
          <a:bodyPr anchorCtr="0" anchor="t" bIns="45700" lIns="91425" spcFirstLastPara="1" rIns="91425" wrap="square" tIns="45700">
            <a:spAutoFit/>
          </a:bodyPr>
          <a:lstStyle/>
          <a:p>
            <a:pPr indent="-457200" lvl="0" marL="457200" marR="0" rtl="0" algn="ctr">
              <a:lnSpc>
                <a:spcPct val="130000"/>
              </a:lnSpc>
              <a:spcBef>
                <a:spcPts val="0"/>
              </a:spcBef>
              <a:spcAft>
                <a:spcPts val="0"/>
              </a:spcAft>
              <a:buClr>
                <a:srgbClr val="CC0066"/>
              </a:buClr>
              <a:buSzPts val="2800"/>
              <a:buFont typeface="Times New Roman"/>
              <a:buNone/>
            </a:pPr>
            <a:r>
              <a:rPr b="1" i="0" lang="en-US" sz="2800" u="none">
                <a:solidFill>
                  <a:srgbClr val="CC0066"/>
                </a:solidFill>
                <a:latin typeface="Times New Roman"/>
                <a:ea typeface="Times New Roman"/>
                <a:cs typeface="Times New Roman"/>
                <a:sym typeface="Times New Roman"/>
              </a:rPr>
              <a:t>NỌC RẮN</a:t>
            </a:r>
            <a:endParaRPr/>
          </a:p>
          <a:p>
            <a:pPr indent="-457200" lvl="0" marL="457200" marR="0" rtl="0" algn="l">
              <a:lnSpc>
                <a:spcPct val="130000"/>
              </a:lnSpc>
              <a:spcBef>
                <a:spcPts val="1400"/>
              </a:spcBef>
              <a:spcAft>
                <a:spcPts val="0"/>
              </a:spcAft>
              <a:buClr>
                <a:srgbClr val="CC0066"/>
              </a:buClr>
              <a:buSzPts val="2800"/>
              <a:buFont typeface="Times New Roman"/>
              <a:buChar char="-"/>
            </a:pPr>
            <a:r>
              <a:rPr b="1" i="0" lang="en-US" sz="2800" u="none">
                <a:solidFill>
                  <a:srgbClr val="CC0066"/>
                </a:solidFill>
                <a:latin typeface="Times New Roman"/>
                <a:ea typeface="Times New Roman"/>
                <a:cs typeface="Times New Roman"/>
                <a:sym typeface="Times New Roman"/>
              </a:rPr>
              <a:t>Cách lấy nọc</a:t>
            </a:r>
            <a:r>
              <a:rPr b="1" i="0" lang="en-US" sz="2800" u="none">
                <a:solidFill>
                  <a:srgbClr val="003399"/>
                </a:solidFill>
                <a:latin typeface="Times New Roman"/>
                <a:ea typeface="Times New Roman"/>
                <a:cs typeface="Times New Roman"/>
                <a:sym typeface="Times New Roman"/>
              </a:rPr>
              <a:t> : Bắt rắn, mở rộng miệng cho cắn vào 1 đĩa petri đã sát khuẩn, bóp mạnh vào tuyến độc ở hàm trên, nọc sẽ chảy ra dưới dạng giọt. Sau khi làm khô, nọc rắn có 50-70% nước và trở thành 1 khối lổn nhổn màu vàng, có thể tán thành bột.</a:t>
            </a:r>
            <a:endParaRPr/>
          </a:p>
          <a:p>
            <a:pPr indent="-457200" lvl="0" marL="457200" marR="0" rtl="0" algn="l">
              <a:lnSpc>
                <a:spcPct val="130000"/>
              </a:lnSpc>
              <a:spcBef>
                <a:spcPts val="1400"/>
              </a:spcBef>
              <a:spcAft>
                <a:spcPts val="0"/>
              </a:spcAft>
              <a:buClr>
                <a:srgbClr val="CC0066"/>
              </a:buClr>
              <a:buSzPts val="2800"/>
              <a:buFont typeface="Times New Roman"/>
              <a:buChar char="-"/>
            </a:pPr>
            <a:r>
              <a:rPr b="1" i="0" lang="en-US" sz="2800" u="none">
                <a:solidFill>
                  <a:srgbClr val="CC0066"/>
                </a:solidFill>
                <a:latin typeface="Times New Roman"/>
                <a:ea typeface="Times New Roman"/>
                <a:cs typeface="Times New Roman"/>
                <a:sym typeface="Times New Roman"/>
              </a:rPr>
              <a:t>Thành phần hóa học</a:t>
            </a:r>
            <a:r>
              <a:rPr b="1" i="0" lang="en-US" sz="2800" u="none">
                <a:solidFill>
                  <a:srgbClr val="003399"/>
                </a:solidFill>
                <a:latin typeface="Times New Roman"/>
                <a:ea typeface="Times New Roman"/>
                <a:cs typeface="Times New Roman"/>
                <a:sym typeface="Times New Roman"/>
              </a:rPr>
              <a:t> :  Các chất độc loại zootoxin, protein, albumin, kẽm, Ca, Mg, enzym.</a:t>
            </a:r>
            <a:endParaRPr/>
          </a:p>
          <a:p>
            <a:pPr indent="-457200" lvl="0" marL="457200" marR="0" rtl="0" algn="l">
              <a:lnSpc>
                <a:spcPct val="130000"/>
              </a:lnSpc>
              <a:spcBef>
                <a:spcPts val="1400"/>
              </a:spcBef>
              <a:spcAft>
                <a:spcPts val="0"/>
              </a:spcAft>
              <a:buClr>
                <a:srgbClr val="003399"/>
              </a:buClr>
              <a:buSzPts val="2800"/>
              <a:buFont typeface="Times New Roman"/>
              <a:buNone/>
            </a:pPr>
            <a:r>
              <a:rPr b="1" i="0" lang="en-US" sz="2800" u="none">
                <a:solidFill>
                  <a:srgbClr val="003399"/>
                </a:solidFill>
                <a:latin typeface="Times New Roman"/>
                <a:ea typeface="Times New Roman"/>
                <a:cs typeface="Times New Roman"/>
                <a:sym typeface="Times New Roman"/>
              </a:rPr>
              <a:t>     Chất độc trong nọc rắn hổ mang : Cobratoxin (gồm 71 acid amin)</a:t>
            </a:r>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4" name="Shape 584"/>
        <p:cNvGrpSpPr/>
        <p:nvPr/>
      </p:nvGrpSpPr>
      <p:grpSpPr>
        <a:xfrm>
          <a:off x="0" y="0"/>
          <a:ext cx="0" cy="0"/>
          <a:chOff x="0" y="0"/>
          <a:chExt cx="0" cy="0"/>
        </a:xfrm>
      </p:grpSpPr>
      <p:sp>
        <p:nvSpPr>
          <p:cNvPr id="585" name="Google Shape;585;p51"/>
          <p:cNvSpPr txBox="1"/>
          <p:nvPr/>
        </p:nvSpPr>
        <p:spPr>
          <a:xfrm>
            <a:off x="152400" y="457200"/>
            <a:ext cx="8991600" cy="6418262"/>
          </a:xfrm>
          <a:prstGeom prst="rect">
            <a:avLst/>
          </a:prstGeom>
          <a:noFill/>
          <a:ln>
            <a:noFill/>
          </a:ln>
        </p:spPr>
        <p:txBody>
          <a:bodyPr anchorCtr="0" anchor="t" bIns="45700" lIns="91425" spcFirstLastPara="1" rIns="91425" wrap="square" tIns="45700">
            <a:spAutoFit/>
          </a:bodyPr>
          <a:lstStyle/>
          <a:p>
            <a:pPr indent="-457200" lvl="0" marL="457200" marR="0" rtl="0" algn="ctr">
              <a:lnSpc>
                <a:spcPct val="130000"/>
              </a:lnSpc>
              <a:spcBef>
                <a:spcPts val="0"/>
              </a:spcBef>
              <a:spcAft>
                <a:spcPts val="0"/>
              </a:spcAft>
              <a:buClr>
                <a:srgbClr val="CC0066"/>
              </a:buClr>
              <a:buSzPts val="2800"/>
              <a:buFont typeface="Times New Roman"/>
              <a:buNone/>
            </a:pPr>
            <a:r>
              <a:rPr b="1" i="0" lang="en-US" sz="2800" u="none">
                <a:solidFill>
                  <a:srgbClr val="CC0066"/>
                </a:solidFill>
                <a:latin typeface="Times New Roman"/>
                <a:ea typeface="Times New Roman"/>
                <a:cs typeface="Times New Roman"/>
                <a:sym typeface="Times New Roman"/>
              </a:rPr>
              <a:t>NỌC RẮN</a:t>
            </a:r>
            <a:endParaRPr/>
          </a:p>
          <a:p>
            <a:pPr indent="-457200" lvl="0" marL="457200" marR="0" rtl="0" algn="l">
              <a:lnSpc>
                <a:spcPct val="110000"/>
              </a:lnSpc>
              <a:spcBef>
                <a:spcPts val="1400"/>
              </a:spcBef>
              <a:spcAft>
                <a:spcPts val="0"/>
              </a:spcAft>
              <a:buClr>
                <a:srgbClr val="CC0066"/>
              </a:buClr>
              <a:buSzPts val="2800"/>
              <a:buFont typeface="Times New Roman"/>
              <a:buChar char="-"/>
            </a:pPr>
            <a:r>
              <a:rPr b="1" i="0" lang="en-US" sz="2800" u="none">
                <a:solidFill>
                  <a:srgbClr val="CC0066"/>
                </a:solidFill>
                <a:latin typeface="Times New Roman"/>
                <a:ea typeface="Times New Roman"/>
                <a:cs typeface="Times New Roman"/>
                <a:sym typeface="Times New Roman"/>
              </a:rPr>
              <a:t>Công dụng : </a:t>
            </a:r>
            <a:endParaRPr/>
          </a:p>
          <a:p>
            <a:pPr indent="-457200" lvl="0" marL="457200" marR="0" rtl="0" algn="l">
              <a:lnSpc>
                <a:spcPct val="110000"/>
              </a:lnSpc>
              <a:spcBef>
                <a:spcPts val="1400"/>
              </a:spcBef>
              <a:spcAft>
                <a:spcPts val="0"/>
              </a:spcAft>
              <a:buClr>
                <a:srgbClr val="CC0066"/>
              </a:buClr>
              <a:buSzPts val="2800"/>
              <a:buFont typeface="Times New Roman"/>
              <a:buNone/>
            </a:pPr>
            <a:r>
              <a:rPr b="1" i="0" lang="en-US" sz="2800" u="none">
                <a:solidFill>
                  <a:srgbClr val="CC0066"/>
                </a:solidFill>
                <a:latin typeface="Times New Roman"/>
                <a:ea typeface="Times New Roman"/>
                <a:cs typeface="Times New Roman"/>
                <a:sym typeface="Times New Roman"/>
              </a:rPr>
              <a:t>     </a:t>
            </a:r>
            <a:r>
              <a:rPr b="1" i="0" lang="en-US" sz="2800" u="none">
                <a:solidFill>
                  <a:srgbClr val="003399"/>
                </a:solidFill>
                <a:latin typeface="Times New Roman"/>
                <a:ea typeface="Times New Roman"/>
                <a:cs typeface="Times New Roman"/>
                <a:sym typeface="Times New Roman"/>
              </a:rPr>
              <a:t>Sử dụng trong y học hiện đại : Dùng ngoài chữa thấp khớp, viêm cơ, viêm dây thần kinh, giảm đau cho người bị ung thư. Chế huyết thanh chữa rắn cắn.</a:t>
            </a:r>
            <a:endParaRPr/>
          </a:p>
          <a:p>
            <a:pPr indent="-457200" lvl="0" marL="457200" marR="0" rtl="0" algn="l">
              <a:lnSpc>
                <a:spcPct val="110000"/>
              </a:lnSpc>
              <a:spcBef>
                <a:spcPts val="1400"/>
              </a:spcBef>
              <a:spcAft>
                <a:spcPts val="0"/>
              </a:spcAft>
              <a:buClr>
                <a:srgbClr val="003399"/>
              </a:buClr>
              <a:buSzPts val="2800"/>
              <a:buFont typeface="Times New Roman"/>
              <a:buNone/>
            </a:pPr>
            <a:r>
              <a:rPr b="1" i="0" lang="en-US" sz="2800" u="none">
                <a:solidFill>
                  <a:srgbClr val="003399"/>
                </a:solidFill>
                <a:latin typeface="Times New Roman"/>
                <a:ea typeface="Times New Roman"/>
                <a:cs typeface="Times New Roman"/>
                <a:sym typeface="Times New Roman"/>
              </a:rPr>
              <a:t>     Najatox (XNDP 24) : Nọc rắn hổ mang, methyl salicylat, tinh dầu khuynh diệp, camphor, vaselin : Xoa bóp chống viêm, giảm đau</a:t>
            </a:r>
            <a:endParaRPr/>
          </a:p>
          <a:p>
            <a:pPr indent="-457200" lvl="0" marL="457200" marR="0" rtl="0" algn="l">
              <a:lnSpc>
                <a:spcPct val="110000"/>
              </a:lnSpc>
              <a:spcBef>
                <a:spcPts val="1400"/>
              </a:spcBef>
              <a:spcAft>
                <a:spcPts val="0"/>
              </a:spcAft>
              <a:buClr>
                <a:srgbClr val="003399"/>
              </a:buClr>
              <a:buSzPts val="2800"/>
              <a:buFont typeface="Times New Roman"/>
              <a:buNone/>
            </a:pPr>
            <a:r>
              <a:rPr b="1" i="0" lang="en-US" sz="2800" u="none">
                <a:solidFill>
                  <a:srgbClr val="003399"/>
                </a:solidFill>
                <a:latin typeface="Times New Roman"/>
                <a:ea typeface="Times New Roman"/>
                <a:cs typeface="Times New Roman"/>
                <a:sym typeface="Times New Roman"/>
              </a:rPr>
              <a:t>     Vipratox (Đức) : Cầm máu</a:t>
            </a:r>
            <a:endParaRPr/>
          </a:p>
          <a:p>
            <a:pPr indent="-457200" lvl="0" marL="457200" marR="0" rtl="0" algn="l">
              <a:lnSpc>
                <a:spcPct val="110000"/>
              </a:lnSpc>
              <a:spcBef>
                <a:spcPts val="1400"/>
              </a:spcBef>
              <a:spcAft>
                <a:spcPts val="0"/>
              </a:spcAft>
              <a:buClr>
                <a:srgbClr val="003399"/>
              </a:buClr>
              <a:buSzPts val="2800"/>
              <a:buFont typeface="Times New Roman"/>
              <a:buNone/>
            </a:pPr>
            <a:r>
              <a:rPr b="1" i="0" lang="en-US" sz="2800" u="none">
                <a:solidFill>
                  <a:srgbClr val="003399"/>
                </a:solidFill>
                <a:latin typeface="Times New Roman"/>
                <a:ea typeface="Times New Roman"/>
                <a:cs typeface="Times New Roman"/>
                <a:sym typeface="Times New Roman"/>
              </a:rPr>
              <a:t>     Viperalgin (Tiệp khắc) : thuốc tiêm giảm đau, nhất là đau do ung thư</a:t>
            </a:r>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9" name="Shape 589"/>
        <p:cNvGrpSpPr/>
        <p:nvPr/>
      </p:nvGrpSpPr>
      <p:grpSpPr>
        <a:xfrm>
          <a:off x="0" y="0"/>
          <a:ext cx="0" cy="0"/>
          <a:chOff x="0" y="0"/>
          <a:chExt cx="0" cy="0"/>
        </a:xfrm>
      </p:grpSpPr>
      <p:sp>
        <p:nvSpPr>
          <p:cNvPr id="590" name="Google Shape;590;p52"/>
          <p:cNvSpPr txBox="1"/>
          <p:nvPr/>
        </p:nvSpPr>
        <p:spPr>
          <a:xfrm>
            <a:off x="152400" y="457200"/>
            <a:ext cx="8991600" cy="6203950"/>
          </a:xfrm>
          <a:prstGeom prst="rect">
            <a:avLst/>
          </a:prstGeom>
          <a:noFill/>
          <a:ln>
            <a:noFill/>
          </a:ln>
        </p:spPr>
        <p:txBody>
          <a:bodyPr anchorCtr="0" anchor="t" bIns="45700" lIns="91425" spcFirstLastPara="1" rIns="91425" wrap="square" tIns="45700">
            <a:spAutoFit/>
          </a:bodyPr>
          <a:lstStyle/>
          <a:p>
            <a:pPr indent="-457200" lvl="0" marL="457200" marR="0" rtl="0" algn="ctr">
              <a:lnSpc>
                <a:spcPct val="130000"/>
              </a:lnSpc>
              <a:spcBef>
                <a:spcPts val="0"/>
              </a:spcBef>
              <a:spcAft>
                <a:spcPts val="0"/>
              </a:spcAft>
              <a:buClr>
                <a:srgbClr val="CC0066"/>
              </a:buClr>
              <a:buSzPts val="2800"/>
              <a:buFont typeface="Times New Roman"/>
              <a:buNone/>
            </a:pPr>
            <a:r>
              <a:rPr b="1" i="0" lang="en-US" sz="2800" u="none">
                <a:solidFill>
                  <a:srgbClr val="CC0066"/>
                </a:solidFill>
                <a:latin typeface="Times New Roman"/>
                <a:ea typeface="Times New Roman"/>
                <a:cs typeface="Times New Roman"/>
                <a:sym typeface="Times New Roman"/>
              </a:rPr>
              <a:t>NỌC RẮN</a:t>
            </a:r>
            <a:endParaRPr/>
          </a:p>
          <a:p>
            <a:pPr indent="-457200" lvl="0" marL="457200" marR="0" rtl="0" algn="l">
              <a:lnSpc>
                <a:spcPct val="110000"/>
              </a:lnSpc>
              <a:spcBef>
                <a:spcPts val="1400"/>
              </a:spcBef>
              <a:spcAft>
                <a:spcPts val="0"/>
              </a:spcAft>
              <a:buClr>
                <a:srgbClr val="CC0066"/>
              </a:buClr>
              <a:buSzPts val="2800"/>
              <a:buFont typeface="Times New Roman"/>
              <a:buChar char="-"/>
            </a:pPr>
            <a:r>
              <a:rPr b="1" i="0" lang="en-US" sz="2800" u="none">
                <a:solidFill>
                  <a:srgbClr val="CC0066"/>
                </a:solidFill>
                <a:latin typeface="Times New Roman"/>
                <a:ea typeface="Times New Roman"/>
                <a:cs typeface="Times New Roman"/>
                <a:sym typeface="Times New Roman"/>
              </a:rPr>
              <a:t>Độc tính : </a:t>
            </a:r>
            <a:endParaRPr/>
          </a:p>
          <a:p>
            <a:pPr indent="-457200" lvl="0" marL="457200" marR="0" rtl="0" algn="l">
              <a:lnSpc>
                <a:spcPct val="110000"/>
              </a:lnSpc>
              <a:spcBef>
                <a:spcPts val="1400"/>
              </a:spcBef>
              <a:spcAft>
                <a:spcPts val="0"/>
              </a:spcAft>
              <a:buClr>
                <a:srgbClr val="CC0066"/>
              </a:buClr>
              <a:buSzPts val="2800"/>
              <a:buFont typeface="Times New Roman"/>
              <a:buNone/>
            </a:pPr>
            <a:r>
              <a:rPr b="1" i="0" lang="en-US" sz="2800" u="none">
                <a:solidFill>
                  <a:srgbClr val="CC0066"/>
                </a:solidFill>
                <a:latin typeface="Times New Roman"/>
                <a:ea typeface="Times New Roman"/>
                <a:cs typeface="Times New Roman"/>
                <a:sym typeface="Times New Roman"/>
              </a:rPr>
              <a:t>     </a:t>
            </a:r>
            <a:r>
              <a:rPr b="1" i="0" lang="en-US" sz="2800" u="none">
                <a:solidFill>
                  <a:srgbClr val="003399"/>
                </a:solidFill>
                <a:latin typeface="Times New Roman"/>
                <a:ea typeface="Times New Roman"/>
                <a:cs typeface="Times New Roman"/>
                <a:sym typeface="Times New Roman"/>
              </a:rPr>
              <a:t>Nọc rắn rất độc, nhất là nọc rắn hổ mang. Nọc rắn có thể phá hủy các tế bào thần kinh, tế bào máu, làm đông máu, tắc mao mạch, xuất huyết nội tạng.</a:t>
            </a:r>
            <a:endParaRPr/>
          </a:p>
          <a:p>
            <a:pPr indent="-457200" lvl="0" marL="457200" marR="0" rtl="0" algn="l">
              <a:lnSpc>
                <a:spcPct val="110000"/>
              </a:lnSpc>
              <a:spcBef>
                <a:spcPts val="1400"/>
              </a:spcBef>
              <a:spcAft>
                <a:spcPts val="0"/>
              </a:spcAft>
              <a:buClr>
                <a:srgbClr val="003399"/>
              </a:buClr>
              <a:buSzPts val="2800"/>
              <a:buFont typeface="Times New Roman"/>
              <a:buNone/>
            </a:pPr>
            <a:r>
              <a:rPr b="1" i="0" lang="en-US" sz="2800" u="none">
                <a:solidFill>
                  <a:srgbClr val="003399"/>
                </a:solidFill>
                <a:latin typeface="Times New Roman"/>
                <a:ea typeface="Times New Roman"/>
                <a:cs typeface="Times New Roman"/>
                <a:sym typeface="Times New Roman"/>
              </a:rPr>
              <a:t>     Mỗi loài rắn có nọc độc với tác dụng sinh học khác nhau.</a:t>
            </a:r>
            <a:endParaRPr/>
          </a:p>
          <a:p>
            <a:pPr indent="-457200" lvl="0" marL="457200" marR="0" rtl="0" algn="l">
              <a:lnSpc>
                <a:spcPct val="110000"/>
              </a:lnSpc>
              <a:spcBef>
                <a:spcPts val="1400"/>
              </a:spcBef>
              <a:spcAft>
                <a:spcPts val="0"/>
              </a:spcAft>
              <a:buClr>
                <a:srgbClr val="003399"/>
              </a:buClr>
              <a:buSzPts val="2800"/>
              <a:buFont typeface="Times New Roman"/>
              <a:buNone/>
            </a:pPr>
            <a:r>
              <a:rPr b="1" i="0" lang="en-US" sz="2800" u="none">
                <a:solidFill>
                  <a:srgbClr val="003399"/>
                </a:solidFill>
                <a:latin typeface="Times New Roman"/>
                <a:ea typeface="Times New Roman"/>
                <a:cs typeface="Times New Roman"/>
                <a:sym typeface="Times New Roman"/>
              </a:rPr>
              <a:t>     Nọc rắn hổ mang chúa : Tác động trên hệ thần kinh, người bị nạn không thấy đau ở vết thương nhưng mệt mỏi, tê bại, khó thở, nôn mửa, tim đập nhanh, hôn mê rồi chết   </a:t>
            </a:r>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4" name="Shape 594"/>
        <p:cNvGrpSpPr/>
        <p:nvPr/>
      </p:nvGrpSpPr>
      <p:grpSpPr>
        <a:xfrm>
          <a:off x="0" y="0"/>
          <a:ext cx="0" cy="0"/>
          <a:chOff x="0" y="0"/>
          <a:chExt cx="0" cy="0"/>
        </a:xfrm>
      </p:grpSpPr>
      <p:sp>
        <p:nvSpPr>
          <p:cNvPr id="595" name="Google Shape;595;p53"/>
          <p:cNvSpPr txBox="1"/>
          <p:nvPr/>
        </p:nvSpPr>
        <p:spPr>
          <a:xfrm>
            <a:off x="152400" y="457200"/>
            <a:ext cx="8991600" cy="5735637"/>
          </a:xfrm>
          <a:prstGeom prst="rect">
            <a:avLst/>
          </a:prstGeom>
          <a:noFill/>
          <a:ln>
            <a:noFill/>
          </a:ln>
        </p:spPr>
        <p:txBody>
          <a:bodyPr anchorCtr="0" anchor="t" bIns="45700" lIns="91425" spcFirstLastPara="1" rIns="91425" wrap="square" tIns="45700">
            <a:spAutoFit/>
          </a:bodyPr>
          <a:lstStyle/>
          <a:p>
            <a:pPr indent="-457200" lvl="0" marL="457200" marR="0" rtl="0" algn="ctr">
              <a:lnSpc>
                <a:spcPct val="130000"/>
              </a:lnSpc>
              <a:spcBef>
                <a:spcPts val="0"/>
              </a:spcBef>
              <a:spcAft>
                <a:spcPts val="0"/>
              </a:spcAft>
              <a:buClr>
                <a:srgbClr val="CC0066"/>
              </a:buClr>
              <a:buSzPts val="2800"/>
              <a:buFont typeface="Times New Roman"/>
              <a:buNone/>
            </a:pPr>
            <a:r>
              <a:rPr b="1" i="0" lang="en-US" sz="2800" u="none">
                <a:solidFill>
                  <a:srgbClr val="CC0066"/>
                </a:solidFill>
                <a:latin typeface="Times New Roman"/>
                <a:ea typeface="Times New Roman"/>
                <a:cs typeface="Times New Roman"/>
                <a:sym typeface="Times New Roman"/>
              </a:rPr>
              <a:t>NỌC RẮN</a:t>
            </a:r>
            <a:endParaRPr/>
          </a:p>
          <a:p>
            <a:pPr indent="-457200" lvl="0" marL="457200" marR="0" rtl="0" algn="l">
              <a:lnSpc>
                <a:spcPct val="130000"/>
              </a:lnSpc>
              <a:spcBef>
                <a:spcPts val="1400"/>
              </a:spcBef>
              <a:spcAft>
                <a:spcPts val="0"/>
              </a:spcAft>
              <a:buClr>
                <a:srgbClr val="CC0066"/>
              </a:buClr>
              <a:buSzPts val="2800"/>
              <a:buFont typeface="Times New Roman"/>
              <a:buChar char="-"/>
            </a:pPr>
            <a:r>
              <a:rPr b="1" i="0" lang="en-US" sz="2800" u="none">
                <a:solidFill>
                  <a:srgbClr val="CC0066"/>
                </a:solidFill>
                <a:latin typeface="Times New Roman"/>
                <a:ea typeface="Times New Roman"/>
                <a:cs typeface="Times New Roman"/>
                <a:sym typeface="Times New Roman"/>
              </a:rPr>
              <a:t>Xử trí khi bị rắn cắn (Dân gian) : </a:t>
            </a:r>
            <a:endParaRPr/>
          </a:p>
          <a:p>
            <a:pPr indent="-457200" lvl="0" marL="457200" marR="0" rtl="0" algn="l">
              <a:lnSpc>
                <a:spcPct val="130000"/>
              </a:lnSpc>
              <a:spcBef>
                <a:spcPts val="1400"/>
              </a:spcBef>
              <a:spcAft>
                <a:spcPts val="0"/>
              </a:spcAft>
              <a:buClr>
                <a:srgbClr val="003399"/>
              </a:buClr>
              <a:buSzPts val="2800"/>
              <a:buFont typeface="Times New Roman"/>
              <a:buNone/>
            </a:pPr>
            <a:r>
              <a:rPr b="1" i="0" lang="en-US" sz="2800" u="none">
                <a:solidFill>
                  <a:srgbClr val="003399"/>
                </a:solidFill>
                <a:latin typeface="Times New Roman"/>
                <a:ea typeface="Times New Roman"/>
                <a:cs typeface="Times New Roman"/>
                <a:sym typeface="Times New Roman"/>
              </a:rPr>
              <a:t>     Buộc thật chặt phía trên vết cắn để máu khỏi đưa chất độc về tim. Dùng dao sắc đã khử trùng rạch rộng miệng vết cắn, nặn mạnh hoặc dùng ống giác hút hết máu độc. Rửa sạch, sát khuẩn vết thương.</a:t>
            </a:r>
            <a:endParaRPr/>
          </a:p>
          <a:p>
            <a:pPr indent="-457200" lvl="0" marL="457200" marR="0" rtl="0" algn="l">
              <a:lnSpc>
                <a:spcPct val="130000"/>
              </a:lnSpc>
              <a:spcBef>
                <a:spcPts val="1400"/>
              </a:spcBef>
              <a:spcAft>
                <a:spcPts val="0"/>
              </a:spcAft>
              <a:buClr>
                <a:srgbClr val="003399"/>
              </a:buClr>
              <a:buSzPts val="2800"/>
              <a:buFont typeface="Times New Roman"/>
              <a:buNone/>
            </a:pPr>
            <a:r>
              <a:rPr b="1" i="0" lang="en-US" sz="2800" u="none">
                <a:solidFill>
                  <a:srgbClr val="003399"/>
                </a:solidFill>
                <a:latin typeface="Times New Roman"/>
                <a:ea typeface="Times New Roman"/>
                <a:cs typeface="Times New Roman"/>
                <a:sym typeface="Times New Roman"/>
              </a:rPr>
              <a:t>     Lấy 1 trong các dược liệu : Hạt chanh, lá trầu không, lá bồ cu vẽ, rễ cà gai leo, rễ cỏ gừng (khoảng 1 nắm), nhai nuốt nước, bã đắp.</a:t>
            </a:r>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9" name="Shape 599"/>
        <p:cNvGrpSpPr/>
        <p:nvPr/>
      </p:nvGrpSpPr>
      <p:grpSpPr>
        <a:xfrm>
          <a:off x="0" y="0"/>
          <a:ext cx="0" cy="0"/>
          <a:chOff x="0" y="0"/>
          <a:chExt cx="0" cy="0"/>
        </a:xfrm>
      </p:grpSpPr>
      <p:sp>
        <p:nvSpPr>
          <p:cNvPr id="600" name="Google Shape;600;p54"/>
          <p:cNvSpPr txBox="1"/>
          <p:nvPr/>
        </p:nvSpPr>
        <p:spPr>
          <a:xfrm>
            <a:off x="152400" y="457200"/>
            <a:ext cx="8991600" cy="6164262"/>
          </a:xfrm>
          <a:prstGeom prst="rect">
            <a:avLst/>
          </a:prstGeom>
          <a:noFill/>
          <a:ln>
            <a:noFill/>
          </a:ln>
        </p:spPr>
        <p:txBody>
          <a:bodyPr anchorCtr="0" anchor="t" bIns="45700" lIns="91425" spcFirstLastPara="1" rIns="91425" wrap="square" tIns="45700">
            <a:spAutoFit/>
          </a:bodyPr>
          <a:lstStyle/>
          <a:p>
            <a:pPr indent="-457200" lvl="0" marL="457200" marR="0" rtl="0" algn="ctr">
              <a:lnSpc>
                <a:spcPct val="130000"/>
              </a:lnSpc>
              <a:spcBef>
                <a:spcPts val="0"/>
              </a:spcBef>
              <a:spcAft>
                <a:spcPts val="0"/>
              </a:spcAft>
              <a:buClr>
                <a:srgbClr val="CC0066"/>
              </a:buClr>
              <a:buSzPts val="2800"/>
              <a:buFont typeface="Times New Roman"/>
              <a:buNone/>
            </a:pPr>
            <a:r>
              <a:rPr b="1" i="0" lang="en-US" sz="2800" u="none">
                <a:solidFill>
                  <a:srgbClr val="CC0066"/>
                </a:solidFill>
                <a:latin typeface="Times New Roman"/>
                <a:ea typeface="Times New Roman"/>
                <a:cs typeface="Times New Roman"/>
                <a:sym typeface="Times New Roman"/>
              </a:rPr>
              <a:t>XÁC RẮN</a:t>
            </a:r>
            <a:endParaRPr/>
          </a:p>
          <a:p>
            <a:pPr indent="-457200" lvl="0" marL="457200" marR="0" rtl="0" algn="l">
              <a:lnSpc>
                <a:spcPct val="130000"/>
              </a:lnSpc>
              <a:spcBef>
                <a:spcPts val="1400"/>
              </a:spcBef>
              <a:spcAft>
                <a:spcPts val="0"/>
              </a:spcAft>
              <a:buClr>
                <a:srgbClr val="CC0066"/>
              </a:buClr>
              <a:buSzPts val="2800"/>
              <a:buFont typeface="Times New Roman"/>
              <a:buChar char="-"/>
            </a:pPr>
            <a:r>
              <a:rPr b="1" i="0" lang="en-US" sz="2800" u="none">
                <a:solidFill>
                  <a:srgbClr val="CC0066"/>
                </a:solidFill>
                <a:latin typeface="Times New Roman"/>
                <a:ea typeface="Times New Roman"/>
                <a:cs typeface="Times New Roman"/>
                <a:sym typeface="Times New Roman"/>
              </a:rPr>
              <a:t>Thành phần hóa học</a:t>
            </a:r>
            <a:r>
              <a:rPr b="1" i="0" lang="en-US" sz="2800" u="none">
                <a:solidFill>
                  <a:srgbClr val="003399"/>
                </a:solidFill>
                <a:latin typeface="Times New Roman"/>
                <a:ea typeface="Times New Roman"/>
                <a:cs typeface="Times New Roman"/>
                <a:sym typeface="Times New Roman"/>
              </a:rPr>
              <a:t> : Oxyd titan, Oxyd kẽm</a:t>
            </a:r>
            <a:endParaRPr/>
          </a:p>
          <a:p>
            <a:pPr indent="-457200" lvl="0" marL="457200" marR="0" rtl="0" algn="l">
              <a:lnSpc>
                <a:spcPct val="130000"/>
              </a:lnSpc>
              <a:spcBef>
                <a:spcPts val="1400"/>
              </a:spcBef>
              <a:spcAft>
                <a:spcPts val="0"/>
              </a:spcAft>
              <a:buClr>
                <a:srgbClr val="CC0066"/>
              </a:buClr>
              <a:buSzPts val="2800"/>
              <a:buFont typeface="Times New Roman"/>
              <a:buChar char="-"/>
            </a:pPr>
            <a:r>
              <a:rPr b="1" i="0" lang="en-US" sz="2800" u="none">
                <a:solidFill>
                  <a:srgbClr val="CC0066"/>
                </a:solidFill>
                <a:latin typeface="Times New Roman"/>
                <a:ea typeface="Times New Roman"/>
                <a:cs typeface="Times New Roman"/>
                <a:sym typeface="Times New Roman"/>
              </a:rPr>
              <a:t>Công dụng</a:t>
            </a:r>
            <a:r>
              <a:rPr b="1" i="0" lang="en-US" sz="2800" u="none">
                <a:solidFill>
                  <a:srgbClr val="003399"/>
                </a:solidFill>
                <a:latin typeface="Times New Roman"/>
                <a:ea typeface="Times New Roman"/>
                <a:cs typeface="Times New Roman"/>
                <a:sym typeface="Times New Roman"/>
              </a:rPr>
              <a:t> : Chữa bệnh kinh giật TE, đau cổ họng, bôi ngoài sát khuẩn, trị ghẻ lở.</a:t>
            </a:r>
            <a:endParaRPr/>
          </a:p>
          <a:p>
            <a:pPr indent="-457200" lvl="0" marL="457200" marR="0" rtl="0" algn="l">
              <a:lnSpc>
                <a:spcPct val="130000"/>
              </a:lnSpc>
              <a:spcBef>
                <a:spcPts val="1400"/>
              </a:spcBef>
              <a:spcAft>
                <a:spcPts val="0"/>
              </a:spcAft>
              <a:buClr>
                <a:srgbClr val="CC0066"/>
              </a:buClr>
              <a:buSzPts val="2800"/>
              <a:buFont typeface="Times New Roman"/>
              <a:buChar char="-"/>
            </a:pPr>
            <a:r>
              <a:rPr b="1" i="0" lang="en-US" sz="2800" u="none">
                <a:solidFill>
                  <a:srgbClr val="CC0066"/>
                </a:solidFill>
                <a:latin typeface="Times New Roman"/>
                <a:ea typeface="Times New Roman"/>
                <a:cs typeface="Times New Roman"/>
                <a:sym typeface="Times New Roman"/>
              </a:rPr>
              <a:t>Cách dùng</a:t>
            </a:r>
            <a:r>
              <a:rPr b="1" i="0" lang="en-US" sz="2800" u="none">
                <a:solidFill>
                  <a:srgbClr val="003399"/>
                </a:solidFill>
                <a:latin typeface="Times New Roman"/>
                <a:ea typeface="Times New Roman"/>
                <a:cs typeface="Times New Roman"/>
                <a:sym typeface="Times New Roman"/>
              </a:rPr>
              <a:t> :</a:t>
            </a:r>
            <a:endParaRPr/>
          </a:p>
          <a:p>
            <a:pPr indent="-457200" lvl="0" marL="457200" marR="0" rtl="0" algn="l">
              <a:lnSpc>
                <a:spcPct val="130000"/>
              </a:lnSpc>
              <a:spcBef>
                <a:spcPts val="1400"/>
              </a:spcBef>
              <a:spcAft>
                <a:spcPts val="0"/>
              </a:spcAft>
              <a:buClr>
                <a:srgbClr val="003399"/>
              </a:buClr>
              <a:buSzPts val="2800"/>
              <a:buFont typeface="Times New Roman"/>
              <a:buNone/>
            </a:pPr>
            <a:r>
              <a:rPr b="1" i="0" lang="en-US" sz="2800" u="none">
                <a:solidFill>
                  <a:srgbClr val="003399"/>
                </a:solidFill>
                <a:latin typeface="Times New Roman"/>
                <a:ea typeface="Times New Roman"/>
                <a:cs typeface="Times New Roman"/>
                <a:sym typeface="Times New Roman"/>
              </a:rPr>
              <a:t>     Đốt thành tro, rắc chữa chốc mép. Trộn với mỡ trăn và phèn phi bôi trị tổ đỉa.</a:t>
            </a:r>
            <a:endParaRPr/>
          </a:p>
          <a:p>
            <a:pPr indent="-457200" lvl="0" marL="457200" marR="0" rtl="0" algn="l">
              <a:lnSpc>
                <a:spcPct val="130000"/>
              </a:lnSpc>
              <a:spcBef>
                <a:spcPts val="1400"/>
              </a:spcBef>
              <a:spcAft>
                <a:spcPts val="0"/>
              </a:spcAft>
              <a:buClr>
                <a:srgbClr val="003399"/>
              </a:buClr>
              <a:buSzPts val="2800"/>
              <a:buFont typeface="Times New Roman"/>
              <a:buNone/>
            </a:pPr>
            <a:r>
              <a:rPr b="1" i="0" lang="en-US" sz="2800" u="none">
                <a:solidFill>
                  <a:srgbClr val="003399"/>
                </a:solidFill>
                <a:latin typeface="Times New Roman"/>
                <a:ea typeface="Times New Roman"/>
                <a:cs typeface="Times New Roman"/>
                <a:sym typeface="Times New Roman"/>
              </a:rPr>
              <a:t>    Cho vào ống tre, đốt lấy khói xông vào cổ họng chữa viêm họng.</a:t>
            </a:r>
            <a:endParaRPr/>
          </a:p>
        </p:txBody>
      </p:sp>
    </p:spTree>
  </p:cSld>
  <p:clrMapOvr>
    <a:masterClrMapping/>
  </p:clrMapOvr>
</p:sld>
</file>

<file path=ppt/theme/theme1.xml><?xml version="1.0" encoding="utf-8"?>
<a:theme xmlns:a="http://schemas.openxmlformats.org/drawingml/2006/main" xmlns:r="http://schemas.openxmlformats.org/officeDocument/2006/relationships" name="3_Custom Design">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1_Custom Design">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5_Custom Design">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5.xml><?xml version="1.0" encoding="utf-8"?>
<a:theme xmlns:a="http://schemas.openxmlformats.org/drawingml/2006/main" xmlns:r="http://schemas.openxmlformats.org/officeDocument/2006/relationships" name="4_Custom Design">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6.xml><?xml version="1.0" encoding="utf-8"?>
<a:theme xmlns:a="http://schemas.openxmlformats.org/drawingml/2006/main" xmlns:r="http://schemas.openxmlformats.org/officeDocument/2006/relationships" name="Custom Design">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7.xml><?xml version="1.0" encoding="utf-8"?>
<a:theme xmlns:a="http://schemas.openxmlformats.org/drawingml/2006/main" xmlns:r="http://schemas.openxmlformats.org/officeDocument/2006/relationships" name="2_Custom Design">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2004-10-11T03:02:44Z</dcterms:created>
  <dc:creator>tuan</dc:creator>
</cp:coreProperties>
</file>
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1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10.xml" ContentType="application/vnd.openxmlformats-officedocument.presentationml.slide+xml"/>
  <Override PartName="/ppt/slides/slide48.xml" ContentType="application/vnd.openxmlformats-officedocument.presentationml.slide+xml"/>
  <Override PartName="/ppt/slides/slide50.xml" ContentType="application/vnd.openxmlformats-officedocument.presentationml.slide+xml"/>
  <Override PartName="/ppt/slides/slide47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08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customXml" Target="../customXml/item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AE7B8-CF4A-4100-9C77-9980D1909158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7952B-9E11-4DA3-B337-2920412583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8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F72B-52CA-4DA1-8D40-9910F10FBBDE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D234-E986-44E5-A5DD-E883F555D085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569D-7758-40C8-8110-C7FEDD44B7E0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A451-2E3A-40AB-A7A6-0B439656CF7F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67D4-C63C-410E-916D-165B8A703CC5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0A10-1A69-445F-9527-F45B9C671453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7B50-2AE4-48B8-A73C-92D55EA3F75A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2D4C2-41C0-406D-A5B0-584A0702939E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5FBC-1926-42A8-817A-BC61321A63ED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73B30-32D4-4386-B14E-154AC49A3943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7845E-43C9-47E1-BF2D-D6D7232187CF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A4481-798D-4FD3-9007-A91396CDC47D}" type="datetime1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5"/>
            <a:ext cx="8458200" cy="1470025"/>
          </a:xfrm>
        </p:spPr>
        <p:txBody>
          <a:bodyPr>
            <a:noAutofit/>
          </a:bodyPr>
          <a:lstStyle/>
          <a:p>
            <a:r>
              <a:rPr lang="en-US" sz="6000" b="1" dirty="0" smtClean="0"/>
              <a:t>THÔNG TIN VÀ </a:t>
            </a:r>
            <a:br>
              <a:rPr lang="en-US" sz="6000" b="1" dirty="0" smtClean="0"/>
            </a:br>
            <a:r>
              <a:rPr lang="en-US" sz="6000" b="1" dirty="0" smtClean="0"/>
              <a:t>RA QUYẾT ĐỊNH QUẢN LÝ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 smtClean="0"/>
              <a:t>Trình</a:t>
            </a:r>
            <a:r>
              <a:rPr lang="en-US" b="1" dirty="0" smtClean="0"/>
              <a:t> </a:t>
            </a:r>
            <a:r>
              <a:rPr lang="en-US" b="1" dirty="0" err="1" smtClean="0"/>
              <a:t>bày</a:t>
            </a:r>
            <a:r>
              <a:rPr lang="en-US" b="1" dirty="0" smtClean="0"/>
              <a:t> </a:t>
            </a:r>
            <a:r>
              <a:rPr lang="en-US" b="1" dirty="0" err="1" smtClean="0"/>
              <a:t>được</a:t>
            </a:r>
            <a:r>
              <a:rPr lang="en-US" b="1" dirty="0" smtClean="0"/>
              <a:t>: </a:t>
            </a:r>
          </a:p>
          <a:p>
            <a:pPr>
              <a:buNone/>
            </a:pPr>
            <a:r>
              <a:rPr lang="en-US" dirty="0" smtClean="0"/>
              <a:t>1-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,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2-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,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3-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b="1" dirty="0" err="1" smtClean="0"/>
              <a:t>Phân</a:t>
            </a:r>
            <a:r>
              <a:rPr lang="en-US" b="1" dirty="0" smtClean="0"/>
              <a:t> </a:t>
            </a:r>
            <a:r>
              <a:rPr lang="en-US" b="1" dirty="0" err="1" smtClean="0"/>
              <a:t>tích</a:t>
            </a:r>
            <a:r>
              <a:rPr lang="en-US" b="1" dirty="0" smtClean="0"/>
              <a:t> </a:t>
            </a:r>
            <a:r>
              <a:rPr lang="en-US" b="1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 THÔNG TIN QUẢN 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trưng</a:t>
            </a:r>
            <a:endParaRPr lang="en-US" dirty="0" smtClean="0"/>
          </a:p>
          <a:p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US" dirty="0" smtClean="0"/>
          </a:p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endParaRPr lang="en-US" dirty="0" smtClean="0"/>
          </a:p>
          <a:p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1.1.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endParaRPr lang="en-US" dirty="0" smtClean="0"/>
          </a:p>
          <a:p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, </a:t>
            </a:r>
            <a:r>
              <a:rPr lang="en-US" dirty="0" err="1" smtClean="0"/>
              <a:t>cảm</a:t>
            </a:r>
            <a:r>
              <a:rPr lang="en-US" dirty="0" smtClean="0"/>
              <a:t> </a:t>
            </a:r>
            <a:r>
              <a:rPr lang="en-US" dirty="0" err="1" smtClean="0"/>
              <a:t>thụ</a:t>
            </a:r>
            <a:r>
              <a:rPr lang="en-US" dirty="0" smtClean="0"/>
              <a:t>,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có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ích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1.2.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trưng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Gắn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endParaRPr lang="en-US" dirty="0" smtClean="0"/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endParaRPr lang="en-US" dirty="0" smtClean="0"/>
          </a:p>
          <a:p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mang</a:t>
            </a:r>
            <a:r>
              <a:rPr lang="en-US" dirty="0" smtClean="0"/>
              <a:t> tin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1.3.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3400" y="2286000"/>
            <a:ext cx="1219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2362200"/>
            <a:ext cx="12192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err="1" smtClean="0"/>
              <a:t>Tín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hiệu</a:t>
            </a:r>
            <a:endParaRPr lang="en-US" sz="3600" b="1" dirty="0"/>
          </a:p>
        </p:txBody>
      </p:sp>
      <p:sp>
        <p:nvSpPr>
          <p:cNvPr id="7" name="Rectangle 6"/>
          <p:cNvSpPr/>
          <p:nvPr/>
        </p:nvSpPr>
        <p:spPr>
          <a:xfrm>
            <a:off x="2286000" y="2286000"/>
            <a:ext cx="1219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86000" y="2362200"/>
            <a:ext cx="12192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Thu </a:t>
            </a:r>
            <a:r>
              <a:rPr lang="en-US" sz="3600" b="1" dirty="0" err="1" smtClean="0"/>
              <a:t>nhận</a:t>
            </a:r>
            <a:endParaRPr lang="en-US" sz="3600" b="1" dirty="0"/>
          </a:p>
        </p:txBody>
      </p:sp>
      <p:sp>
        <p:nvSpPr>
          <p:cNvPr id="9" name="Rectangle 8"/>
          <p:cNvSpPr/>
          <p:nvPr/>
        </p:nvSpPr>
        <p:spPr>
          <a:xfrm>
            <a:off x="4114800" y="2286000"/>
            <a:ext cx="1219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114800" y="2362200"/>
            <a:ext cx="1219200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err="1" smtClean="0"/>
              <a:t>Cảm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thụ</a:t>
            </a:r>
            <a:endParaRPr lang="en-US" sz="3600" b="1" dirty="0"/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10668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943600" y="2362201"/>
            <a:ext cx="1066800" cy="1231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Đánh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giá</a:t>
            </a:r>
            <a:endParaRPr lang="en-US" sz="2800" b="1" dirty="0" smtClean="0"/>
          </a:p>
          <a:p>
            <a:pPr algn="ctr"/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7543800" y="2286000"/>
            <a:ext cx="11430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543800" y="2362200"/>
            <a:ext cx="1066800" cy="15696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Sử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dụng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thông</a:t>
            </a:r>
            <a:r>
              <a:rPr lang="en-US" sz="2400" b="1" dirty="0" smtClean="0"/>
              <a:t> tin</a:t>
            </a:r>
            <a:endParaRPr lang="en-US" sz="2400" b="1" dirty="0"/>
          </a:p>
        </p:txBody>
      </p:sp>
      <p:cxnSp>
        <p:nvCxnSpPr>
          <p:cNvPr id="17" name="Straight Arrow Connector 16"/>
          <p:cNvCxnSpPr>
            <a:stCxn id="6" idx="3"/>
          </p:cNvCxnSpPr>
          <p:nvPr/>
        </p:nvCxnSpPr>
        <p:spPr>
          <a:xfrm>
            <a:off x="1752600" y="2962365"/>
            <a:ext cx="533400" cy="9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3"/>
          </p:cNvCxnSpPr>
          <p:nvPr/>
        </p:nvCxnSpPr>
        <p:spPr>
          <a:xfrm>
            <a:off x="3505200" y="2962365"/>
            <a:ext cx="533400" cy="9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2" idx="1"/>
          </p:cNvCxnSpPr>
          <p:nvPr/>
        </p:nvCxnSpPr>
        <p:spPr>
          <a:xfrm>
            <a:off x="5334000" y="2962365"/>
            <a:ext cx="609600" cy="153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3"/>
          </p:cNvCxnSpPr>
          <p:nvPr/>
        </p:nvCxnSpPr>
        <p:spPr>
          <a:xfrm flipV="1">
            <a:off x="7010400" y="2971800"/>
            <a:ext cx="533400" cy="59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1.4.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Tiền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1.4.1. </a:t>
            </a:r>
            <a:r>
              <a:rPr lang="en-US" sz="3200" dirty="0" err="1" smtClean="0"/>
              <a:t>Thông</a:t>
            </a:r>
            <a:r>
              <a:rPr lang="en-US" sz="3200" dirty="0" smtClean="0"/>
              <a:t> tin </a:t>
            </a:r>
            <a:r>
              <a:rPr lang="en-US" sz="3200" dirty="0" err="1" smtClean="0"/>
              <a:t>gắn</a:t>
            </a:r>
            <a:r>
              <a:rPr lang="en-US" sz="3200" dirty="0" smtClean="0"/>
              <a:t> </a:t>
            </a:r>
            <a:r>
              <a:rPr lang="en-US" sz="3200" dirty="0" err="1" smtClean="0"/>
              <a:t>liền</a:t>
            </a:r>
            <a:r>
              <a:rPr lang="en-US" sz="3200" dirty="0" smtClean="0"/>
              <a:t> </a:t>
            </a:r>
            <a:r>
              <a:rPr lang="en-US" sz="3200" dirty="0" err="1" smtClean="0"/>
              <a:t>với</a:t>
            </a:r>
            <a:r>
              <a:rPr lang="en-US" sz="3200" dirty="0" smtClean="0"/>
              <a:t> </a:t>
            </a:r>
            <a:r>
              <a:rPr lang="en-US" sz="3200" dirty="0" err="1" smtClean="0"/>
              <a:t>quá</a:t>
            </a:r>
            <a:r>
              <a:rPr lang="en-US" sz="3200" dirty="0" smtClean="0"/>
              <a:t> </a:t>
            </a:r>
            <a:r>
              <a:rPr lang="en-US" sz="3200" dirty="0" err="1" smtClean="0"/>
              <a:t>trình</a:t>
            </a:r>
            <a:r>
              <a:rPr lang="en-US" sz="3200" dirty="0" smtClean="0"/>
              <a:t> </a:t>
            </a:r>
            <a:r>
              <a:rPr lang="en-US" sz="3200" dirty="0" err="1" smtClean="0"/>
              <a:t>quản</a:t>
            </a:r>
            <a:r>
              <a:rPr lang="en-US" sz="3200" dirty="0" smtClean="0"/>
              <a:t> </a:t>
            </a:r>
            <a:r>
              <a:rPr lang="en-US" sz="3200" dirty="0" err="1" smtClean="0"/>
              <a:t>lý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tin: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thập</a:t>
            </a:r>
            <a:r>
              <a:rPr lang="en-US" dirty="0" smtClean="0"/>
              <a:t> –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–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–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–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, </a:t>
            </a:r>
            <a:r>
              <a:rPr lang="en-US" dirty="0" err="1" smtClean="0"/>
              <a:t>phối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phận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nhằm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Mối</a:t>
            </a:r>
            <a:r>
              <a:rPr lang="en-US" sz="3600" dirty="0" smtClean="0"/>
              <a:t> </a:t>
            </a:r>
            <a:r>
              <a:rPr lang="en-US" sz="3600" dirty="0" err="1" smtClean="0"/>
              <a:t>liên</a:t>
            </a:r>
            <a:r>
              <a:rPr lang="en-US" sz="3600" dirty="0" smtClean="0"/>
              <a:t> </a:t>
            </a:r>
            <a:r>
              <a:rPr lang="en-US" sz="3600" dirty="0" err="1" smtClean="0"/>
              <a:t>hệ</a:t>
            </a:r>
            <a:r>
              <a:rPr lang="en-US" sz="3600" dirty="0" smtClean="0"/>
              <a:t> </a:t>
            </a:r>
            <a:r>
              <a:rPr lang="en-US" sz="3600" dirty="0" err="1" smtClean="0"/>
              <a:t>thông</a:t>
            </a:r>
            <a:r>
              <a:rPr lang="en-US" sz="3600" dirty="0" smtClean="0"/>
              <a:t> tin </a:t>
            </a:r>
            <a:r>
              <a:rPr lang="en-US" sz="3600" dirty="0" err="1" smtClean="0"/>
              <a:t>của</a:t>
            </a:r>
            <a:r>
              <a:rPr lang="en-US" sz="3600" dirty="0" smtClean="0"/>
              <a:t> </a:t>
            </a:r>
            <a:r>
              <a:rPr lang="en-US" sz="3600" dirty="0" err="1" smtClean="0"/>
              <a:t>hệ</a:t>
            </a:r>
            <a:r>
              <a:rPr lang="en-US" sz="3600" dirty="0" smtClean="0"/>
              <a:t> </a:t>
            </a:r>
            <a:r>
              <a:rPr lang="en-US" sz="3600" dirty="0" err="1" smtClean="0"/>
              <a:t>thống</a:t>
            </a:r>
            <a:r>
              <a:rPr lang="en-US" sz="3600" dirty="0" smtClean="0"/>
              <a:t> </a:t>
            </a:r>
            <a:r>
              <a:rPr lang="en-US" sz="3600" dirty="0" err="1" smtClean="0"/>
              <a:t>quản</a:t>
            </a:r>
            <a:r>
              <a:rPr lang="en-US" sz="3600" dirty="0" smtClean="0"/>
              <a:t> </a:t>
            </a:r>
            <a:r>
              <a:rPr lang="en-US" sz="3600" dirty="0" err="1" smtClean="0"/>
              <a:t>lý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2133600"/>
            <a:ext cx="1143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495800" y="2209800"/>
            <a:ext cx="1143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Chủ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thể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quản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lý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4648200" y="4648200"/>
            <a:ext cx="11430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48200" y="4648200"/>
            <a:ext cx="1143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Đối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tượng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quản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lý</a:t>
            </a:r>
            <a:endParaRPr lang="en-US" sz="2400" b="1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5180806" y="3886200"/>
            <a:ext cx="2591594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10800000">
            <a:off x="5867400" y="51816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638800" y="25908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2247900" y="3848100"/>
            <a:ext cx="2667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581400" y="25146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581400" y="5181600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667000" y="2971800"/>
            <a:ext cx="228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667000" y="2971800"/>
            <a:ext cx="83820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553200" y="2971800"/>
            <a:ext cx="8382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553200" y="2971800"/>
            <a:ext cx="838200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524000" y="5410200"/>
            <a:ext cx="3048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867400" y="5486400"/>
            <a:ext cx="2667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81200" y="5562600"/>
            <a:ext cx="13716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981200" y="55626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6324600" y="5562600"/>
            <a:ext cx="1219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324600" y="5562600"/>
            <a:ext cx="12192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600200" y="2286000"/>
            <a:ext cx="2895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600200" y="18288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600200" y="1752600"/>
            <a:ext cx="266700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endParaRPr lang="en-US" dirty="0"/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1.4.2.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,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cải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endParaRPr lang="en-US" dirty="0" smtClean="0"/>
          </a:p>
          <a:p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đắn</a:t>
            </a:r>
            <a:r>
              <a:rPr lang="en-US" dirty="0" smtClean="0"/>
              <a:t>,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nâng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endParaRPr lang="en-US" dirty="0" smtClean="0"/>
          </a:p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,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TT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nâng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nền</a:t>
            </a:r>
            <a:r>
              <a:rPr lang="en-US" dirty="0" smtClean="0"/>
              <a:t> </a:t>
            </a:r>
            <a:r>
              <a:rPr lang="en-US" dirty="0" err="1" smtClean="0"/>
              <a:t>kinh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r>
              <a:rPr lang="en-US" dirty="0" smtClean="0"/>
              <a:t> </a:t>
            </a:r>
            <a:r>
              <a:rPr lang="en-US" dirty="0" err="1" smtClean="0"/>
              <a:t>quốc</a:t>
            </a:r>
            <a:r>
              <a:rPr lang="en-US" dirty="0" smtClean="0"/>
              <a:t> </a:t>
            </a:r>
            <a:r>
              <a:rPr lang="en-US" dirty="0" err="1" smtClean="0"/>
              <a:t>dân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1.5.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,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, </a:t>
            </a:r>
            <a:r>
              <a:rPr lang="en-US" dirty="0" err="1" smtClean="0"/>
              <a:t>đầy</a:t>
            </a:r>
            <a:r>
              <a:rPr lang="en-US" dirty="0" smtClean="0"/>
              <a:t> </a:t>
            </a:r>
            <a:r>
              <a:rPr lang="en-US" dirty="0" err="1" smtClean="0"/>
              <a:t>đủ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thẩm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mật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kinh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1.6.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Mối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endParaRPr lang="en-US" dirty="0" smtClean="0"/>
          </a:p>
          <a:p>
            <a:r>
              <a:rPr lang="en-US" dirty="0" smtClean="0"/>
              <a:t>Theo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r>
              <a:rPr lang="en-US" dirty="0" smtClean="0"/>
              <a:t>Theo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tin</a:t>
            </a:r>
          </a:p>
          <a:p>
            <a:r>
              <a:rPr lang="en-US" dirty="0" smtClean="0"/>
              <a:t>Theo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r>
              <a:rPr lang="en-US" dirty="0" smtClean="0"/>
              <a:t>Theo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phản</a:t>
            </a:r>
            <a:r>
              <a:rPr lang="en-US" dirty="0" smtClean="0"/>
              <a:t> </a:t>
            </a:r>
            <a:r>
              <a:rPr lang="en-US" dirty="0" err="1" smtClean="0"/>
              <a:t>ánh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1.6.1. </a:t>
            </a:r>
            <a:r>
              <a:rPr lang="en-US" sz="2800" dirty="0" err="1" smtClean="0"/>
              <a:t>Mối</a:t>
            </a:r>
            <a:r>
              <a:rPr lang="en-US" sz="2800" dirty="0" smtClean="0"/>
              <a:t> </a:t>
            </a:r>
            <a:r>
              <a:rPr lang="en-US" sz="2800" dirty="0" err="1" smtClean="0"/>
              <a:t>quan</a:t>
            </a:r>
            <a:r>
              <a:rPr lang="en-US" sz="2800" dirty="0" smtClean="0"/>
              <a:t> </a:t>
            </a:r>
            <a:r>
              <a:rPr lang="en-US" sz="2800" dirty="0" err="1" smtClean="0"/>
              <a:t>hệ</a:t>
            </a:r>
            <a:r>
              <a:rPr lang="en-US" sz="2800" dirty="0" smtClean="0"/>
              <a:t> </a:t>
            </a:r>
            <a:r>
              <a:rPr lang="en-US" sz="2800" dirty="0" err="1" smtClean="0"/>
              <a:t>giữa</a:t>
            </a:r>
            <a:r>
              <a:rPr lang="en-US" sz="2800" dirty="0" smtClean="0"/>
              <a:t> </a:t>
            </a:r>
            <a:r>
              <a:rPr lang="en-US" sz="2800" dirty="0" err="1" smtClean="0"/>
              <a:t>tổ</a:t>
            </a:r>
            <a:r>
              <a:rPr lang="en-US" sz="2800" dirty="0" smtClean="0"/>
              <a:t> </a:t>
            </a:r>
            <a:r>
              <a:rPr lang="en-US" sz="2800" dirty="0" err="1" smtClean="0"/>
              <a:t>chức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môi</a:t>
            </a:r>
            <a:r>
              <a:rPr lang="en-US" sz="2800" dirty="0" smtClean="0"/>
              <a:t> </a:t>
            </a:r>
            <a:r>
              <a:rPr lang="en-US" sz="2800" dirty="0" err="1" smtClean="0"/>
              <a:t>trường</a:t>
            </a:r>
            <a:r>
              <a:rPr lang="en-US" sz="2800" dirty="0" smtClean="0"/>
              <a:t> </a:t>
            </a:r>
            <a:r>
              <a:rPr lang="en-US" sz="2800" dirty="0" err="1" smtClean="0"/>
              <a:t>ngoài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endParaRPr lang="en-US" dirty="0" smtClean="0"/>
          </a:p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1.6.2. Theo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endParaRPr lang="en-US" dirty="0" smtClean="0"/>
          </a:p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1.6.3. Theo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tin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endParaRPr lang="en-US" dirty="0" smtClean="0"/>
          </a:p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1.6.4. Theo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dọc</a:t>
            </a:r>
            <a:endParaRPr lang="en-US" dirty="0" smtClean="0"/>
          </a:p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ngang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1.6.5. Theo </a:t>
            </a:r>
            <a:r>
              <a:rPr lang="en-US" sz="3600" dirty="0" err="1" smtClean="0"/>
              <a:t>nội</a:t>
            </a:r>
            <a:r>
              <a:rPr lang="en-US" sz="3600" dirty="0" smtClean="0"/>
              <a:t> dung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thông</a:t>
            </a:r>
            <a:r>
              <a:rPr lang="en-US" sz="3600" dirty="0" smtClean="0"/>
              <a:t> tin </a:t>
            </a:r>
            <a:r>
              <a:rPr lang="en-US" sz="3600" dirty="0" err="1" smtClean="0"/>
              <a:t>phản</a:t>
            </a:r>
            <a:r>
              <a:rPr lang="en-US" sz="3600" dirty="0" smtClean="0"/>
              <a:t> </a:t>
            </a:r>
            <a:r>
              <a:rPr lang="en-US" sz="3600" dirty="0" err="1" smtClean="0"/>
              <a:t>ánh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trương</a:t>
            </a:r>
            <a:r>
              <a:rPr lang="en-US" dirty="0" smtClean="0"/>
              <a:t>,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,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r>
              <a:rPr lang="en-US" dirty="0" smtClean="0"/>
              <a:t> NN</a:t>
            </a:r>
          </a:p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: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, </a:t>
            </a:r>
            <a:r>
              <a:rPr lang="en-US" dirty="0" err="1" smtClean="0"/>
              <a:t>nhu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, </a:t>
            </a:r>
            <a:r>
              <a:rPr lang="en-US" dirty="0" err="1" smtClean="0"/>
              <a:t>khách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endParaRPr lang="en-US" dirty="0" smtClean="0"/>
          </a:p>
          <a:p>
            <a:r>
              <a:rPr lang="en-US" dirty="0" err="1" smtClean="0"/>
              <a:t>Thông</a:t>
            </a:r>
            <a:r>
              <a:rPr lang="en-US" dirty="0" smtClean="0"/>
              <a:t> tin KHCN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1.7.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tiện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PP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chặt</a:t>
            </a:r>
            <a:r>
              <a:rPr lang="en-US" dirty="0" smtClean="0"/>
              <a:t> </a:t>
            </a:r>
            <a:r>
              <a:rPr lang="en-US" dirty="0" err="1" smtClean="0"/>
              <a:t>chẽ</a:t>
            </a:r>
            <a:r>
              <a:rPr lang="en-US" dirty="0" smtClean="0"/>
              <a:t> </a:t>
            </a:r>
            <a:r>
              <a:rPr lang="en-US" dirty="0" err="1" smtClean="0"/>
              <a:t>nhằm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thập</a:t>
            </a:r>
            <a:r>
              <a:rPr lang="en-US" dirty="0" smtClean="0"/>
              <a:t>,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,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kiếm</a:t>
            </a:r>
            <a:r>
              <a:rPr lang="en-US" dirty="0" smtClean="0"/>
              <a:t>,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TT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1.7.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pPr>
              <a:buFontTx/>
              <a:buChar char="-"/>
            </a:pPr>
            <a:r>
              <a:rPr lang="en-US" dirty="0" smtClean="0"/>
              <a:t>Thu </a:t>
            </a:r>
            <a:r>
              <a:rPr lang="en-US" dirty="0" err="1" smtClean="0"/>
              <a:t>thập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thác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QUYẾT ĐỊNH QUẢN 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US" dirty="0" smtClean="0"/>
          </a:p>
          <a:p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2.1.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lao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lao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endParaRPr lang="en-US" dirty="0" smtClean="0"/>
          </a:p>
          <a:p>
            <a:r>
              <a:rPr lang="en-US" dirty="0" err="1" smtClean="0"/>
              <a:t>Nhằm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,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vận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r>
              <a:rPr lang="en-US" dirty="0" smtClean="0"/>
              <a:t> </a:t>
            </a:r>
            <a:r>
              <a:rPr lang="en-US" dirty="0" err="1" smtClean="0"/>
              <a:t>khách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,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2.2.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xuyên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lãnh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2.2.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Nhằm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nảy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endParaRPr lang="en-US" dirty="0" smtClean="0"/>
          </a:p>
          <a:p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mang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vong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endParaRPr lang="en-US" dirty="0" smtClean="0"/>
          </a:p>
          <a:p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càng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càng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2.3.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,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endParaRPr lang="en-US" dirty="0" smtClean="0"/>
          </a:p>
          <a:p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2.3.1.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Ban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phạm</a:t>
            </a:r>
            <a:r>
              <a:rPr lang="en-US" dirty="0" smtClean="0"/>
              <a:t> vi </a:t>
            </a:r>
            <a:r>
              <a:rPr lang="en-US" dirty="0" err="1" smtClean="0"/>
              <a:t>thẩm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endParaRPr lang="en-US" dirty="0" smtClean="0"/>
          </a:p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trái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endParaRPr lang="en-US" dirty="0" smtClean="0"/>
          </a:p>
          <a:p>
            <a:r>
              <a:rPr lang="en-US" dirty="0" smtClean="0"/>
              <a:t>Ban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đình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bỏ</a:t>
            </a:r>
            <a:endParaRPr lang="en-US" dirty="0" smtClean="0"/>
          </a:p>
          <a:p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chịu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2.3.2.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endParaRPr lang="en-US" dirty="0" smtClean="0"/>
          </a:p>
          <a:p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r>
              <a:rPr lang="en-US" dirty="0" smtClean="0"/>
              <a:t> </a:t>
            </a:r>
            <a:r>
              <a:rPr lang="en-US" dirty="0" err="1" smtClean="0"/>
              <a:t>khách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vận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,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huống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2.3.3.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ban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phận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endParaRPr lang="en-US" dirty="0" smtClean="0"/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mâu</a:t>
            </a:r>
            <a:r>
              <a:rPr lang="en-US" dirty="0" smtClean="0"/>
              <a:t> </a:t>
            </a:r>
            <a:r>
              <a:rPr lang="en-US" dirty="0" err="1" smtClean="0"/>
              <a:t>thuẫn</a:t>
            </a:r>
            <a:r>
              <a:rPr lang="en-US" dirty="0" smtClean="0"/>
              <a:t>, </a:t>
            </a:r>
            <a:r>
              <a:rPr lang="en-US" dirty="0" err="1" smtClean="0"/>
              <a:t>trái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phủ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2.3.4.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,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,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,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huống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endParaRPr lang="en-US" dirty="0" smtClean="0"/>
          </a:p>
          <a:p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r>
              <a:rPr lang="en-US" dirty="0" smtClean="0"/>
              <a:t>,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,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trừ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,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2.3.5.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căn</a:t>
            </a:r>
            <a:r>
              <a:rPr lang="en-US" dirty="0" smtClean="0"/>
              <a:t> </a:t>
            </a:r>
            <a:r>
              <a:rPr lang="en-US" dirty="0" err="1" smtClean="0"/>
              <a:t>cứ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: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,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,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, tin </a:t>
            </a:r>
            <a:r>
              <a:rPr lang="en-US" dirty="0" err="1" smtClean="0"/>
              <a:t>lực</a:t>
            </a:r>
            <a:r>
              <a:rPr lang="en-US" dirty="0" smtClean="0"/>
              <a:t>…</a:t>
            </a:r>
          </a:p>
          <a:p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chú</a:t>
            </a:r>
            <a:r>
              <a:rPr lang="en-US" dirty="0" smtClean="0"/>
              <a:t> ý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tố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hăng</a:t>
            </a:r>
            <a:r>
              <a:rPr lang="en-US" dirty="0" smtClean="0"/>
              <a:t> </a:t>
            </a:r>
            <a:r>
              <a:rPr lang="en-US" dirty="0" err="1" smtClean="0"/>
              <a:t>hái</a:t>
            </a:r>
            <a:r>
              <a:rPr lang="en-US" dirty="0" smtClean="0"/>
              <a:t>,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2.4.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Căn</a:t>
            </a:r>
            <a:r>
              <a:rPr lang="en-US" dirty="0" smtClean="0"/>
              <a:t> </a:t>
            </a:r>
            <a:r>
              <a:rPr lang="en-US" dirty="0" err="1" smtClean="0"/>
              <a:t>cứ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2.4.1. </a:t>
            </a:r>
            <a:r>
              <a:rPr lang="en-US" dirty="0" err="1" smtClean="0"/>
              <a:t>Căn</a:t>
            </a:r>
            <a:r>
              <a:rPr lang="en-US" dirty="0" smtClean="0"/>
              <a:t> </a:t>
            </a:r>
            <a:r>
              <a:rPr lang="en-US" dirty="0" err="1" smtClean="0"/>
              <a:t>cứ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r>
              <a:rPr lang="en-US" dirty="0" smtClean="0"/>
              <a:t> </a:t>
            </a:r>
            <a:r>
              <a:rPr lang="en-US" dirty="0" err="1" smtClean="0"/>
              <a:t>khách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endParaRPr lang="en-US" dirty="0" smtClean="0"/>
          </a:p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2.4.2.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 smtClean="0"/>
          </a:p>
          <a:p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endParaRPr lang="en-US" dirty="0" smtClean="0"/>
          </a:p>
          <a:p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 smtClean="0"/>
          </a:p>
          <a:p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smtClean="0"/>
              <a:t>Ra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2.4.2.1.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: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 smtClean="0"/>
          </a:p>
          <a:p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endParaRPr lang="en-US" dirty="0" smtClean="0"/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bách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 smtClean="0"/>
          </a:p>
          <a:p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huống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,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tố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hưởng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endParaRPr lang="en-US" dirty="0" smtClean="0"/>
          </a:p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2.4.2.2.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 smtClean="0"/>
          </a:p>
          <a:p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Phản</a:t>
            </a:r>
            <a:r>
              <a:rPr lang="en-US" dirty="0" smtClean="0"/>
              <a:t> </a:t>
            </a:r>
            <a:r>
              <a:rPr lang="en-US" dirty="0" err="1" smtClean="0"/>
              <a:t>ánh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dirty="0" err="1" smtClean="0"/>
              <a:t>góp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Lưu</a:t>
            </a:r>
            <a:r>
              <a:rPr lang="en-US" dirty="0" smtClean="0"/>
              <a:t> 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endParaRPr lang="en-US" dirty="0" smtClean="0"/>
          </a:p>
          <a:p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chí</a:t>
            </a:r>
            <a:r>
              <a:rPr lang="en-US" dirty="0" smtClean="0"/>
              <a:t> </a:t>
            </a:r>
            <a:r>
              <a:rPr lang="en-US" dirty="0" err="1" smtClean="0"/>
              <a:t>phản</a:t>
            </a:r>
            <a:r>
              <a:rPr lang="en-US" dirty="0" smtClean="0"/>
              <a:t> </a:t>
            </a:r>
            <a:r>
              <a:rPr lang="en-US" dirty="0" err="1" smtClean="0"/>
              <a:t>ánh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phản</a:t>
            </a:r>
            <a:r>
              <a:rPr lang="en-US" dirty="0" smtClean="0"/>
              <a:t> </a:t>
            </a:r>
            <a:r>
              <a:rPr lang="en-US" dirty="0" err="1" smtClean="0"/>
              <a:t>ánh</a:t>
            </a:r>
            <a:r>
              <a:rPr lang="en-US" dirty="0" smtClean="0"/>
              <a:t> </a:t>
            </a:r>
            <a:r>
              <a:rPr lang="en-US" dirty="0" err="1" smtClean="0"/>
              <a:t>tầm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2.4.2.3.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endParaRPr lang="en-US" dirty="0" smtClean="0"/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kinh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thân</a:t>
            </a:r>
            <a:r>
              <a:rPr lang="en-US" dirty="0" smtClean="0"/>
              <a:t>, ý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gia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2.4.2.4.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mang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endParaRPr lang="en-US" dirty="0" smtClean="0"/>
          </a:p>
          <a:p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lường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: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2.4.2.5.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,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  <a:p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gia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,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gia</a:t>
            </a:r>
            <a:r>
              <a:rPr lang="en-US" dirty="0" smtClean="0"/>
              <a:t> </a:t>
            </a:r>
            <a:r>
              <a:rPr lang="en-US" dirty="0" err="1" smtClean="0"/>
              <a:t>kinh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,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ban </a:t>
            </a:r>
            <a:r>
              <a:rPr lang="en-US" dirty="0" err="1" smtClean="0"/>
              <a:t>hành</a:t>
            </a:r>
            <a:endParaRPr lang="en-US" dirty="0" smtClean="0"/>
          </a:p>
          <a:p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endParaRPr lang="en-US" dirty="0" smtClean="0"/>
          </a:p>
          <a:p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lãnh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chịu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2.4.2.6. Ra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thẩm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2.4.3.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hoạch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2.4.3.1.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hoạch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phạm</a:t>
            </a:r>
            <a:r>
              <a:rPr lang="en-US" dirty="0" smtClean="0"/>
              <a:t> vi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chi </a:t>
            </a:r>
            <a:r>
              <a:rPr lang="en-US" dirty="0" err="1" smtClean="0"/>
              <a:t>tiết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, </a:t>
            </a:r>
            <a:r>
              <a:rPr lang="en-US" dirty="0" err="1" smtClean="0"/>
              <a:t>ai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,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,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tiện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kinh</a:t>
            </a:r>
            <a:r>
              <a:rPr lang="en-US" dirty="0" smtClean="0"/>
              <a:t> </a:t>
            </a:r>
            <a:r>
              <a:rPr lang="en-US" dirty="0" err="1" smtClean="0"/>
              <a:t>phí</a:t>
            </a:r>
            <a:r>
              <a:rPr lang="en-US" dirty="0" smtClean="0"/>
              <a:t>,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2.4.3.2.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endParaRPr lang="en-US" dirty="0" smtClean="0"/>
          </a:p>
          <a:p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nêu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en-US" dirty="0" smtClean="0"/>
              <a:t>Ai </a:t>
            </a:r>
            <a:r>
              <a:rPr lang="en-US" dirty="0" err="1" smtClean="0"/>
              <a:t>làm</a:t>
            </a:r>
            <a:r>
              <a:rPr lang="en-US" dirty="0" smtClean="0"/>
              <a:t>?</a:t>
            </a:r>
          </a:p>
          <a:p>
            <a:pPr>
              <a:buFontTx/>
              <a:buChar char="-"/>
            </a:pPr>
            <a:r>
              <a:rPr lang="en-US" dirty="0" smtClean="0"/>
              <a:t>Ở </a:t>
            </a:r>
            <a:r>
              <a:rPr lang="en-US" dirty="0" err="1" smtClean="0"/>
              <a:t>đâu</a:t>
            </a:r>
            <a:r>
              <a:rPr lang="en-US" dirty="0" smtClean="0"/>
              <a:t>?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?</a:t>
            </a:r>
          </a:p>
          <a:p>
            <a:pPr>
              <a:buFontTx/>
              <a:buChar char="-"/>
            </a:pP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?</a:t>
            </a:r>
          </a:p>
          <a:p>
            <a:pPr>
              <a:buFontTx/>
              <a:buChar char="-"/>
            </a:pPr>
            <a:r>
              <a:rPr lang="en-US" dirty="0" smtClean="0"/>
              <a:t>Ai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tra?Khi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?....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2.4.3.2.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,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,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giáo</a:t>
            </a:r>
            <a:r>
              <a:rPr lang="en-US" dirty="0" smtClean="0"/>
              <a:t> </a:t>
            </a:r>
            <a:r>
              <a:rPr lang="en-US" dirty="0" err="1" smtClean="0"/>
              <a:t>dục</a:t>
            </a:r>
            <a:r>
              <a:rPr lang="en-US" dirty="0" smtClean="0"/>
              <a:t>, </a:t>
            </a:r>
            <a:r>
              <a:rPr lang="en-US" dirty="0" err="1" smtClean="0"/>
              <a:t>tuyên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đích</a:t>
            </a:r>
            <a:r>
              <a:rPr lang="en-US" dirty="0" smtClean="0"/>
              <a:t>, ý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suốt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tư</a:t>
            </a:r>
            <a:r>
              <a:rPr lang="en-US" dirty="0" smtClean="0"/>
              <a:t> </a:t>
            </a:r>
            <a:r>
              <a:rPr lang="en-US" dirty="0" err="1" smtClean="0"/>
              <a:t>tưởng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đem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 smtClean="0"/>
              <a:t> </a:t>
            </a:r>
            <a:r>
              <a:rPr lang="en-US" dirty="0" err="1" smtClean="0"/>
              <a:t>nhiệt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, </a:t>
            </a:r>
            <a:r>
              <a:rPr lang="en-US" dirty="0" err="1" smtClean="0"/>
              <a:t>sức</a:t>
            </a:r>
            <a:r>
              <a:rPr lang="en-US" dirty="0" smtClean="0"/>
              <a:t> </a:t>
            </a:r>
            <a:r>
              <a:rPr lang="en-US" dirty="0" err="1" smtClean="0"/>
              <a:t>sáng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2.4.3.3.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quyết</a:t>
            </a:r>
            <a:r>
              <a:rPr lang="en-US" sz="3200" dirty="0" smtClean="0"/>
              <a:t> </a:t>
            </a:r>
            <a:r>
              <a:rPr lang="en-US" sz="3200" dirty="0" err="1" smtClean="0"/>
              <a:t>định</a:t>
            </a:r>
            <a:r>
              <a:rPr lang="en-US" sz="3200" dirty="0" smtClean="0"/>
              <a:t> </a:t>
            </a:r>
            <a:r>
              <a:rPr lang="en-US" sz="3200" dirty="0" err="1" smtClean="0"/>
              <a:t>theo</a:t>
            </a:r>
            <a:r>
              <a:rPr lang="en-US" sz="3200" dirty="0" smtClean="0"/>
              <a:t> </a:t>
            </a:r>
            <a:r>
              <a:rPr lang="en-US" sz="3200" dirty="0" err="1" smtClean="0"/>
              <a:t>kế</a:t>
            </a:r>
            <a:r>
              <a:rPr lang="en-US" sz="3200" dirty="0" smtClean="0"/>
              <a:t> </a:t>
            </a:r>
            <a:r>
              <a:rPr lang="en-US" sz="3200" dirty="0" err="1" smtClean="0"/>
              <a:t>hoạch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hoạch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endParaRPr lang="en-US" dirty="0" smtClean="0"/>
          </a:p>
          <a:p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,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huy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,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2.4.3.4.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tra</a:t>
            </a:r>
            <a:r>
              <a:rPr lang="en-US" sz="3600" dirty="0" smtClean="0"/>
              <a:t> </a:t>
            </a: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quyết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mặt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,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vi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,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đẩy</a:t>
            </a:r>
            <a:r>
              <a:rPr lang="en-US" dirty="0" smtClean="0"/>
              <a:t>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vi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,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đẩy</a:t>
            </a:r>
            <a:r>
              <a:rPr lang="en-US" dirty="0" smtClean="0"/>
              <a:t> </a:t>
            </a: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Kịp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,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ngừa</a:t>
            </a:r>
            <a:r>
              <a:rPr lang="en-US" dirty="0" smtClean="0"/>
              <a:t>, </a:t>
            </a:r>
            <a:r>
              <a:rPr lang="en-US" dirty="0" err="1" smtClean="0"/>
              <a:t>khắc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sót</a:t>
            </a:r>
            <a:r>
              <a:rPr lang="en-US" dirty="0" smtClean="0"/>
              <a:t>,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</a:t>
            </a:r>
            <a:r>
              <a:rPr lang="en-US" dirty="0" err="1" smtClean="0"/>
              <a:t>nảy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2.4.3.5.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Do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đột</a:t>
            </a:r>
            <a:r>
              <a:rPr lang="en-US" dirty="0" smtClean="0"/>
              <a:t> </a:t>
            </a:r>
            <a:r>
              <a:rPr lang="en-US" dirty="0" err="1" smtClean="0"/>
              <a:t>ngột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do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tố</a:t>
            </a:r>
            <a:r>
              <a:rPr lang="en-US" dirty="0" smtClean="0"/>
              <a:t> </a:t>
            </a:r>
            <a:r>
              <a:rPr lang="en-US" dirty="0" err="1" smtClean="0"/>
              <a:t>khách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lầm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thân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2.4.3.5.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tố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thậm</a:t>
            </a:r>
            <a:r>
              <a:rPr lang="en-US" dirty="0" smtClean="0"/>
              <a:t> </a:t>
            </a:r>
            <a:r>
              <a:rPr lang="en-US" dirty="0" err="1" smtClean="0"/>
              <a:t>chí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Lưu</a:t>
            </a:r>
            <a:r>
              <a:rPr lang="en-US" dirty="0" smtClean="0"/>
              <a:t> 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huống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endParaRPr lang="en-US" dirty="0" smtClean="0"/>
          </a:p>
          <a:p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lãnh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lĩnh</a:t>
            </a:r>
            <a:r>
              <a:rPr lang="en-US" dirty="0" smtClean="0"/>
              <a:t>, </a:t>
            </a:r>
            <a:r>
              <a:rPr lang="en-US" dirty="0" err="1" smtClean="0"/>
              <a:t>dám</a:t>
            </a:r>
            <a:r>
              <a:rPr lang="en-US" dirty="0" smtClean="0"/>
              <a:t> </a:t>
            </a:r>
            <a:r>
              <a:rPr lang="en-US" dirty="0" err="1" smtClean="0"/>
              <a:t>chịu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Tránh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gây</a:t>
            </a:r>
            <a:r>
              <a:rPr lang="en-US" dirty="0" smtClean="0"/>
              <a:t> </a:t>
            </a:r>
            <a:r>
              <a:rPr lang="en-US" dirty="0" err="1" smtClean="0"/>
              <a:t>thiệt</a:t>
            </a:r>
            <a:r>
              <a:rPr lang="en-US" dirty="0" smtClean="0"/>
              <a:t> </a:t>
            </a:r>
            <a:r>
              <a:rPr lang="en-US" dirty="0" err="1" smtClean="0"/>
              <a:t>hại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thiếu</a:t>
            </a:r>
            <a:r>
              <a:rPr lang="en-US" dirty="0" smtClean="0"/>
              <a:t> tin </a:t>
            </a:r>
            <a:r>
              <a:rPr lang="en-US" dirty="0" err="1" smtClean="0"/>
              <a:t>tưởng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hiên</a:t>
            </a:r>
            <a:endParaRPr lang="en-US" dirty="0" smtClean="0"/>
          </a:p>
          <a:p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thật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thiết,tránh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tiện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2.4.3.6. </a:t>
            </a:r>
            <a:r>
              <a:rPr lang="en-US" sz="3600" dirty="0" err="1" smtClean="0"/>
              <a:t>Tổng</a:t>
            </a:r>
            <a:r>
              <a:rPr lang="en-US" sz="3600" dirty="0" smtClean="0"/>
              <a:t> </a:t>
            </a:r>
            <a:r>
              <a:rPr lang="en-US" sz="3600" dirty="0" err="1" smtClean="0"/>
              <a:t>kết</a:t>
            </a:r>
            <a:r>
              <a:rPr lang="en-US" sz="3600" dirty="0" smtClean="0"/>
              <a:t> </a:t>
            </a: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quyết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đích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Rút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kinh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2.4.3.6. </a:t>
            </a:r>
            <a:r>
              <a:rPr lang="en-US" sz="3600" dirty="0" err="1" smtClean="0"/>
              <a:t>Tổng</a:t>
            </a:r>
            <a:r>
              <a:rPr lang="en-US" sz="3600" dirty="0" smtClean="0"/>
              <a:t> </a:t>
            </a:r>
            <a:r>
              <a:rPr lang="en-US" sz="3600" dirty="0" err="1" smtClean="0"/>
              <a:t>kết</a:t>
            </a:r>
            <a:r>
              <a:rPr lang="en-US" sz="3600" dirty="0" smtClean="0"/>
              <a:t> </a:t>
            </a: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quyết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</a:p>
          <a:p>
            <a:pPr>
              <a:buFontTx/>
              <a:buChar char="-"/>
            </a:pP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lầm</a:t>
            </a:r>
            <a:r>
              <a:rPr lang="en-US" dirty="0" smtClean="0"/>
              <a:t>, </a:t>
            </a:r>
            <a:r>
              <a:rPr lang="en-US" dirty="0" err="1" smtClean="0"/>
              <a:t>thiếu</a:t>
            </a:r>
            <a:r>
              <a:rPr lang="en-US" dirty="0" smtClean="0"/>
              <a:t> </a:t>
            </a:r>
            <a:r>
              <a:rPr lang="en-US" dirty="0" err="1" smtClean="0"/>
              <a:t>sót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tiềm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thác</a:t>
            </a:r>
            <a:r>
              <a:rPr lang="en-US" dirty="0" smtClean="0"/>
              <a:t>,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2.4.3.6. </a:t>
            </a:r>
            <a:r>
              <a:rPr lang="en-US" sz="3600" dirty="0" err="1" smtClean="0"/>
              <a:t>Tổng</a:t>
            </a:r>
            <a:r>
              <a:rPr lang="en-US" sz="3600" dirty="0" smtClean="0"/>
              <a:t> </a:t>
            </a:r>
            <a:r>
              <a:rPr lang="en-US" sz="3600" dirty="0" err="1" smtClean="0"/>
              <a:t>kết</a:t>
            </a:r>
            <a:r>
              <a:rPr lang="en-US" sz="3600" dirty="0" smtClean="0"/>
              <a:t> </a:t>
            </a: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quyết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nghị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cải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,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cũ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endParaRPr lang="en-US" dirty="0" smtClean="0"/>
          </a:p>
          <a:p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thất</a:t>
            </a:r>
            <a:r>
              <a:rPr lang="en-US" dirty="0" smtClean="0"/>
              <a:t> </a:t>
            </a:r>
            <a:r>
              <a:rPr lang="en-US" dirty="0" err="1" smtClean="0"/>
              <a:t>bại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Bộ môn Quản lý và kinh tế dược - Nguyễn Thị Thanh Hương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713AC4972CE1704E8AF5CAE1A5A1DE57" ma:contentTypeVersion="2" ma:contentTypeDescription="Tạo tài liệu mới." ma:contentTypeScope="" ma:versionID="3ae91b02285482ce3670b0920176e69c">
  <xsd:schema xmlns:xsd="http://www.w3.org/2001/XMLSchema" xmlns:xs="http://www.w3.org/2001/XMLSchema" xmlns:p="http://schemas.microsoft.com/office/2006/metadata/properties" xmlns:ns2="fe20f3b0-f6fd-4817-a829-1e591d709341" targetNamespace="http://schemas.microsoft.com/office/2006/metadata/properties" ma:root="true" ma:fieldsID="2db489109ce29cec87c1ab70a7df57d9" ns2:_="">
    <xsd:import namespace="fe20f3b0-f6fd-4817-a829-1e591d709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0f3b0-f6fd-4817-a829-1e591d7093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4BB4A1-E514-432F-BAB6-248C8B886113}"/>
</file>

<file path=customXml/itemProps2.xml><?xml version="1.0" encoding="utf-8"?>
<ds:datastoreItem xmlns:ds="http://schemas.openxmlformats.org/officeDocument/2006/customXml" ds:itemID="{7DA1F58F-7422-4D30-BC98-5A1248844837}"/>
</file>

<file path=customXml/itemProps3.xml><?xml version="1.0" encoding="utf-8"?>
<ds:datastoreItem xmlns:ds="http://schemas.openxmlformats.org/officeDocument/2006/customXml" ds:itemID="{D203BB89-5E5A-43F6-A364-5936C54B58D4}"/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3173</Words>
  <Application>Microsoft Office PowerPoint</Application>
  <PresentationFormat>On-screen Show (4:3)</PresentationFormat>
  <Paragraphs>335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THÔNG TIN VÀ  RA QUYẾT ĐỊNH QUẢN LÝ</vt:lpstr>
      <vt:lpstr>Mục tiêu</vt:lpstr>
      <vt:lpstr>1- THÔNG TIN QUẢN LÝ</vt:lpstr>
      <vt:lpstr>1.1. Khái niệm thông tin quản lý</vt:lpstr>
      <vt:lpstr>1.2. Đặc trưng</vt:lpstr>
      <vt:lpstr>1.3. Quá trình lĩnh hội thông tin</vt:lpstr>
      <vt:lpstr>1.4. Vai trò của thông tin quản lý</vt:lpstr>
      <vt:lpstr>1.4.1. Thông tin gắn liền với quá trình quản lý</vt:lpstr>
      <vt:lpstr>Mối liên hệ thông tin của hệ thống quản lý</vt:lpstr>
      <vt:lpstr>1.4.2. Thông tin quyết định hiệu quả </vt:lpstr>
      <vt:lpstr>1.5. Yêu cầu đối với thông tin quản lý</vt:lpstr>
      <vt:lpstr>1.6. Phân loại thông tin quản lý</vt:lpstr>
      <vt:lpstr>1.6.1. Mối quan hệ giữa tổ chức và môi trường ngoài </vt:lpstr>
      <vt:lpstr>1.6.2. Theo chức năng của thông tin </vt:lpstr>
      <vt:lpstr>1.6.3. Theo cách truyền tin</vt:lpstr>
      <vt:lpstr>1.6.4. Theo hướng chuyển động của thông tin</vt:lpstr>
      <vt:lpstr>1.6.5. Theo nội dung và thông tin phản ánh</vt:lpstr>
      <vt:lpstr>1.7. Tổ chức hệ thống thông tin trong quản lý</vt:lpstr>
      <vt:lpstr>1.7. Tổ chức hệ thống thông tin trong quản lý</vt:lpstr>
      <vt:lpstr>2. QUYẾT ĐỊNH QUẢN LÝ</vt:lpstr>
      <vt:lpstr>2.1. Khái niệm</vt:lpstr>
      <vt:lpstr>2.2. Vai trò</vt:lpstr>
      <vt:lpstr>2.2. Vai trò của quyết định quản lý</vt:lpstr>
      <vt:lpstr>2.3. Yêu cầu đối với quyết định quản lý</vt:lpstr>
      <vt:lpstr>2.3.1. Tính hợp pháp</vt:lpstr>
      <vt:lpstr>2.3.2. Tính khoa học của quyết định</vt:lpstr>
      <vt:lpstr>2.3.3. Tính thống nhất</vt:lpstr>
      <vt:lpstr>2.3.4. Tính kịp thời, chính xác, dễ hiểu</vt:lpstr>
      <vt:lpstr>2.3.5. Phù hợp với điều kiện và cơ sở vật chất để thực hiện quyết định</vt:lpstr>
      <vt:lpstr>2.4. Quá trình ra quyết định và tổ chức thực hiện</vt:lpstr>
      <vt:lpstr>2.4.1. Căn cứ ra quyết định</vt:lpstr>
      <vt:lpstr>2.4.2. Các bước ra quyết định</vt:lpstr>
      <vt:lpstr>2.4.2.1. Xác định nhiệm vụ: cần làm rõ</vt:lpstr>
      <vt:lpstr>2.4.2.2. Chọn tiêu chuẩn đánh giá phương án</vt:lpstr>
      <vt:lpstr>Lưu ý</vt:lpstr>
      <vt:lpstr>2.4.2.3. Dự kiến các phương án có thể</vt:lpstr>
      <vt:lpstr>2.4.2.4. Đánh giá các phương án</vt:lpstr>
      <vt:lpstr>2.4.2.5. Lựa chọn phương án quyết định</vt:lpstr>
      <vt:lpstr>2.4.2.6. Ra văn bản quyết định</vt:lpstr>
      <vt:lpstr>2.4.3. Tổ chức thực hiện  các quyết định quản lý</vt:lpstr>
      <vt:lpstr>2.4.3.1. Lập kế hoạch</vt:lpstr>
      <vt:lpstr>2.4.3.2. Truyền đạt quyết định</vt:lpstr>
      <vt:lpstr>2.4.3.2. Truyền đạt quyết định</vt:lpstr>
      <vt:lpstr>2.4.3.3. Thực hiện quyết định theo kế hoạch</vt:lpstr>
      <vt:lpstr>2.4.3.4. Kiểm tra việc thực hiện quyết định</vt:lpstr>
      <vt:lpstr>2.4.3.5. Điều chỉnh quyết định</vt:lpstr>
      <vt:lpstr>2.4.3.5. Điều chỉnh quyết định</vt:lpstr>
      <vt:lpstr>Lưu ý</vt:lpstr>
      <vt:lpstr>2.4.3.6. Tổng kết việc thực hiện quyết định</vt:lpstr>
      <vt:lpstr>2.4.3.6. Tổng kết việc thực hiện quyết định</vt:lpstr>
      <vt:lpstr>2.4.3.6. Tổng kết việc thực hiện quyết định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THÔNG TIN VÀ  RA QUYẾT ĐỊNH QUẢN LÝ</dc:title>
  <dc:creator>SONY</dc:creator>
  <cp:lastModifiedBy>DELL</cp:lastModifiedBy>
  <cp:revision>18</cp:revision>
  <dcterms:created xsi:type="dcterms:W3CDTF">2006-08-16T00:00:00Z</dcterms:created>
  <dcterms:modified xsi:type="dcterms:W3CDTF">2020-03-02T01:59:11Z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0x010100713AC4972CE1704E8AF5CAE1A5A1DE57</vt:lpwstr>
  </property>
</Properties>
</file>
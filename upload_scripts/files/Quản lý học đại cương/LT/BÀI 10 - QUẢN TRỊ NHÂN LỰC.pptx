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42"/>
  </p:notesMasterIdLst>
  <p:sldIdLst>
    <p:sldId id="256" r:id="rId2"/>
    <p:sldId id="257" r:id="rId3"/>
    <p:sldId id="258" r:id="rId4"/>
    <p:sldId id="259" r:id="rId5"/>
    <p:sldId id="285" r:id="rId6"/>
    <p:sldId id="260" r:id="rId7"/>
    <p:sldId id="262" r:id="rId8"/>
    <p:sldId id="289" r:id="rId9"/>
    <p:sldId id="296" r:id="rId10"/>
    <p:sldId id="263" r:id="rId11"/>
    <p:sldId id="264" r:id="rId12"/>
    <p:sldId id="297" r:id="rId13"/>
    <p:sldId id="299" r:id="rId14"/>
    <p:sldId id="290" r:id="rId15"/>
    <p:sldId id="265" r:id="rId16"/>
    <p:sldId id="291" r:id="rId17"/>
    <p:sldId id="266" r:id="rId18"/>
    <p:sldId id="267" r:id="rId19"/>
    <p:sldId id="268" r:id="rId20"/>
    <p:sldId id="269" r:id="rId21"/>
    <p:sldId id="292" r:id="rId22"/>
    <p:sldId id="293" r:id="rId23"/>
    <p:sldId id="270" r:id="rId24"/>
    <p:sldId id="271" r:id="rId25"/>
    <p:sldId id="272" r:id="rId26"/>
    <p:sldId id="294" r:id="rId27"/>
    <p:sldId id="273" r:id="rId28"/>
    <p:sldId id="284" r:id="rId29"/>
    <p:sldId id="261" r:id="rId30"/>
    <p:sldId id="274" r:id="rId31"/>
    <p:sldId id="275" r:id="rId32"/>
    <p:sldId id="276" r:id="rId33"/>
    <p:sldId id="277" r:id="rId34"/>
    <p:sldId id="278" r:id="rId35"/>
    <p:sldId id="279" r:id="rId36"/>
    <p:sldId id="280" r:id="rId37"/>
    <p:sldId id="283" r:id="rId38"/>
    <p:sldId id="281" r:id="rId39"/>
    <p:sldId id="282" r:id="rId40"/>
    <p:sldId id="301"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86" d="100"/>
          <a:sy n="86" d="100"/>
        </p:scale>
        <p:origin x="470"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F0555D-64FA-4C69-9138-372C2E16B569}" type="doc">
      <dgm:prSet loTypeId="urn:microsoft.com/office/officeart/2005/8/layout/matrix3" loCatId="matrix" qsTypeId="urn:microsoft.com/office/officeart/2005/8/quickstyle/simple1" qsCatId="simple" csTypeId="urn:microsoft.com/office/officeart/2005/8/colors/colorful1#1" csCatId="colorful" phldr="1"/>
      <dgm:spPr/>
      <dgm:t>
        <a:bodyPr/>
        <a:lstStyle/>
        <a:p>
          <a:endParaRPr lang="en-US"/>
        </a:p>
      </dgm:t>
    </dgm:pt>
    <dgm:pt modelId="{09E77720-FE7A-4EB6-A3B9-AC1B475518A0}">
      <dgm:prSet/>
      <dgm:spPr/>
      <dgm:t>
        <a:bodyPr/>
        <a:lstStyle/>
        <a:p>
          <a:r>
            <a:rPr lang="en-US" dirty="0" err="1"/>
            <a:t>Khái</a:t>
          </a:r>
          <a:r>
            <a:rPr lang="en-US" dirty="0"/>
            <a:t> </a:t>
          </a:r>
          <a:r>
            <a:rPr lang="en-US" dirty="0" err="1"/>
            <a:t>niệm</a:t>
          </a:r>
          <a:r>
            <a:rPr lang="en-US" dirty="0"/>
            <a:t> </a:t>
          </a:r>
          <a:r>
            <a:rPr lang="en-US" dirty="0" err="1"/>
            <a:t>quản</a:t>
          </a:r>
          <a:r>
            <a:rPr lang="en-US" dirty="0"/>
            <a:t> </a:t>
          </a:r>
          <a:r>
            <a:rPr lang="en-US" dirty="0" err="1"/>
            <a:t>trị</a:t>
          </a:r>
          <a:r>
            <a:rPr lang="en-US" dirty="0"/>
            <a:t> </a:t>
          </a:r>
          <a:r>
            <a:rPr lang="en-US" dirty="0" err="1"/>
            <a:t>nhân</a:t>
          </a:r>
          <a:r>
            <a:rPr lang="en-US" dirty="0"/>
            <a:t> </a:t>
          </a:r>
          <a:r>
            <a:rPr lang="en-US" dirty="0" err="1"/>
            <a:t>lực</a:t>
          </a:r>
          <a:endParaRPr lang="en-US" dirty="0"/>
        </a:p>
      </dgm:t>
    </dgm:pt>
    <dgm:pt modelId="{CC3D0DB8-68DB-4D3E-BBDC-C2254CB27114}" type="parTrans" cxnId="{2F515ACA-0924-43FC-BFE9-A8CB91E20A6E}">
      <dgm:prSet/>
      <dgm:spPr/>
      <dgm:t>
        <a:bodyPr/>
        <a:lstStyle/>
        <a:p>
          <a:endParaRPr lang="en-US"/>
        </a:p>
      </dgm:t>
    </dgm:pt>
    <dgm:pt modelId="{4ACF6D74-5090-43B5-B1F0-D9E74985753A}" type="sibTrans" cxnId="{2F515ACA-0924-43FC-BFE9-A8CB91E20A6E}">
      <dgm:prSet/>
      <dgm:spPr/>
      <dgm:t>
        <a:bodyPr/>
        <a:lstStyle/>
        <a:p>
          <a:endParaRPr lang="en-US"/>
        </a:p>
      </dgm:t>
    </dgm:pt>
    <dgm:pt modelId="{74AA194F-C832-4F57-8D2E-9947B6569C86}">
      <dgm:prSet/>
      <dgm:spPr/>
      <dgm:t>
        <a:bodyPr/>
        <a:lstStyle/>
        <a:p>
          <a:r>
            <a:rPr lang="en-US" dirty="0" err="1"/>
            <a:t>Chức</a:t>
          </a:r>
          <a:r>
            <a:rPr lang="en-US" dirty="0"/>
            <a:t> </a:t>
          </a:r>
          <a:r>
            <a:rPr lang="en-US" dirty="0" err="1"/>
            <a:t>năng</a:t>
          </a:r>
          <a:r>
            <a:rPr lang="en-US" dirty="0"/>
            <a:t>/ </a:t>
          </a:r>
          <a:r>
            <a:rPr lang="en-US" dirty="0" err="1"/>
            <a:t>vai</a:t>
          </a:r>
          <a:r>
            <a:rPr lang="en-US" dirty="0"/>
            <a:t> </a:t>
          </a:r>
          <a:r>
            <a:rPr lang="en-US" dirty="0" err="1"/>
            <a:t>trò</a:t>
          </a:r>
          <a:r>
            <a:rPr lang="en-US" dirty="0"/>
            <a:t> </a:t>
          </a:r>
          <a:r>
            <a:rPr lang="en-US" dirty="0" err="1"/>
            <a:t>quản</a:t>
          </a:r>
          <a:r>
            <a:rPr lang="en-US" dirty="0"/>
            <a:t> </a:t>
          </a:r>
          <a:r>
            <a:rPr lang="en-US" dirty="0" err="1"/>
            <a:t>trị</a:t>
          </a:r>
          <a:r>
            <a:rPr lang="en-US" dirty="0"/>
            <a:t> </a:t>
          </a:r>
          <a:r>
            <a:rPr lang="en-US" dirty="0" err="1"/>
            <a:t>nhân</a:t>
          </a:r>
          <a:r>
            <a:rPr lang="en-US" dirty="0"/>
            <a:t> </a:t>
          </a:r>
          <a:r>
            <a:rPr lang="en-US" dirty="0" err="1"/>
            <a:t>lực</a:t>
          </a:r>
          <a:endParaRPr lang="en-US" dirty="0"/>
        </a:p>
      </dgm:t>
    </dgm:pt>
    <dgm:pt modelId="{E2CEA60F-74EC-4361-B02F-EB0A0A9FCF98}" type="parTrans" cxnId="{567D6702-C55B-4FEA-AFC4-3498C687364A}">
      <dgm:prSet/>
      <dgm:spPr/>
      <dgm:t>
        <a:bodyPr/>
        <a:lstStyle/>
        <a:p>
          <a:endParaRPr lang="en-US"/>
        </a:p>
      </dgm:t>
    </dgm:pt>
    <dgm:pt modelId="{7DA3155B-0F91-4219-A6C5-6FE53609FF96}" type="sibTrans" cxnId="{567D6702-C55B-4FEA-AFC4-3498C687364A}">
      <dgm:prSet/>
      <dgm:spPr/>
      <dgm:t>
        <a:bodyPr/>
        <a:lstStyle/>
        <a:p>
          <a:endParaRPr lang="en-US"/>
        </a:p>
      </dgm:t>
    </dgm:pt>
    <dgm:pt modelId="{AEFA8BD1-1D30-442A-ACAE-A2B8B134CA25}">
      <dgm:prSet/>
      <dgm:spPr/>
      <dgm:t>
        <a:bodyPr/>
        <a:lstStyle/>
        <a:p>
          <a:r>
            <a:rPr lang="en-US" dirty="0" err="1"/>
            <a:t>Mục</a:t>
          </a:r>
          <a:r>
            <a:rPr lang="en-US" dirty="0"/>
            <a:t> </a:t>
          </a:r>
          <a:r>
            <a:rPr lang="en-US" dirty="0" err="1"/>
            <a:t>tiêu</a:t>
          </a:r>
          <a:r>
            <a:rPr lang="en-US" dirty="0"/>
            <a:t> </a:t>
          </a:r>
          <a:r>
            <a:rPr lang="en-US" dirty="0" err="1"/>
            <a:t>quản</a:t>
          </a:r>
          <a:r>
            <a:rPr lang="en-US" dirty="0"/>
            <a:t> </a:t>
          </a:r>
          <a:r>
            <a:rPr lang="en-US" dirty="0" err="1"/>
            <a:t>trị</a:t>
          </a:r>
          <a:r>
            <a:rPr lang="en-US" dirty="0"/>
            <a:t> </a:t>
          </a:r>
          <a:r>
            <a:rPr lang="en-US" dirty="0" err="1"/>
            <a:t>nhân</a:t>
          </a:r>
          <a:r>
            <a:rPr lang="en-US" dirty="0"/>
            <a:t> </a:t>
          </a:r>
          <a:r>
            <a:rPr lang="en-US" dirty="0" err="1"/>
            <a:t>lực</a:t>
          </a:r>
          <a:endParaRPr lang="en-US" dirty="0"/>
        </a:p>
      </dgm:t>
    </dgm:pt>
    <dgm:pt modelId="{DAB8A633-BC71-4217-81D5-F265C5054D54}" type="parTrans" cxnId="{B0947CA3-E29D-43A6-B41A-F764E09F7934}">
      <dgm:prSet/>
      <dgm:spPr/>
      <dgm:t>
        <a:bodyPr/>
        <a:lstStyle/>
        <a:p>
          <a:endParaRPr lang="en-US"/>
        </a:p>
      </dgm:t>
    </dgm:pt>
    <dgm:pt modelId="{200003AE-81D6-4A1C-A7DF-07100C386EC2}" type="sibTrans" cxnId="{B0947CA3-E29D-43A6-B41A-F764E09F7934}">
      <dgm:prSet/>
      <dgm:spPr/>
      <dgm:t>
        <a:bodyPr/>
        <a:lstStyle/>
        <a:p>
          <a:endParaRPr lang="en-US"/>
        </a:p>
      </dgm:t>
    </dgm:pt>
    <dgm:pt modelId="{D45CC1B3-E41E-43FD-883F-8F08FF36C86B}">
      <dgm:prSet/>
      <dgm:spPr/>
      <dgm:t>
        <a:bodyPr/>
        <a:lstStyle/>
        <a:p>
          <a:r>
            <a:rPr lang="en-US" dirty="0" err="1"/>
            <a:t>Các</a:t>
          </a:r>
          <a:r>
            <a:rPr lang="en-US" dirty="0"/>
            <a:t> </a:t>
          </a:r>
          <a:r>
            <a:rPr lang="en-US" dirty="0" err="1"/>
            <a:t>xu</a:t>
          </a:r>
          <a:r>
            <a:rPr lang="en-US" dirty="0"/>
            <a:t> </a:t>
          </a:r>
          <a:r>
            <a:rPr lang="en-US" dirty="0" err="1"/>
            <a:t>hướng</a:t>
          </a:r>
          <a:r>
            <a:rPr lang="en-US" dirty="0"/>
            <a:t> </a:t>
          </a:r>
          <a:r>
            <a:rPr lang="en-US" dirty="0" err="1"/>
            <a:t>và</a:t>
          </a:r>
          <a:r>
            <a:rPr lang="en-US" dirty="0"/>
            <a:t> </a:t>
          </a:r>
          <a:r>
            <a:rPr lang="en-US" dirty="0" err="1"/>
            <a:t>nhu</a:t>
          </a:r>
          <a:r>
            <a:rPr lang="en-US" dirty="0"/>
            <a:t> </a:t>
          </a:r>
          <a:r>
            <a:rPr lang="en-US" dirty="0" err="1"/>
            <a:t>cầu</a:t>
          </a:r>
          <a:r>
            <a:rPr lang="en-US" dirty="0"/>
            <a:t> </a:t>
          </a:r>
          <a:r>
            <a:rPr lang="en-US" dirty="0" err="1"/>
            <a:t>của</a:t>
          </a:r>
          <a:r>
            <a:rPr lang="en-US" dirty="0"/>
            <a:t> </a:t>
          </a:r>
          <a:r>
            <a:rPr lang="en-US" dirty="0" err="1"/>
            <a:t>người</a:t>
          </a:r>
          <a:r>
            <a:rPr lang="en-US" dirty="0"/>
            <a:t> LĐ</a:t>
          </a:r>
        </a:p>
      </dgm:t>
    </dgm:pt>
    <dgm:pt modelId="{C9F05EFD-AC9E-4B9A-B90B-949EAFF8BD3D}" type="parTrans" cxnId="{70F10F8B-BF52-45B0-9E74-587E09189870}">
      <dgm:prSet/>
      <dgm:spPr/>
      <dgm:t>
        <a:bodyPr/>
        <a:lstStyle/>
        <a:p>
          <a:endParaRPr lang="en-US"/>
        </a:p>
      </dgm:t>
    </dgm:pt>
    <dgm:pt modelId="{3FD83286-E79E-40CE-998C-7E0E881FA084}" type="sibTrans" cxnId="{70F10F8B-BF52-45B0-9E74-587E09189870}">
      <dgm:prSet/>
      <dgm:spPr/>
      <dgm:t>
        <a:bodyPr/>
        <a:lstStyle/>
        <a:p>
          <a:endParaRPr lang="en-US"/>
        </a:p>
      </dgm:t>
    </dgm:pt>
    <dgm:pt modelId="{12C03000-93EB-4C71-824B-D70825EC1BE9}" type="pres">
      <dgm:prSet presAssocID="{BBF0555D-64FA-4C69-9138-372C2E16B569}" presName="matrix" presStyleCnt="0">
        <dgm:presLayoutVars>
          <dgm:chMax val="1"/>
          <dgm:dir/>
          <dgm:resizeHandles val="exact"/>
        </dgm:presLayoutVars>
      </dgm:prSet>
      <dgm:spPr/>
    </dgm:pt>
    <dgm:pt modelId="{27E1EE0C-5162-4038-BB69-0CCC3263DE4F}" type="pres">
      <dgm:prSet presAssocID="{BBF0555D-64FA-4C69-9138-372C2E16B569}" presName="diamond" presStyleLbl="bgShp" presStyleIdx="0" presStyleCnt="1"/>
      <dgm:spPr/>
    </dgm:pt>
    <dgm:pt modelId="{B96DE875-E5A1-4B19-B779-CB6C04298706}" type="pres">
      <dgm:prSet presAssocID="{BBF0555D-64FA-4C69-9138-372C2E16B569}" presName="quad1" presStyleLbl="node1" presStyleIdx="0" presStyleCnt="4" custScaleX="252886" custLinFactX="-62658" custLinFactNeighborX="-100000" custLinFactNeighborY="-1870">
        <dgm:presLayoutVars>
          <dgm:chMax val="0"/>
          <dgm:chPref val="0"/>
          <dgm:bulletEnabled val="1"/>
        </dgm:presLayoutVars>
      </dgm:prSet>
      <dgm:spPr/>
    </dgm:pt>
    <dgm:pt modelId="{E8D41137-498B-4C11-9232-437A1220E58C}" type="pres">
      <dgm:prSet presAssocID="{BBF0555D-64FA-4C69-9138-372C2E16B569}" presName="quad2" presStyleLbl="node1" presStyleIdx="1" presStyleCnt="4" custScaleX="266533" custLinFactX="80419" custLinFactNeighborX="100000" custLinFactNeighborY="-6544">
        <dgm:presLayoutVars>
          <dgm:chMax val="0"/>
          <dgm:chPref val="0"/>
          <dgm:bulletEnabled val="1"/>
        </dgm:presLayoutVars>
      </dgm:prSet>
      <dgm:spPr/>
    </dgm:pt>
    <dgm:pt modelId="{1FEFD8C5-3E0A-4CB1-AE31-35D80E5154B7}" type="pres">
      <dgm:prSet presAssocID="{BBF0555D-64FA-4C69-9138-372C2E16B569}" presName="quad3" presStyleLbl="node1" presStyleIdx="2" presStyleCnt="4" custScaleX="265737" custLinFactX="-62658" custLinFactNeighborX="-100000" custLinFactNeighborY="17761">
        <dgm:presLayoutVars>
          <dgm:chMax val="0"/>
          <dgm:chPref val="0"/>
          <dgm:bulletEnabled val="1"/>
        </dgm:presLayoutVars>
      </dgm:prSet>
      <dgm:spPr/>
    </dgm:pt>
    <dgm:pt modelId="{9D69EE3F-607D-4DDC-B219-6FF1B6ADBCAA}" type="pres">
      <dgm:prSet presAssocID="{BBF0555D-64FA-4C69-9138-372C2E16B569}" presName="quad4" presStyleLbl="node1" presStyleIdx="3" presStyleCnt="4" custScaleX="260315" custLinFactX="73875" custLinFactNeighborX="100000" custLinFactNeighborY="14957">
        <dgm:presLayoutVars>
          <dgm:chMax val="0"/>
          <dgm:chPref val="0"/>
          <dgm:bulletEnabled val="1"/>
        </dgm:presLayoutVars>
      </dgm:prSet>
      <dgm:spPr/>
    </dgm:pt>
  </dgm:ptLst>
  <dgm:cxnLst>
    <dgm:cxn modelId="{567D6702-C55B-4FEA-AFC4-3498C687364A}" srcId="{BBF0555D-64FA-4C69-9138-372C2E16B569}" destId="{74AA194F-C832-4F57-8D2E-9947B6569C86}" srcOrd="1" destOrd="0" parTransId="{E2CEA60F-74EC-4361-B02F-EB0A0A9FCF98}" sibTransId="{7DA3155B-0F91-4219-A6C5-6FE53609FF96}"/>
    <dgm:cxn modelId="{08887204-7AE2-4BC3-8C2C-9B5CAC19C42C}" type="presOf" srcId="{74AA194F-C832-4F57-8D2E-9947B6569C86}" destId="{E8D41137-498B-4C11-9232-437A1220E58C}" srcOrd="0" destOrd="0" presId="urn:microsoft.com/office/officeart/2005/8/layout/matrix3"/>
    <dgm:cxn modelId="{54388109-3F39-4B9E-8BE5-9CF1C56A74F1}" type="presOf" srcId="{D45CC1B3-E41E-43FD-883F-8F08FF36C86B}" destId="{9D69EE3F-607D-4DDC-B219-6FF1B6ADBCAA}" srcOrd="0" destOrd="0" presId="urn:microsoft.com/office/officeart/2005/8/layout/matrix3"/>
    <dgm:cxn modelId="{82494F45-2B41-4C6D-88C9-5003D032DE42}" type="presOf" srcId="{BBF0555D-64FA-4C69-9138-372C2E16B569}" destId="{12C03000-93EB-4C71-824B-D70825EC1BE9}" srcOrd="0" destOrd="0" presId="urn:microsoft.com/office/officeart/2005/8/layout/matrix3"/>
    <dgm:cxn modelId="{70F10F8B-BF52-45B0-9E74-587E09189870}" srcId="{BBF0555D-64FA-4C69-9138-372C2E16B569}" destId="{D45CC1B3-E41E-43FD-883F-8F08FF36C86B}" srcOrd="3" destOrd="0" parTransId="{C9F05EFD-AC9E-4B9A-B90B-949EAFF8BD3D}" sibTransId="{3FD83286-E79E-40CE-998C-7E0E881FA084}"/>
    <dgm:cxn modelId="{283383A1-1196-44CD-B109-DE37ED8DACE1}" type="presOf" srcId="{09E77720-FE7A-4EB6-A3B9-AC1B475518A0}" destId="{B96DE875-E5A1-4B19-B779-CB6C04298706}" srcOrd="0" destOrd="0" presId="urn:microsoft.com/office/officeart/2005/8/layout/matrix3"/>
    <dgm:cxn modelId="{B0947CA3-E29D-43A6-B41A-F764E09F7934}" srcId="{BBF0555D-64FA-4C69-9138-372C2E16B569}" destId="{AEFA8BD1-1D30-442A-ACAE-A2B8B134CA25}" srcOrd="2" destOrd="0" parTransId="{DAB8A633-BC71-4217-81D5-F265C5054D54}" sibTransId="{200003AE-81D6-4A1C-A7DF-07100C386EC2}"/>
    <dgm:cxn modelId="{2F515ACA-0924-43FC-BFE9-A8CB91E20A6E}" srcId="{BBF0555D-64FA-4C69-9138-372C2E16B569}" destId="{09E77720-FE7A-4EB6-A3B9-AC1B475518A0}" srcOrd="0" destOrd="0" parTransId="{CC3D0DB8-68DB-4D3E-BBDC-C2254CB27114}" sibTransId="{4ACF6D74-5090-43B5-B1F0-D9E74985753A}"/>
    <dgm:cxn modelId="{CD953EE1-C045-4665-92CC-F128383651C9}" type="presOf" srcId="{AEFA8BD1-1D30-442A-ACAE-A2B8B134CA25}" destId="{1FEFD8C5-3E0A-4CB1-AE31-35D80E5154B7}" srcOrd="0" destOrd="0" presId="urn:microsoft.com/office/officeart/2005/8/layout/matrix3"/>
    <dgm:cxn modelId="{DB6D04E4-336E-4C02-835A-CDE2C9C8E83E}" type="presParOf" srcId="{12C03000-93EB-4C71-824B-D70825EC1BE9}" destId="{27E1EE0C-5162-4038-BB69-0CCC3263DE4F}" srcOrd="0" destOrd="0" presId="urn:microsoft.com/office/officeart/2005/8/layout/matrix3"/>
    <dgm:cxn modelId="{BC4BB233-E0AD-4988-824A-F68E9A15870B}" type="presParOf" srcId="{12C03000-93EB-4C71-824B-D70825EC1BE9}" destId="{B96DE875-E5A1-4B19-B779-CB6C04298706}" srcOrd="1" destOrd="0" presId="urn:microsoft.com/office/officeart/2005/8/layout/matrix3"/>
    <dgm:cxn modelId="{177A8C37-712B-42D7-A843-2A2672DFFABA}" type="presParOf" srcId="{12C03000-93EB-4C71-824B-D70825EC1BE9}" destId="{E8D41137-498B-4C11-9232-437A1220E58C}" srcOrd="2" destOrd="0" presId="urn:microsoft.com/office/officeart/2005/8/layout/matrix3"/>
    <dgm:cxn modelId="{9D40E8B5-A085-4FD2-BC69-1AD78FA9B25C}" type="presParOf" srcId="{12C03000-93EB-4C71-824B-D70825EC1BE9}" destId="{1FEFD8C5-3E0A-4CB1-AE31-35D80E5154B7}" srcOrd="3" destOrd="0" presId="urn:microsoft.com/office/officeart/2005/8/layout/matrix3"/>
    <dgm:cxn modelId="{16601986-B01A-40F6-9BB5-6EFE9549D982}" type="presParOf" srcId="{12C03000-93EB-4C71-824B-D70825EC1BE9}" destId="{9D69EE3F-607D-4DDC-B219-6FF1B6ADBCA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828ADC-2119-4B1B-80E2-3F0ED39365D7}" type="doc">
      <dgm:prSet loTypeId="urn:microsoft.com/office/officeart/2005/8/layout/chart3" loCatId="cycle" qsTypeId="urn:microsoft.com/office/officeart/2005/8/quickstyle/simple1" qsCatId="simple" csTypeId="urn:microsoft.com/office/officeart/2005/8/colors/colorful5" csCatId="colorful" phldr="1"/>
      <dgm:spPr/>
      <dgm:t>
        <a:bodyPr/>
        <a:lstStyle/>
        <a:p>
          <a:endParaRPr lang="en-US"/>
        </a:p>
      </dgm:t>
    </dgm:pt>
    <dgm:pt modelId="{CCB4E4EC-5D7E-4FB5-8E7B-FD0C6B44D66A}">
      <dgm:prSet custT="1"/>
      <dgm:spPr/>
      <dgm:t>
        <a:bodyPr/>
        <a:lstStyle/>
        <a:p>
          <a:r>
            <a:rPr lang="en-US" sz="1800" b="1" dirty="0"/>
            <a:t>H</a:t>
          </a:r>
          <a:r>
            <a:rPr lang="vi-VN" sz="1800" b="1" dirty="0"/>
            <a:t>oạch định nguồn nhân lực, </a:t>
          </a:r>
          <a:endParaRPr lang="en-US" sz="1800" b="1" dirty="0"/>
        </a:p>
      </dgm:t>
    </dgm:pt>
    <dgm:pt modelId="{B3C8A2A7-9938-422B-AD8A-B52F5BC40AE9}" type="parTrans" cxnId="{2CA9DA3B-CB91-4898-87F9-60CAA9FA8B1E}">
      <dgm:prSet/>
      <dgm:spPr/>
      <dgm:t>
        <a:bodyPr/>
        <a:lstStyle/>
        <a:p>
          <a:endParaRPr lang="en-US"/>
        </a:p>
      </dgm:t>
    </dgm:pt>
    <dgm:pt modelId="{A819AE4E-07A4-4304-A0B1-6515DEC6BCEC}" type="sibTrans" cxnId="{2CA9DA3B-CB91-4898-87F9-60CAA9FA8B1E}">
      <dgm:prSet/>
      <dgm:spPr/>
      <dgm:t>
        <a:bodyPr/>
        <a:lstStyle/>
        <a:p>
          <a:endParaRPr lang="en-US"/>
        </a:p>
      </dgm:t>
    </dgm:pt>
    <dgm:pt modelId="{7D0F9408-B3DC-46E5-B5DE-E473A638DF65}">
      <dgm:prSet custT="1"/>
      <dgm:spPr/>
      <dgm:t>
        <a:bodyPr/>
        <a:lstStyle/>
        <a:p>
          <a:r>
            <a:rPr lang="en-US" sz="1800" b="1" dirty="0"/>
            <a:t>T</a:t>
          </a:r>
          <a:r>
            <a:rPr lang="vi-VN" sz="1800" b="1" dirty="0"/>
            <a:t>uyển mộ và lựa chọn; </a:t>
          </a:r>
          <a:endParaRPr lang="en-US" sz="1800" b="1" dirty="0"/>
        </a:p>
      </dgm:t>
    </dgm:pt>
    <dgm:pt modelId="{C1391A58-3B0A-433F-93BA-64ED2E30B3C1}" type="parTrans" cxnId="{53024D0A-FDB7-42EE-9E10-4A77C37193CE}">
      <dgm:prSet/>
      <dgm:spPr/>
      <dgm:t>
        <a:bodyPr/>
        <a:lstStyle/>
        <a:p>
          <a:endParaRPr lang="en-US"/>
        </a:p>
      </dgm:t>
    </dgm:pt>
    <dgm:pt modelId="{4EC6579A-E89B-49FC-9C0E-9E743169A49E}" type="sibTrans" cxnId="{53024D0A-FDB7-42EE-9E10-4A77C37193CE}">
      <dgm:prSet/>
      <dgm:spPr/>
      <dgm:t>
        <a:bodyPr/>
        <a:lstStyle/>
        <a:p>
          <a:endParaRPr lang="en-US"/>
        </a:p>
      </dgm:t>
    </dgm:pt>
    <dgm:pt modelId="{496D2A5D-FF22-4A49-81AB-2F19317FB7C8}">
      <dgm:prSet custT="1"/>
      <dgm:spPr/>
      <dgm:t>
        <a:bodyPr/>
        <a:lstStyle/>
        <a:p>
          <a:r>
            <a:rPr lang="en-US" sz="1800" b="1" dirty="0"/>
            <a:t>P</a:t>
          </a:r>
          <a:r>
            <a:rPr lang="vi-VN" sz="1800" b="1" dirty="0"/>
            <a:t>hát triển nguồn nhân lực; </a:t>
          </a:r>
          <a:endParaRPr lang="en-US" sz="1800" b="1" dirty="0"/>
        </a:p>
      </dgm:t>
    </dgm:pt>
    <dgm:pt modelId="{5FCEEF64-4D14-4029-8258-21F26D14A56B}" type="parTrans" cxnId="{89124976-D7EB-4FCC-9CC0-F0B10EE4830D}">
      <dgm:prSet/>
      <dgm:spPr/>
      <dgm:t>
        <a:bodyPr/>
        <a:lstStyle/>
        <a:p>
          <a:endParaRPr lang="en-US"/>
        </a:p>
      </dgm:t>
    </dgm:pt>
    <dgm:pt modelId="{47E02C86-3018-47DB-B849-D184FA297F83}" type="sibTrans" cxnId="{89124976-D7EB-4FCC-9CC0-F0B10EE4830D}">
      <dgm:prSet/>
      <dgm:spPr/>
      <dgm:t>
        <a:bodyPr/>
        <a:lstStyle/>
        <a:p>
          <a:endParaRPr lang="en-US"/>
        </a:p>
      </dgm:t>
    </dgm:pt>
    <dgm:pt modelId="{501E3BFE-5FB8-480C-9D2A-A6AFAFEEF14E}">
      <dgm:prSet custT="1"/>
      <dgm:spPr/>
      <dgm:t>
        <a:bodyPr/>
        <a:lstStyle/>
        <a:p>
          <a:r>
            <a:rPr lang="en-US" sz="1800" b="1" dirty="0"/>
            <a:t>P</a:t>
          </a:r>
          <a:r>
            <a:rPr lang="vi-VN" sz="1800" b="1" dirty="0"/>
            <a:t>húc lợi và lương bổng; </a:t>
          </a:r>
          <a:endParaRPr lang="en-US" sz="1800" b="1" dirty="0"/>
        </a:p>
      </dgm:t>
    </dgm:pt>
    <dgm:pt modelId="{22BA695C-C8B6-4025-8967-3EF85791FAE6}" type="parTrans" cxnId="{5987135A-B2E7-44C5-9214-154F0BB339BE}">
      <dgm:prSet/>
      <dgm:spPr/>
      <dgm:t>
        <a:bodyPr/>
        <a:lstStyle/>
        <a:p>
          <a:endParaRPr lang="en-US"/>
        </a:p>
      </dgm:t>
    </dgm:pt>
    <dgm:pt modelId="{B4B14D64-2856-4097-A3B8-D6D4BDC40897}" type="sibTrans" cxnId="{5987135A-B2E7-44C5-9214-154F0BB339BE}">
      <dgm:prSet/>
      <dgm:spPr/>
      <dgm:t>
        <a:bodyPr/>
        <a:lstStyle/>
        <a:p>
          <a:endParaRPr lang="en-US"/>
        </a:p>
      </dgm:t>
    </dgm:pt>
    <dgm:pt modelId="{2DFC6878-0DC1-4E9F-9557-2841BB14F95A}">
      <dgm:prSet custT="1"/>
      <dgm:spPr/>
      <dgm:t>
        <a:bodyPr/>
        <a:lstStyle/>
        <a:p>
          <a:r>
            <a:rPr lang="en-US" sz="1800" b="1" dirty="0"/>
            <a:t>A</a:t>
          </a:r>
          <a:r>
            <a:rPr lang="vi-VN" sz="1800" b="1" dirty="0"/>
            <a:t>n toàn và sức khỏe; </a:t>
          </a:r>
          <a:endParaRPr lang="en-US" sz="1800" b="1" dirty="0"/>
        </a:p>
      </dgm:t>
    </dgm:pt>
    <dgm:pt modelId="{375D7BB4-49D0-4654-9451-6993CEE48264}" type="parTrans" cxnId="{605B3F67-33FF-498D-AD7A-6CD5A81EA0DE}">
      <dgm:prSet/>
      <dgm:spPr/>
      <dgm:t>
        <a:bodyPr/>
        <a:lstStyle/>
        <a:p>
          <a:endParaRPr lang="en-US"/>
        </a:p>
      </dgm:t>
    </dgm:pt>
    <dgm:pt modelId="{F1360251-C272-478B-AA59-F9D31C8CA4FC}" type="sibTrans" cxnId="{605B3F67-33FF-498D-AD7A-6CD5A81EA0DE}">
      <dgm:prSet/>
      <dgm:spPr/>
      <dgm:t>
        <a:bodyPr/>
        <a:lstStyle/>
        <a:p>
          <a:endParaRPr lang="en-US"/>
        </a:p>
      </dgm:t>
    </dgm:pt>
    <dgm:pt modelId="{7C7E7E77-6FA0-4B1C-A27A-1317BDDC284F}">
      <dgm:prSet custT="1"/>
      <dgm:spPr/>
      <dgm:t>
        <a:bodyPr/>
        <a:lstStyle/>
        <a:p>
          <a:r>
            <a:rPr lang="en-US" sz="1800" b="1" dirty="0"/>
            <a:t>T</a:t>
          </a:r>
          <a:r>
            <a:rPr lang="vi-VN" sz="1800" b="1" dirty="0"/>
            <a:t>ương quan lao động</a:t>
          </a:r>
          <a:r>
            <a:rPr lang="en-US" sz="1800" b="1" dirty="0"/>
            <a:t>;</a:t>
          </a:r>
        </a:p>
      </dgm:t>
    </dgm:pt>
    <dgm:pt modelId="{78DED426-00BA-40D4-9F5B-321EC6D71D89}" type="parTrans" cxnId="{C87C6E4B-65BA-40C5-A99A-68E50421AE20}">
      <dgm:prSet/>
      <dgm:spPr/>
      <dgm:t>
        <a:bodyPr/>
        <a:lstStyle/>
        <a:p>
          <a:endParaRPr lang="en-US"/>
        </a:p>
      </dgm:t>
    </dgm:pt>
    <dgm:pt modelId="{CE8CBB24-7615-46EE-A405-090252E93D62}" type="sibTrans" cxnId="{C87C6E4B-65BA-40C5-A99A-68E50421AE20}">
      <dgm:prSet/>
      <dgm:spPr/>
      <dgm:t>
        <a:bodyPr/>
        <a:lstStyle/>
        <a:p>
          <a:endParaRPr lang="en-US"/>
        </a:p>
      </dgm:t>
    </dgm:pt>
    <dgm:pt modelId="{D8C854E1-42F8-43B5-868A-9EB07639B46F}">
      <dgm:prSet custT="1"/>
      <dgm:spPr/>
      <dgm:t>
        <a:bodyPr/>
        <a:lstStyle/>
        <a:p>
          <a:r>
            <a:rPr lang="en-US" sz="1800" b="1" dirty="0"/>
            <a:t>N</a:t>
          </a:r>
          <a:r>
            <a:rPr lang="vi-VN" sz="1800" b="1" dirty="0"/>
            <a:t>ghiên cứu nguồn nhân lực</a:t>
          </a:r>
          <a:br>
            <a:rPr lang="vi-VN" sz="1800" b="1" dirty="0"/>
          </a:br>
          <a:endParaRPr lang="en-US" sz="1800" b="1" dirty="0"/>
        </a:p>
      </dgm:t>
    </dgm:pt>
    <dgm:pt modelId="{AE25BFA9-F0C0-42C5-85DD-D31CAE126246}" type="parTrans" cxnId="{FF58B229-1284-46DE-A580-2F22231DED78}">
      <dgm:prSet/>
      <dgm:spPr/>
      <dgm:t>
        <a:bodyPr/>
        <a:lstStyle/>
        <a:p>
          <a:endParaRPr lang="en-US"/>
        </a:p>
      </dgm:t>
    </dgm:pt>
    <dgm:pt modelId="{2E213D04-AB78-4915-9B2F-B09065B3EFCE}" type="sibTrans" cxnId="{FF58B229-1284-46DE-A580-2F22231DED78}">
      <dgm:prSet/>
      <dgm:spPr/>
      <dgm:t>
        <a:bodyPr/>
        <a:lstStyle/>
        <a:p>
          <a:endParaRPr lang="en-US"/>
        </a:p>
      </dgm:t>
    </dgm:pt>
    <dgm:pt modelId="{2477258A-4000-427A-92E8-9E7C85FD1CC2}" type="pres">
      <dgm:prSet presAssocID="{CE828ADC-2119-4B1B-80E2-3F0ED39365D7}" presName="compositeShape" presStyleCnt="0">
        <dgm:presLayoutVars>
          <dgm:chMax val="7"/>
          <dgm:dir/>
          <dgm:resizeHandles val="exact"/>
        </dgm:presLayoutVars>
      </dgm:prSet>
      <dgm:spPr/>
    </dgm:pt>
    <dgm:pt modelId="{87EE20EF-A954-4925-9B91-BC2D2F15C258}" type="pres">
      <dgm:prSet presAssocID="{CE828ADC-2119-4B1B-80E2-3F0ED39365D7}" presName="wedge1" presStyleLbl="node1" presStyleIdx="0" presStyleCnt="7"/>
      <dgm:spPr/>
    </dgm:pt>
    <dgm:pt modelId="{A0B38415-26F4-44EB-BF12-B07B6DF31AC7}" type="pres">
      <dgm:prSet presAssocID="{CE828ADC-2119-4B1B-80E2-3F0ED39365D7}" presName="wedge1Tx" presStyleLbl="node1" presStyleIdx="0" presStyleCnt="7">
        <dgm:presLayoutVars>
          <dgm:chMax val="0"/>
          <dgm:chPref val="0"/>
          <dgm:bulletEnabled val="1"/>
        </dgm:presLayoutVars>
      </dgm:prSet>
      <dgm:spPr/>
    </dgm:pt>
    <dgm:pt modelId="{C3894E7A-84D4-4FD8-AFE3-B396802C8925}" type="pres">
      <dgm:prSet presAssocID="{CE828ADC-2119-4B1B-80E2-3F0ED39365D7}" presName="wedge2" presStyleLbl="node1" presStyleIdx="1" presStyleCnt="7"/>
      <dgm:spPr/>
    </dgm:pt>
    <dgm:pt modelId="{C420EEAB-AE8F-4687-8869-2D9AD7D2737C}" type="pres">
      <dgm:prSet presAssocID="{CE828ADC-2119-4B1B-80E2-3F0ED39365D7}" presName="wedge2Tx" presStyleLbl="node1" presStyleIdx="1" presStyleCnt="7">
        <dgm:presLayoutVars>
          <dgm:chMax val="0"/>
          <dgm:chPref val="0"/>
          <dgm:bulletEnabled val="1"/>
        </dgm:presLayoutVars>
      </dgm:prSet>
      <dgm:spPr/>
    </dgm:pt>
    <dgm:pt modelId="{07FA658E-5C67-48D6-8CD2-D504F3EE21FD}" type="pres">
      <dgm:prSet presAssocID="{CE828ADC-2119-4B1B-80E2-3F0ED39365D7}" presName="wedge3" presStyleLbl="node1" presStyleIdx="2" presStyleCnt="7"/>
      <dgm:spPr/>
    </dgm:pt>
    <dgm:pt modelId="{D5224527-26DA-480F-B6E1-967059CA4C5E}" type="pres">
      <dgm:prSet presAssocID="{CE828ADC-2119-4B1B-80E2-3F0ED39365D7}" presName="wedge3Tx" presStyleLbl="node1" presStyleIdx="2" presStyleCnt="7">
        <dgm:presLayoutVars>
          <dgm:chMax val="0"/>
          <dgm:chPref val="0"/>
          <dgm:bulletEnabled val="1"/>
        </dgm:presLayoutVars>
      </dgm:prSet>
      <dgm:spPr/>
    </dgm:pt>
    <dgm:pt modelId="{F98944B1-DF36-4421-91EE-558F34B1F4E3}" type="pres">
      <dgm:prSet presAssocID="{CE828ADC-2119-4B1B-80E2-3F0ED39365D7}" presName="wedge4" presStyleLbl="node1" presStyleIdx="3" presStyleCnt="7"/>
      <dgm:spPr/>
    </dgm:pt>
    <dgm:pt modelId="{64D95652-4F03-4F43-A0B1-BBBD67E4C37E}" type="pres">
      <dgm:prSet presAssocID="{CE828ADC-2119-4B1B-80E2-3F0ED39365D7}" presName="wedge4Tx" presStyleLbl="node1" presStyleIdx="3" presStyleCnt="7">
        <dgm:presLayoutVars>
          <dgm:chMax val="0"/>
          <dgm:chPref val="0"/>
          <dgm:bulletEnabled val="1"/>
        </dgm:presLayoutVars>
      </dgm:prSet>
      <dgm:spPr/>
    </dgm:pt>
    <dgm:pt modelId="{4233E191-EC7A-4CF4-A52F-6BB9FDE6B1E3}" type="pres">
      <dgm:prSet presAssocID="{CE828ADC-2119-4B1B-80E2-3F0ED39365D7}" presName="wedge5" presStyleLbl="node1" presStyleIdx="4" presStyleCnt="7"/>
      <dgm:spPr/>
    </dgm:pt>
    <dgm:pt modelId="{E92CF506-D46B-4677-A5AC-D83AC20FEE34}" type="pres">
      <dgm:prSet presAssocID="{CE828ADC-2119-4B1B-80E2-3F0ED39365D7}" presName="wedge5Tx" presStyleLbl="node1" presStyleIdx="4" presStyleCnt="7">
        <dgm:presLayoutVars>
          <dgm:chMax val="0"/>
          <dgm:chPref val="0"/>
          <dgm:bulletEnabled val="1"/>
        </dgm:presLayoutVars>
      </dgm:prSet>
      <dgm:spPr/>
    </dgm:pt>
    <dgm:pt modelId="{B5296255-9FD1-4B94-A996-5AC61B39FAE0}" type="pres">
      <dgm:prSet presAssocID="{CE828ADC-2119-4B1B-80E2-3F0ED39365D7}" presName="wedge6" presStyleLbl="node1" presStyleIdx="5" presStyleCnt="7"/>
      <dgm:spPr/>
    </dgm:pt>
    <dgm:pt modelId="{BF032261-C7CB-4539-BD44-ED36B5153F2D}" type="pres">
      <dgm:prSet presAssocID="{CE828ADC-2119-4B1B-80E2-3F0ED39365D7}" presName="wedge6Tx" presStyleLbl="node1" presStyleIdx="5" presStyleCnt="7">
        <dgm:presLayoutVars>
          <dgm:chMax val="0"/>
          <dgm:chPref val="0"/>
          <dgm:bulletEnabled val="1"/>
        </dgm:presLayoutVars>
      </dgm:prSet>
      <dgm:spPr/>
    </dgm:pt>
    <dgm:pt modelId="{630F6D76-97EF-4E7A-8B76-C383ABBE5105}" type="pres">
      <dgm:prSet presAssocID="{CE828ADC-2119-4B1B-80E2-3F0ED39365D7}" presName="wedge7" presStyleLbl="node1" presStyleIdx="6" presStyleCnt="7"/>
      <dgm:spPr/>
    </dgm:pt>
    <dgm:pt modelId="{451AC107-E72C-47E9-9C2B-089F1467063F}" type="pres">
      <dgm:prSet presAssocID="{CE828ADC-2119-4B1B-80E2-3F0ED39365D7}" presName="wedge7Tx" presStyleLbl="node1" presStyleIdx="6" presStyleCnt="7">
        <dgm:presLayoutVars>
          <dgm:chMax val="0"/>
          <dgm:chPref val="0"/>
          <dgm:bulletEnabled val="1"/>
        </dgm:presLayoutVars>
      </dgm:prSet>
      <dgm:spPr/>
    </dgm:pt>
  </dgm:ptLst>
  <dgm:cxnLst>
    <dgm:cxn modelId="{0B5D0204-C26C-4775-8613-B90C63A71AC9}" type="presOf" srcId="{496D2A5D-FF22-4A49-81AB-2F19317FB7C8}" destId="{07FA658E-5C67-48D6-8CD2-D504F3EE21FD}" srcOrd="0" destOrd="0" presId="urn:microsoft.com/office/officeart/2005/8/layout/chart3"/>
    <dgm:cxn modelId="{53024D0A-FDB7-42EE-9E10-4A77C37193CE}" srcId="{CE828ADC-2119-4B1B-80E2-3F0ED39365D7}" destId="{7D0F9408-B3DC-46E5-B5DE-E473A638DF65}" srcOrd="1" destOrd="0" parTransId="{C1391A58-3B0A-433F-93BA-64ED2E30B3C1}" sibTransId="{4EC6579A-E89B-49FC-9C0E-9E743169A49E}"/>
    <dgm:cxn modelId="{BBA81C1F-66C3-45E8-A18E-2B01284B470E}" type="presOf" srcId="{501E3BFE-5FB8-480C-9D2A-A6AFAFEEF14E}" destId="{F98944B1-DF36-4421-91EE-558F34B1F4E3}" srcOrd="0" destOrd="0" presId="urn:microsoft.com/office/officeart/2005/8/layout/chart3"/>
    <dgm:cxn modelId="{BF364720-7AC9-4663-A0F3-CF1E416DF26D}" type="presOf" srcId="{CE828ADC-2119-4B1B-80E2-3F0ED39365D7}" destId="{2477258A-4000-427A-92E8-9E7C85FD1CC2}" srcOrd="0" destOrd="0" presId="urn:microsoft.com/office/officeart/2005/8/layout/chart3"/>
    <dgm:cxn modelId="{FF58B229-1284-46DE-A580-2F22231DED78}" srcId="{CE828ADC-2119-4B1B-80E2-3F0ED39365D7}" destId="{D8C854E1-42F8-43B5-868A-9EB07639B46F}" srcOrd="6" destOrd="0" parTransId="{AE25BFA9-F0C0-42C5-85DD-D31CAE126246}" sibTransId="{2E213D04-AB78-4915-9B2F-B09065B3EFCE}"/>
    <dgm:cxn modelId="{3C771B38-A18A-4F37-AB65-20DAD02153C8}" type="presOf" srcId="{CCB4E4EC-5D7E-4FB5-8E7B-FD0C6B44D66A}" destId="{87EE20EF-A954-4925-9B91-BC2D2F15C258}" srcOrd="0" destOrd="0" presId="urn:microsoft.com/office/officeart/2005/8/layout/chart3"/>
    <dgm:cxn modelId="{2CA9DA3B-CB91-4898-87F9-60CAA9FA8B1E}" srcId="{CE828ADC-2119-4B1B-80E2-3F0ED39365D7}" destId="{CCB4E4EC-5D7E-4FB5-8E7B-FD0C6B44D66A}" srcOrd="0" destOrd="0" parTransId="{B3C8A2A7-9938-422B-AD8A-B52F5BC40AE9}" sibTransId="{A819AE4E-07A4-4304-A0B1-6515DEC6BCEC}"/>
    <dgm:cxn modelId="{605B3F67-33FF-498D-AD7A-6CD5A81EA0DE}" srcId="{CE828ADC-2119-4B1B-80E2-3F0ED39365D7}" destId="{2DFC6878-0DC1-4E9F-9557-2841BB14F95A}" srcOrd="4" destOrd="0" parTransId="{375D7BB4-49D0-4654-9451-6993CEE48264}" sibTransId="{F1360251-C272-478B-AA59-F9D31C8CA4FC}"/>
    <dgm:cxn modelId="{353D3368-15AB-4A18-811A-E9EC29012A5A}" type="presOf" srcId="{2DFC6878-0DC1-4E9F-9557-2841BB14F95A}" destId="{E92CF506-D46B-4677-A5AC-D83AC20FEE34}" srcOrd="1" destOrd="0" presId="urn:microsoft.com/office/officeart/2005/8/layout/chart3"/>
    <dgm:cxn modelId="{6E049449-E588-434A-AFA2-2C4A5550719E}" type="presOf" srcId="{7C7E7E77-6FA0-4B1C-A27A-1317BDDC284F}" destId="{BF032261-C7CB-4539-BD44-ED36B5153F2D}" srcOrd="1" destOrd="0" presId="urn:microsoft.com/office/officeart/2005/8/layout/chart3"/>
    <dgm:cxn modelId="{C87C6E4B-65BA-40C5-A99A-68E50421AE20}" srcId="{CE828ADC-2119-4B1B-80E2-3F0ED39365D7}" destId="{7C7E7E77-6FA0-4B1C-A27A-1317BDDC284F}" srcOrd="5" destOrd="0" parTransId="{78DED426-00BA-40D4-9F5B-321EC6D71D89}" sibTransId="{CE8CBB24-7615-46EE-A405-090252E93D62}"/>
    <dgm:cxn modelId="{41F7EC4B-1839-49D4-8AE4-E3A9BA96BA9D}" type="presOf" srcId="{CCB4E4EC-5D7E-4FB5-8E7B-FD0C6B44D66A}" destId="{A0B38415-26F4-44EB-BF12-B07B6DF31AC7}" srcOrd="1" destOrd="0" presId="urn:microsoft.com/office/officeart/2005/8/layout/chart3"/>
    <dgm:cxn modelId="{89124976-D7EB-4FCC-9CC0-F0B10EE4830D}" srcId="{CE828ADC-2119-4B1B-80E2-3F0ED39365D7}" destId="{496D2A5D-FF22-4A49-81AB-2F19317FB7C8}" srcOrd="2" destOrd="0" parTransId="{5FCEEF64-4D14-4029-8258-21F26D14A56B}" sibTransId="{47E02C86-3018-47DB-B849-D184FA297F83}"/>
    <dgm:cxn modelId="{5987135A-B2E7-44C5-9214-154F0BB339BE}" srcId="{CE828ADC-2119-4B1B-80E2-3F0ED39365D7}" destId="{501E3BFE-5FB8-480C-9D2A-A6AFAFEEF14E}" srcOrd="3" destOrd="0" parTransId="{22BA695C-C8B6-4025-8967-3EF85791FAE6}" sibTransId="{B4B14D64-2856-4097-A3B8-D6D4BDC40897}"/>
    <dgm:cxn modelId="{BE065A8C-51D4-4001-96EC-897308F761F4}" type="presOf" srcId="{7D0F9408-B3DC-46E5-B5DE-E473A638DF65}" destId="{C3894E7A-84D4-4FD8-AFE3-B396802C8925}" srcOrd="0" destOrd="0" presId="urn:microsoft.com/office/officeart/2005/8/layout/chart3"/>
    <dgm:cxn modelId="{7079018F-FBD3-4E63-BE55-BFE9D598BB80}" type="presOf" srcId="{7D0F9408-B3DC-46E5-B5DE-E473A638DF65}" destId="{C420EEAB-AE8F-4687-8869-2D9AD7D2737C}" srcOrd="1" destOrd="0" presId="urn:microsoft.com/office/officeart/2005/8/layout/chart3"/>
    <dgm:cxn modelId="{1A21B490-346A-4392-805A-7870786F30C3}" type="presOf" srcId="{D8C854E1-42F8-43B5-868A-9EB07639B46F}" destId="{630F6D76-97EF-4E7A-8B76-C383ABBE5105}" srcOrd="0" destOrd="0" presId="urn:microsoft.com/office/officeart/2005/8/layout/chart3"/>
    <dgm:cxn modelId="{6325B7A8-6BFB-404A-93B2-8B9A1CCAED3F}" type="presOf" srcId="{496D2A5D-FF22-4A49-81AB-2F19317FB7C8}" destId="{D5224527-26DA-480F-B6E1-967059CA4C5E}" srcOrd="1" destOrd="0" presId="urn:microsoft.com/office/officeart/2005/8/layout/chart3"/>
    <dgm:cxn modelId="{CFC0EFB0-C34E-481B-85B8-3BA3F48392CA}" type="presOf" srcId="{2DFC6878-0DC1-4E9F-9557-2841BB14F95A}" destId="{4233E191-EC7A-4CF4-A52F-6BB9FDE6B1E3}" srcOrd="0" destOrd="0" presId="urn:microsoft.com/office/officeart/2005/8/layout/chart3"/>
    <dgm:cxn modelId="{57D868D9-FDB6-4966-91CC-20DA2098D337}" type="presOf" srcId="{D8C854E1-42F8-43B5-868A-9EB07639B46F}" destId="{451AC107-E72C-47E9-9C2B-089F1467063F}" srcOrd="1" destOrd="0" presId="urn:microsoft.com/office/officeart/2005/8/layout/chart3"/>
    <dgm:cxn modelId="{EC979CF2-E7A6-43B4-A90D-06F76AAAC623}" type="presOf" srcId="{7C7E7E77-6FA0-4B1C-A27A-1317BDDC284F}" destId="{B5296255-9FD1-4B94-A996-5AC61B39FAE0}" srcOrd="0" destOrd="0" presId="urn:microsoft.com/office/officeart/2005/8/layout/chart3"/>
    <dgm:cxn modelId="{33C737F7-33DA-4471-AB05-05A3342D9AE9}" type="presOf" srcId="{501E3BFE-5FB8-480C-9D2A-A6AFAFEEF14E}" destId="{64D95652-4F03-4F43-A0B1-BBBD67E4C37E}" srcOrd="1" destOrd="0" presId="urn:microsoft.com/office/officeart/2005/8/layout/chart3"/>
    <dgm:cxn modelId="{9D1AF3EE-64F2-4B8E-A666-952A16FC4A1A}" type="presParOf" srcId="{2477258A-4000-427A-92E8-9E7C85FD1CC2}" destId="{87EE20EF-A954-4925-9B91-BC2D2F15C258}" srcOrd="0" destOrd="0" presId="urn:microsoft.com/office/officeart/2005/8/layout/chart3"/>
    <dgm:cxn modelId="{F36F7AF7-9F70-47D1-A8FD-D6048653ECBD}" type="presParOf" srcId="{2477258A-4000-427A-92E8-9E7C85FD1CC2}" destId="{A0B38415-26F4-44EB-BF12-B07B6DF31AC7}" srcOrd="1" destOrd="0" presId="urn:microsoft.com/office/officeart/2005/8/layout/chart3"/>
    <dgm:cxn modelId="{26F1CC55-64BB-40A6-B897-629A82EDE507}" type="presParOf" srcId="{2477258A-4000-427A-92E8-9E7C85FD1CC2}" destId="{C3894E7A-84D4-4FD8-AFE3-B396802C8925}" srcOrd="2" destOrd="0" presId="urn:microsoft.com/office/officeart/2005/8/layout/chart3"/>
    <dgm:cxn modelId="{E97BFF5A-80D1-4CD4-B28B-3B34BA28D854}" type="presParOf" srcId="{2477258A-4000-427A-92E8-9E7C85FD1CC2}" destId="{C420EEAB-AE8F-4687-8869-2D9AD7D2737C}" srcOrd="3" destOrd="0" presId="urn:microsoft.com/office/officeart/2005/8/layout/chart3"/>
    <dgm:cxn modelId="{8D1AC263-3AFC-4EAC-AF80-259837EB905C}" type="presParOf" srcId="{2477258A-4000-427A-92E8-9E7C85FD1CC2}" destId="{07FA658E-5C67-48D6-8CD2-D504F3EE21FD}" srcOrd="4" destOrd="0" presId="urn:microsoft.com/office/officeart/2005/8/layout/chart3"/>
    <dgm:cxn modelId="{149317C3-71A4-4D42-83B1-C4AF430D5BC9}" type="presParOf" srcId="{2477258A-4000-427A-92E8-9E7C85FD1CC2}" destId="{D5224527-26DA-480F-B6E1-967059CA4C5E}" srcOrd="5" destOrd="0" presId="urn:microsoft.com/office/officeart/2005/8/layout/chart3"/>
    <dgm:cxn modelId="{1B84F2A0-BB6D-4A71-9426-76322EECAC30}" type="presParOf" srcId="{2477258A-4000-427A-92E8-9E7C85FD1CC2}" destId="{F98944B1-DF36-4421-91EE-558F34B1F4E3}" srcOrd="6" destOrd="0" presId="urn:microsoft.com/office/officeart/2005/8/layout/chart3"/>
    <dgm:cxn modelId="{0112A314-31DE-4AD5-B5C8-36199E0AC1EF}" type="presParOf" srcId="{2477258A-4000-427A-92E8-9E7C85FD1CC2}" destId="{64D95652-4F03-4F43-A0B1-BBBD67E4C37E}" srcOrd="7" destOrd="0" presId="urn:microsoft.com/office/officeart/2005/8/layout/chart3"/>
    <dgm:cxn modelId="{3FF227B4-3676-4418-9EB1-397EB76AD3C0}" type="presParOf" srcId="{2477258A-4000-427A-92E8-9E7C85FD1CC2}" destId="{4233E191-EC7A-4CF4-A52F-6BB9FDE6B1E3}" srcOrd="8" destOrd="0" presId="urn:microsoft.com/office/officeart/2005/8/layout/chart3"/>
    <dgm:cxn modelId="{867FEF51-C435-4F21-99A3-5E49CA65D15C}" type="presParOf" srcId="{2477258A-4000-427A-92E8-9E7C85FD1CC2}" destId="{E92CF506-D46B-4677-A5AC-D83AC20FEE34}" srcOrd="9" destOrd="0" presId="urn:microsoft.com/office/officeart/2005/8/layout/chart3"/>
    <dgm:cxn modelId="{8A46C9D1-5BB5-4D53-BE63-81E9C3BA4930}" type="presParOf" srcId="{2477258A-4000-427A-92E8-9E7C85FD1CC2}" destId="{B5296255-9FD1-4B94-A996-5AC61B39FAE0}" srcOrd="10" destOrd="0" presId="urn:microsoft.com/office/officeart/2005/8/layout/chart3"/>
    <dgm:cxn modelId="{EA259FF5-3235-4D0A-883C-D234AF5CB45A}" type="presParOf" srcId="{2477258A-4000-427A-92E8-9E7C85FD1CC2}" destId="{BF032261-C7CB-4539-BD44-ED36B5153F2D}" srcOrd="11" destOrd="0" presId="urn:microsoft.com/office/officeart/2005/8/layout/chart3"/>
    <dgm:cxn modelId="{E442EFAF-19DD-4E19-B7D7-1EA6E465DF79}" type="presParOf" srcId="{2477258A-4000-427A-92E8-9E7C85FD1CC2}" destId="{630F6D76-97EF-4E7A-8B76-C383ABBE5105}" srcOrd="12" destOrd="0" presId="urn:microsoft.com/office/officeart/2005/8/layout/chart3"/>
    <dgm:cxn modelId="{CE3EC41D-66F6-47ED-AE22-04B6940A61D3}" type="presParOf" srcId="{2477258A-4000-427A-92E8-9E7C85FD1CC2}" destId="{451AC107-E72C-47E9-9C2B-089F1467063F}" srcOrd="13"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182365-200E-4EAF-9955-7AABD0A97703}" type="doc">
      <dgm:prSet loTypeId="urn:microsoft.com/office/officeart/2018/2/layout/IconCircleList" loCatId="icon" qsTypeId="urn:microsoft.com/office/officeart/2005/8/quickstyle/simple4" qsCatId="simple" csTypeId="urn:microsoft.com/office/officeart/2018/5/colors/Iconchunking_neutralicon_colorful1" csCatId="colorful" phldr="1"/>
      <dgm:spPr/>
      <dgm:t>
        <a:bodyPr/>
        <a:lstStyle/>
        <a:p>
          <a:endParaRPr lang="en-US"/>
        </a:p>
      </dgm:t>
    </dgm:pt>
    <dgm:pt modelId="{19C38F81-CACE-4B3A-894A-C1D1094FA08B}">
      <dgm:prSet/>
      <dgm:spPr/>
      <dgm:t>
        <a:bodyPr/>
        <a:lstStyle/>
        <a:p>
          <a:pPr>
            <a:lnSpc>
              <a:spcPct val="100000"/>
            </a:lnSpc>
          </a:pPr>
          <a:r>
            <a:rPr lang="en-US" err="1"/>
            <a:t>Chính</a:t>
          </a:r>
          <a:r>
            <a:rPr lang="en-US"/>
            <a:t> </a:t>
          </a:r>
          <a:r>
            <a:rPr lang="en-US" err="1"/>
            <a:t>sách</a:t>
          </a:r>
          <a:r>
            <a:rPr lang="en-US"/>
            <a:t> </a:t>
          </a:r>
        </a:p>
      </dgm:t>
    </dgm:pt>
    <dgm:pt modelId="{1D4499C0-F0E3-4959-9374-A160DA1CA565}" type="parTrans" cxnId="{4734B9DF-40FB-4593-A50C-279A768C5840}">
      <dgm:prSet/>
      <dgm:spPr/>
      <dgm:t>
        <a:bodyPr/>
        <a:lstStyle/>
        <a:p>
          <a:endParaRPr lang="en-US"/>
        </a:p>
      </dgm:t>
    </dgm:pt>
    <dgm:pt modelId="{77AC8490-6081-4275-8F09-1E56E598505E}" type="sibTrans" cxnId="{4734B9DF-40FB-4593-A50C-279A768C5840}">
      <dgm:prSet/>
      <dgm:spPr/>
      <dgm:t>
        <a:bodyPr/>
        <a:lstStyle/>
        <a:p>
          <a:pPr>
            <a:lnSpc>
              <a:spcPct val="100000"/>
            </a:lnSpc>
          </a:pPr>
          <a:endParaRPr lang="en-US"/>
        </a:p>
      </dgm:t>
    </dgm:pt>
    <dgm:pt modelId="{A36308D6-8641-4E97-AC82-1A057DE3A2AF}">
      <dgm:prSet/>
      <dgm:spPr/>
      <dgm:t>
        <a:bodyPr/>
        <a:lstStyle/>
        <a:p>
          <a:pPr>
            <a:lnSpc>
              <a:spcPct val="100000"/>
            </a:lnSpc>
          </a:pPr>
          <a:r>
            <a:rPr lang="en-US" err="1"/>
            <a:t>Cố</a:t>
          </a:r>
          <a:r>
            <a:rPr lang="en-US"/>
            <a:t> </a:t>
          </a:r>
          <a:r>
            <a:rPr lang="en-US" err="1"/>
            <a:t>vấn</a:t>
          </a:r>
          <a:r>
            <a:rPr lang="en-US"/>
            <a:t> </a:t>
          </a:r>
          <a:r>
            <a:rPr lang="en-US" err="1"/>
            <a:t>và</a:t>
          </a:r>
          <a:r>
            <a:rPr lang="en-US"/>
            <a:t> </a:t>
          </a:r>
          <a:r>
            <a:rPr lang="en-US" err="1"/>
            <a:t>tư</a:t>
          </a:r>
          <a:r>
            <a:rPr lang="en-US"/>
            <a:t> </a:t>
          </a:r>
          <a:r>
            <a:rPr lang="en-US" err="1"/>
            <a:t>vấn</a:t>
          </a:r>
          <a:endParaRPr lang="en-US"/>
        </a:p>
      </dgm:t>
    </dgm:pt>
    <dgm:pt modelId="{F4BDD87E-355A-4A32-9BA3-C6AA6EEA5493}" type="parTrans" cxnId="{0DA533AE-16DF-4AFB-8DBC-5C63C625A77A}">
      <dgm:prSet/>
      <dgm:spPr/>
      <dgm:t>
        <a:bodyPr/>
        <a:lstStyle/>
        <a:p>
          <a:endParaRPr lang="en-US"/>
        </a:p>
      </dgm:t>
    </dgm:pt>
    <dgm:pt modelId="{47C89F7F-731C-47D2-A046-9D12D1E59129}" type="sibTrans" cxnId="{0DA533AE-16DF-4AFB-8DBC-5C63C625A77A}">
      <dgm:prSet/>
      <dgm:spPr/>
      <dgm:t>
        <a:bodyPr/>
        <a:lstStyle/>
        <a:p>
          <a:pPr>
            <a:lnSpc>
              <a:spcPct val="100000"/>
            </a:lnSpc>
          </a:pPr>
          <a:endParaRPr lang="en-US"/>
        </a:p>
      </dgm:t>
    </dgm:pt>
    <dgm:pt modelId="{BC6852FA-8854-46C9-9CBA-B2597A1963E9}">
      <dgm:prSet/>
      <dgm:spPr/>
      <dgm:t>
        <a:bodyPr/>
        <a:lstStyle/>
        <a:p>
          <a:pPr>
            <a:lnSpc>
              <a:spcPct val="100000"/>
            </a:lnSpc>
          </a:pPr>
          <a:r>
            <a:rPr lang="en-US"/>
            <a:t>Dịch vụ</a:t>
          </a:r>
        </a:p>
      </dgm:t>
    </dgm:pt>
    <dgm:pt modelId="{31BEA97D-46A6-4FE2-BD04-5B6BAB115017}" type="parTrans" cxnId="{9C43C077-26A4-42BB-A3A1-6221E1D4EEDE}">
      <dgm:prSet/>
      <dgm:spPr/>
      <dgm:t>
        <a:bodyPr/>
        <a:lstStyle/>
        <a:p>
          <a:endParaRPr lang="en-US"/>
        </a:p>
      </dgm:t>
    </dgm:pt>
    <dgm:pt modelId="{91965A19-F29A-4D30-A79E-43E7E593D9FC}" type="sibTrans" cxnId="{9C43C077-26A4-42BB-A3A1-6221E1D4EEDE}">
      <dgm:prSet/>
      <dgm:spPr/>
      <dgm:t>
        <a:bodyPr/>
        <a:lstStyle/>
        <a:p>
          <a:pPr>
            <a:lnSpc>
              <a:spcPct val="100000"/>
            </a:lnSpc>
          </a:pPr>
          <a:endParaRPr lang="en-US"/>
        </a:p>
      </dgm:t>
    </dgm:pt>
    <dgm:pt modelId="{9140AC93-A96E-461C-A431-1D3FDB0294DF}">
      <dgm:prSet/>
      <dgm:spPr/>
      <dgm:t>
        <a:bodyPr/>
        <a:lstStyle/>
        <a:p>
          <a:pPr>
            <a:lnSpc>
              <a:spcPct val="100000"/>
            </a:lnSpc>
          </a:pPr>
          <a:r>
            <a:rPr lang="en-US"/>
            <a:t>Kiểm tra giám sát</a:t>
          </a:r>
        </a:p>
      </dgm:t>
    </dgm:pt>
    <dgm:pt modelId="{C225ACC0-87ED-4A10-B403-29C8777AFD94}" type="parTrans" cxnId="{7EAE9DDA-4970-4D6E-AD79-330B01C6FBA9}">
      <dgm:prSet/>
      <dgm:spPr/>
      <dgm:t>
        <a:bodyPr/>
        <a:lstStyle/>
        <a:p>
          <a:endParaRPr lang="en-US"/>
        </a:p>
      </dgm:t>
    </dgm:pt>
    <dgm:pt modelId="{AEDF2EA1-C7A5-46B5-9E63-EC5A8DD39B1A}" type="sibTrans" cxnId="{7EAE9DDA-4970-4D6E-AD79-330B01C6FBA9}">
      <dgm:prSet/>
      <dgm:spPr/>
      <dgm:t>
        <a:bodyPr/>
        <a:lstStyle/>
        <a:p>
          <a:endParaRPr lang="en-US"/>
        </a:p>
      </dgm:t>
    </dgm:pt>
    <dgm:pt modelId="{F552154F-8C56-4678-9411-82DCF982262F}" type="pres">
      <dgm:prSet presAssocID="{87182365-200E-4EAF-9955-7AABD0A97703}" presName="root" presStyleCnt="0">
        <dgm:presLayoutVars>
          <dgm:dir/>
          <dgm:resizeHandles val="exact"/>
        </dgm:presLayoutVars>
      </dgm:prSet>
      <dgm:spPr/>
    </dgm:pt>
    <dgm:pt modelId="{539942F6-1173-4364-B9DD-3DF585376CE5}" type="pres">
      <dgm:prSet presAssocID="{87182365-200E-4EAF-9955-7AABD0A97703}" presName="container" presStyleCnt="0">
        <dgm:presLayoutVars>
          <dgm:dir/>
          <dgm:resizeHandles val="exact"/>
        </dgm:presLayoutVars>
      </dgm:prSet>
      <dgm:spPr/>
    </dgm:pt>
    <dgm:pt modelId="{92697100-0414-4809-A89D-E68F2910D005}" type="pres">
      <dgm:prSet presAssocID="{19C38F81-CACE-4B3A-894A-C1D1094FA08B}" presName="compNode" presStyleCnt="0"/>
      <dgm:spPr/>
    </dgm:pt>
    <dgm:pt modelId="{71CCE4D9-4A2F-4D2C-A896-E78306B0D129}" type="pres">
      <dgm:prSet presAssocID="{19C38F81-CACE-4B3A-894A-C1D1094FA08B}" presName="iconBgRect" presStyleLbl="bgShp" presStyleIdx="0" presStyleCnt="4"/>
      <dgm:spPr/>
    </dgm:pt>
    <dgm:pt modelId="{F305D67D-626B-49DE-B277-86B618C8E47D}" type="pres">
      <dgm:prSet presAssocID="{19C38F81-CACE-4B3A-894A-C1D1094FA08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Office Worker"/>
        </a:ext>
      </dgm:extLst>
    </dgm:pt>
    <dgm:pt modelId="{6D8607EB-3893-4698-BCDD-5C45FB68D010}" type="pres">
      <dgm:prSet presAssocID="{19C38F81-CACE-4B3A-894A-C1D1094FA08B}" presName="spaceRect" presStyleCnt="0"/>
      <dgm:spPr/>
    </dgm:pt>
    <dgm:pt modelId="{A3A74E72-C8B3-48CA-A962-2090259F2AEB}" type="pres">
      <dgm:prSet presAssocID="{19C38F81-CACE-4B3A-894A-C1D1094FA08B}" presName="textRect" presStyleLbl="revTx" presStyleIdx="0" presStyleCnt="4">
        <dgm:presLayoutVars>
          <dgm:chMax val="1"/>
          <dgm:chPref val="1"/>
        </dgm:presLayoutVars>
      </dgm:prSet>
      <dgm:spPr/>
    </dgm:pt>
    <dgm:pt modelId="{BBD316A3-D589-451E-AFE3-96DA81E99855}" type="pres">
      <dgm:prSet presAssocID="{77AC8490-6081-4275-8F09-1E56E598505E}" presName="sibTrans" presStyleLbl="sibTrans2D1" presStyleIdx="0" presStyleCnt="0"/>
      <dgm:spPr/>
    </dgm:pt>
    <dgm:pt modelId="{2DF9031B-C41B-480F-8A0B-C0B1180B56C1}" type="pres">
      <dgm:prSet presAssocID="{A36308D6-8641-4E97-AC82-1A057DE3A2AF}" presName="compNode" presStyleCnt="0"/>
      <dgm:spPr/>
    </dgm:pt>
    <dgm:pt modelId="{ECA09870-EFAB-4545-9C62-38DC036EB34A}" type="pres">
      <dgm:prSet presAssocID="{A36308D6-8641-4E97-AC82-1A057DE3A2AF}" presName="iconBgRect" presStyleLbl="bgShp" presStyleIdx="1" presStyleCnt="4"/>
      <dgm:spPr/>
    </dgm:pt>
    <dgm:pt modelId="{82D0A35A-F388-4DB0-BB2E-E7B5A76BE6CB}" type="pres">
      <dgm:prSet presAssocID="{A36308D6-8641-4E97-AC82-1A057DE3A2A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ightbulb"/>
        </a:ext>
      </dgm:extLst>
    </dgm:pt>
    <dgm:pt modelId="{E7F1CDE6-BBEF-463E-B7C4-14A78538203B}" type="pres">
      <dgm:prSet presAssocID="{A36308D6-8641-4E97-AC82-1A057DE3A2AF}" presName="spaceRect" presStyleCnt="0"/>
      <dgm:spPr/>
    </dgm:pt>
    <dgm:pt modelId="{2087F189-AB17-412B-BF3F-D1EC3A3F6619}" type="pres">
      <dgm:prSet presAssocID="{A36308D6-8641-4E97-AC82-1A057DE3A2AF}" presName="textRect" presStyleLbl="revTx" presStyleIdx="1" presStyleCnt="4">
        <dgm:presLayoutVars>
          <dgm:chMax val="1"/>
          <dgm:chPref val="1"/>
        </dgm:presLayoutVars>
      </dgm:prSet>
      <dgm:spPr/>
    </dgm:pt>
    <dgm:pt modelId="{7B507B59-1B53-4506-A259-A5CBFE311A5E}" type="pres">
      <dgm:prSet presAssocID="{47C89F7F-731C-47D2-A046-9D12D1E59129}" presName="sibTrans" presStyleLbl="sibTrans2D1" presStyleIdx="0" presStyleCnt="0"/>
      <dgm:spPr/>
    </dgm:pt>
    <dgm:pt modelId="{DF889F14-CA35-421A-9ABE-1E224548146E}" type="pres">
      <dgm:prSet presAssocID="{BC6852FA-8854-46C9-9CBA-B2597A1963E9}" presName="compNode" presStyleCnt="0"/>
      <dgm:spPr/>
    </dgm:pt>
    <dgm:pt modelId="{7777D0A0-F088-495B-BDE6-21006018695C}" type="pres">
      <dgm:prSet presAssocID="{BC6852FA-8854-46C9-9CBA-B2597A1963E9}" presName="iconBgRect" presStyleLbl="bgShp" presStyleIdx="2" presStyleCnt="4"/>
      <dgm:spPr/>
    </dgm:pt>
    <dgm:pt modelId="{CB091739-67C5-4401-9A4E-C5D1A4CD028F}" type="pres">
      <dgm:prSet presAssocID="{BC6852FA-8854-46C9-9CBA-B2597A1963E9}"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Presentation with bar chart"/>
        </a:ext>
      </dgm:extLst>
    </dgm:pt>
    <dgm:pt modelId="{6D015EAB-3956-4E54-BCC1-0002B22FDA49}" type="pres">
      <dgm:prSet presAssocID="{BC6852FA-8854-46C9-9CBA-B2597A1963E9}" presName="spaceRect" presStyleCnt="0"/>
      <dgm:spPr/>
    </dgm:pt>
    <dgm:pt modelId="{5AE07BB0-77A8-44C7-95A8-252BBBFA8ED5}" type="pres">
      <dgm:prSet presAssocID="{BC6852FA-8854-46C9-9CBA-B2597A1963E9}" presName="textRect" presStyleLbl="revTx" presStyleIdx="2" presStyleCnt="4">
        <dgm:presLayoutVars>
          <dgm:chMax val="1"/>
          <dgm:chPref val="1"/>
        </dgm:presLayoutVars>
      </dgm:prSet>
      <dgm:spPr/>
    </dgm:pt>
    <dgm:pt modelId="{F163A2BD-5639-4A5E-9074-65888CDC523E}" type="pres">
      <dgm:prSet presAssocID="{91965A19-F29A-4D30-A79E-43E7E593D9FC}" presName="sibTrans" presStyleLbl="sibTrans2D1" presStyleIdx="0" presStyleCnt="0"/>
      <dgm:spPr/>
    </dgm:pt>
    <dgm:pt modelId="{D41A3D8B-CD55-4A9C-B518-2B56280530DF}" type="pres">
      <dgm:prSet presAssocID="{9140AC93-A96E-461C-A431-1D3FDB0294DF}" presName="compNode" presStyleCnt="0"/>
      <dgm:spPr/>
    </dgm:pt>
    <dgm:pt modelId="{5A9AD170-3090-4853-A98F-3612BEC0F801}" type="pres">
      <dgm:prSet presAssocID="{9140AC93-A96E-461C-A431-1D3FDB0294DF}" presName="iconBgRect" presStyleLbl="bgShp" presStyleIdx="3" presStyleCnt="4"/>
      <dgm:spPr/>
    </dgm:pt>
    <dgm:pt modelId="{99996171-387D-4817-8F60-3BA13F9C418C}" type="pres">
      <dgm:prSet presAssocID="{9140AC93-A96E-461C-A431-1D3FDB0294DF}"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esearch"/>
        </a:ext>
      </dgm:extLst>
    </dgm:pt>
    <dgm:pt modelId="{5EA443DB-77C2-477D-A4EF-E2A58685F823}" type="pres">
      <dgm:prSet presAssocID="{9140AC93-A96E-461C-A431-1D3FDB0294DF}" presName="spaceRect" presStyleCnt="0"/>
      <dgm:spPr/>
    </dgm:pt>
    <dgm:pt modelId="{32C894A2-F78E-4BA5-8D26-214D643DCF71}" type="pres">
      <dgm:prSet presAssocID="{9140AC93-A96E-461C-A431-1D3FDB0294DF}" presName="textRect" presStyleLbl="revTx" presStyleIdx="3" presStyleCnt="4">
        <dgm:presLayoutVars>
          <dgm:chMax val="1"/>
          <dgm:chPref val="1"/>
        </dgm:presLayoutVars>
      </dgm:prSet>
      <dgm:spPr/>
    </dgm:pt>
  </dgm:ptLst>
  <dgm:cxnLst>
    <dgm:cxn modelId="{E75D3163-64C9-4ABF-A9B2-AA9F12B9FA19}" type="presOf" srcId="{77AC8490-6081-4275-8F09-1E56E598505E}" destId="{BBD316A3-D589-451E-AFE3-96DA81E99855}" srcOrd="0" destOrd="0" presId="urn:microsoft.com/office/officeart/2018/2/layout/IconCircleList"/>
    <dgm:cxn modelId="{E35D3F6B-4C51-4903-84BD-0E4CE8ADA505}" type="presOf" srcId="{47C89F7F-731C-47D2-A046-9D12D1E59129}" destId="{7B507B59-1B53-4506-A259-A5CBFE311A5E}" srcOrd="0" destOrd="0" presId="urn:microsoft.com/office/officeart/2018/2/layout/IconCircleList"/>
    <dgm:cxn modelId="{BBB66A4E-B931-4AA7-8A86-5E7B9CA939B3}" type="presOf" srcId="{9140AC93-A96E-461C-A431-1D3FDB0294DF}" destId="{32C894A2-F78E-4BA5-8D26-214D643DCF71}" srcOrd="0" destOrd="0" presId="urn:microsoft.com/office/officeart/2018/2/layout/IconCircleList"/>
    <dgm:cxn modelId="{33FA656F-F386-4D2B-90D4-714607DE0CA2}" type="presOf" srcId="{A36308D6-8641-4E97-AC82-1A057DE3A2AF}" destId="{2087F189-AB17-412B-BF3F-D1EC3A3F6619}" srcOrd="0" destOrd="0" presId="urn:microsoft.com/office/officeart/2018/2/layout/IconCircleList"/>
    <dgm:cxn modelId="{9C43C077-26A4-42BB-A3A1-6221E1D4EEDE}" srcId="{87182365-200E-4EAF-9955-7AABD0A97703}" destId="{BC6852FA-8854-46C9-9CBA-B2597A1963E9}" srcOrd="2" destOrd="0" parTransId="{31BEA97D-46A6-4FE2-BD04-5B6BAB115017}" sibTransId="{91965A19-F29A-4D30-A79E-43E7E593D9FC}"/>
    <dgm:cxn modelId="{FAD1D78F-FAE7-41D1-8AD7-39FB1D78D4BB}" type="presOf" srcId="{BC6852FA-8854-46C9-9CBA-B2597A1963E9}" destId="{5AE07BB0-77A8-44C7-95A8-252BBBFA8ED5}" srcOrd="0" destOrd="0" presId="urn:microsoft.com/office/officeart/2018/2/layout/IconCircleList"/>
    <dgm:cxn modelId="{EDB65095-E20D-4AF2-B3B1-79EBF513A986}" type="presOf" srcId="{19C38F81-CACE-4B3A-894A-C1D1094FA08B}" destId="{A3A74E72-C8B3-48CA-A962-2090259F2AEB}" srcOrd="0" destOrd="0" presId="urn:microsoft.com/office/officeart/2018/2/layout/IconCircleList"/>
    <dgm:cxn modelId="{0DA533AE-16DF-4AFB-8DBC-5C63C625A77A}" srcId="{87182365-200E-4EAF-9955-7AABD0A97703}" destId="{A36308D6-8641-4E97-AC82-1A057DE3A2AF}" srcOrd="1" destOrd="0" parTransId="{F4BDD87E-355A-4A32-9BA3-C6AA6EEA5493}" sibTransId="{47C89F7F-731C-47D2-A046-9D12D1E59129}"/>
    <dgm:cxn modelId="{5B3529D6-2B03-4743-8DEA-D8B655936D31}" type="presOf" srcId="{87182365-200E-4EAF-9955-7AABD0A97703}" destId="{F552154F-8C56-4678-9411-82DCF982262F}" srcOrd="0" destOrd="0" presId="urn:microsoft.com/office/officeart/2018/2/layout/IconCircleList"/>
    <dgm:cxn modelId="{7EAE9DDA-4970-4D6E-AD79-330B01C6FBA9}" srcId="{87182365-200E-4EAF-9955-7AABD0A97703}" destId="{9140AC93-A96E-461C-A431-1D3FDB0294DF}" srcOrd="3" destOrd="0" parTransId="{C225ACC0-87ED-4A10-B403-29C8777AFD94}" sibTransId="{AEDF2EA1-C7A5-46B5-9E63-EC5A8DD39B1A}"/>
    <dgm:cxn modelId="{4734B9DF-40FB-4593-A50C-279A768C5840}" srcId="{87182365-200E-4EAF-9955-7AABD0A97703}" destId="{19C38F81-CACE-4B3A-894A-C1D1094FA08B}" srcOrd="0" destOrd="0" parTransId="{1D4499C0-F0E3-4959-9374-A160DA1CA565}" sibTransId="{77AC8490-6081-4275-8F09-1E56E598505E}"/>
    <dgm:cxn modelId="{05CBFBE9-08EB-4A76-BDBC-8B4649C4F9D3}" type="presOf" srcId="{91965A19-F29A-4D30-A79E-43E7E593D9FC}" destId="{F163A2BD-5639-4A5E-9074-65888CDC523E}" srcOrd="0" destOrd="0" presId="urn:microsoft.com/office/officeart/2018/2/layout/IconCircleList"/>
    <dgm:cxn modelId="{FB73E792-A745-4A48-8EEA-6F79DF97E139}" type="presParOf" srcId="{F552154F-8C56-4678-9411-82DCF982262F}" destId="{539942F6-1173-4364-B9DD-3DF585376CE5}" srcOrd="0" destOrd="0" presId="urn:microsoft.com/office/officeart/2018/2/layout/IconCircleList"/>
    <dgm:cxn modelId="{16C3D3AE-9D9E-40B9-8037-B452C4FF5781}" type="presParOf" srcId="{539942F6-1173-4364-B9DD-3DF585376CE5}" destId="{92697100-0414-4809-A89D-E68F2910D005}" srcOrd="0" destOrd="0" presId="urn:microsoft.com/office/officeart/2018/2/layout/IconCircleList"/>
    <dgm:cxn modelId="{488FE818-40CD-4A89-88B9-7D029B4E0CC4}" type="presParOf" srcId="{92697100-0414-4809-A89D-E68F2910D005}" destId="{71CCE4D9-4A2F-4D2C-A896-E78306B0D129}" srcOrd="0" destOrd="0" presId="urn:microsoft.com/office/officeart/2018/2/layout/IconCircleList"/>
    <dgm:cxn modelId="{793F42DB-4990-44FA-B664-6D0A6BE0E95B}" type="presParOf" srcId="{92697100-0414-4809-A89D-E68F2910D005}" destId="{F305D67D-626B-49DE-B277-86B618C8E47D}" srcOrd="1" destOrd="0" presId="urn:microsoft.com/office/officeart/2018/2/layout/IconCircleList"/>
    <dgm:cxn modelId="{16EA0C91-6904-463A-8510-A2735F85D787}" type="presParOf" srcId="{92697100-0414-4809-A89D-E68F2910D005}" destId="{6D8607EB-3893-4698-BCDD-5C45FB68D010}" srcOrd="2" destOrd="0" presId="urn:microsoft.com/office/officeart/2018/2/layout/IconCircleList"/>
    <dgm:cxn modelId="{33D1D6B4-812F-4828-A387-C513FCEA18D5}" type="presParOf" srcId="{92697100-0414-4809-A89D-E68F2910D005}" destId="{A3A74E72-C8B3-48CA-A962-2090259F2AEB}" srcOrd="3" destOrd="0" presId="urn:microsoft.com/office/officeart/2018/2/layout/IconCircleList"/>
    <dgm:cxn modelId="{389F74BD-C707-4619-943A-0BD04E791D97}" type="presParOf" srcId="{539942F6-1173-4364-B9DD-3DF585376CE5}" destId="{BBD316A3-D589-451E-AFE3-96DA81E99855}" srcOrd="1" destOrd="0" presId="urn:microsoft.com/office/officeart/2018/2/layout/IconCircleList"/>
    <dgm:cxn modelId="{5AB30D84-0883-4D4D-A763-97AD265D4957}" type="presParOf" srcId="{539942F6-1173-4364-B9DD-3DF585376CE5}" destId="{2DF9031B-C41B-480F-8A0B-C0B1180B56C1}" srcOrd="2" destOrd="0" presId="urn:microsoft.com/office/officeart/2018/2/layout/IconCircleList"/>
    <dgm:cxn modelId="{0EE7E41B-C661-42C9-9DA0-969705F25604}" type="presParOf" srcId="{2DF9031B-C41B-480F-8A0B-C0B1180B56C1}" destId="{ECA09870-EFAB-4545-9C62-38DC036EB34A}" srcOrd="0" destOrd="0" presId="urn:microsoft.com/office/officeart/2018/2/layout/IconCircleList"/>
    <dgm:cxn modelId="{782CD65D-82ED-4594-A7DC-58F47147D26D}" type="presParOf" srcId="{2DF9031B-C41B-480F-8A0B-C0B1180B56C1}" destId="{82D0A35A-F388-4DB0-BB2E-E7B5A76BE6CB}" srcOrd="1" destOrd="0" presId="urn:microsoft.com/office/officeart/2018/2/layout/IconCircleList"/>
    <dgm:cxn modelId="{BFC3549F-629B-4228-9CB9-BB8F49C3893A}" type="presParOf" srcId="{2DF9031B-C41B-480F-8A0B-C0B1180B56C1}" destId="{E7F1CDE6-BBEF-463E-B7C4-14A78538203B}" srcOrd="2" destOrd="0" presId="urn:microsoft.com/office/officeart/2018/2/layout/IconCircleList"/>
    <dgm:cxn modelId="{781F993F-D577-485B-88C3-32239517D733}" type="presParOf" srcId="{2DF9031B-C41B-480F-8A0B-C0B1180B56C1}" destId="{2087F189-AB17-412B-BF3F-D1EC3A3F6619}" srcOrd="3" destOrd="0" presId="urn:microsoft.com/office/officeart/2018/2/layout/IconCircleList"/>
    <dgm:cxn modelId="{E60E4D5C-7D18-48C7-BF4F-AE15C2F6472C}" type="presParOf" srcId="{539942F6-1173-4364-B9DD-3DF585376CE5}" destId="{7B507B59-1B53-4506-A259-A5CBFE311A5E}" srcOrd="3" destOrd="0" presId="urn:microsoft.com/office/officeart/2018/2/layout/IconCircleList"/>
    <dgm:cxn modelId="{25E4F0A2-BFCA-459E-B712-8A8175C76D73}" type="presParOf" srcId="{539942F6-1173-4364-B9DD-3DF585376CE5}" destId="{DF889F14-CA35-421A-9ABE-1E224548146E}" srcOrd="4" destOrd="0" presId="urn:microsoft.com/office/officeart/2018/2/layout/IconCircleList"/>
    <dgm:cxn modelId="{62E2F5B3-55D1-451E-AE68-DA7697A01B14}" type="presParOf" srcId="{DF889F14-CA35-421A-9ABE-1E224548146E}" destId="{7777D0A0-F088-495B-BDE6-21006018695C}" srcOrd="0" destOrd="0" presId="urn:microsoft.com/office/officeart/2018/2/layout/IconCircleList"/>
    <dgm:cxn modelId="{3F9CF617-5F30-4422-82AB-4865B9A66AD5}" type="presParOf" srcId="{DF889F14-CA35-421A-9ABE-1E224548146E}" destId="{CB091739-67C5-4401-9A4E-C5D1A4CD028F}" srcOrd="1" destOrd="0" presId="urn:microsoft.com/office/officeart/2018/2/layout/IconCircleList"/>
    <dgm:cxn modelId="{366233DB-3AE7-417B-B9E3-232DDBB8A48D}" type="presParOf" srcId="{DF889F14-CA35-421A-9ABE-1E224548146E}" destId="{6D015EAB-3956-4E54-BCC1-0002B22FDA49}" srcOrd="2" destOrd="0" presId="urn:microsoft.com/office/officeart/2018/2/layout/IconCircleList"/>
    <dgm:cxn modelId="{AC042C59-0181-4245-B807-5FCA866B8ABF}" type="presParOf" srcId="{DF889F14-CA35-421A-9ABE-1E224548146E}" destId="{5AE07BB0-77A8-44C7-95A8-252BBBFA8ED5}" srcOrd="3" destOrd="0" presId="urn:microsoft.com/office/officeart/2018/2/layout/IconCircleList"/>
    <dgm:cxn modelId="{B0A512F5-5BE9-417D-8340-86E6EE9AE2B5}" type="presParOf" srcId="{539942F6-1173-4364-B9DD-3DF585376CE5}" destId="{F163A2BD-5639-4A5E-9074-65888CDC523E}" srcOrd="5" destOrd="0" presId="urn:microsoft.com/office/officeart/2018/2/layout/IconCircleList"/>
    <dgm:cxn modelId="{AAF5D955-1A42-41BF-8047-990FAFDCFCD0}" type="presParOf" srcId="{539942F6-1173-4364-B9DD-3DF585376CE5}" destId="{D41A3D8B-CD55-4A9C-B518-2B56280530DF}" srcOrd="6" destOrd="0" presId="urn:microsoft.com/office/officeart/2018/2/layout/IconCircleList"/>
    <dgm:cxn modelId="{C7AE2CA8-F1F6-4535-8A44-0A8BA5077895}" type="presParOf" srcId="{D41A3D8B-CD55-4A9C-B518-2B56280530DF}" destId="{5A9AD170-3090-4853-A98F-3612BEC0F801}" srcOrd="0" destOrd="0" presId="urn:microsoft.com/office/officeart/2018/2/layout/IconCircleList"/>
    <dgm:cxn modelId="{65FDD397-3BBB-41BA-8CF9-EB858A25EABD}" type="presParOf" srcId="{D41A3D8B-CD55-4A9C-B518-2B56280530DF}" destId="{99996171-387D-4817-8F60-3BA13F9C418C}" srcOrd="1" destOrd="0" presId="urn:microsoft.com/office/officeart/2018/2/layout/IconCircleList"/>
    <dgm:cxn modelId="{1EBCA565-138C-4B60-8B94-79575406BF63}" type="presParOf" srcId="{D41A3D8B-CD55-4A9C-B518-2B56280530DF}" destId="{5EA443DB-77C2-477D-A4EF-E2A58685F823}" srcOrd="2" destOrd="0" presId="urn:microsoft.com/office/officeart/2018/2/layout/IconCircleList"/>
    <dgm:cxn modelId="{61BA4A7C-9F60-4FED-BA2A-E3809B55F58B}" type="presParOf" srcId="{D41A3D8B-CD55-4A9C-B518-2B56280530DF}" destId="{32C894A2-F78E-4BA5-8D26-214D643DCF7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25C0F0-9DCC-46F1-B0D7-B7FE8EFABF5E}" type="doc">
      <dgm:prSet loTypeId="urn:microsoft.com/office/officeart/2005/8/layout/hierarchy1" loCatId="hierarchy" qsTypeId="urn:microsoft.com/office/officeart/2005/8/quickstyle/simple2" qsCatId="simple" csTypeId="urn:microsoft.com/office/officeart/2005/8/colors/accent0_3" csCatId="mainScheme"/>
      <dgm:spPr/>
      <dgm:t>
        <a:bodyPr/>
        <a:lstStyle/>
        <a:p>
          <a:endParaRPr lang="en-US"/>
        </a:p>
      </dgm:t>
    </dgm:pt>
    <dgm:pt modelId="{BE31BBF2-5A63-4268-87C3-5028EF907572}">
      <dgm:prSet/>
      <dgm:spPr/>
      <dgm:t>
        <a:bodyPr/>
        <a:lstStyle/>
        <a:p>
          <a:r>
            <a:rPr lang="en-GB" i="1" dirty="0" err="1"/>
            <a:t>Công</a:t>
          </a:r>
          <a:r>
            <a:rPr lang="en-GB" i="1" dirty="0"/>
            <a:t> </a:t>
          </a:r>
          <a:r>
            <a:rPr lang="en-GB" i="1" dirty="0" err="1"/>
            <a:t>việc</a:t>
          </a:r>
          <a:r>
            <a:rPr lang="en-GB" i="1" dirty="0"/>
            <a:t> </a:t>
          </a:r>
          <a:r>
            <a:rPr lang="en-GB" i="1" dirty="0" err="1"/>
            <a:t>và</a:t>
          </a:r>
          <a:r>
            <a:rPr lang="en-GB" i="1" dirty="0"/>
            <a:t> </a:t>
          </a:r>
          <a:r>
            <a:rPr lang="en-GB" i="1" dirty="0" err="1"/>
            <a:t>điều</a:t>
          </a:r>
          <a:r>
            <a:rPr lang="en-GB" i="1" dirty="0"/>
            <a:t> </a:t>
          </a:r>
          <a:r>
            <a:rPr lang="en-GB" i="1" dirty="0" err="1"/>
            <a:t>kiện</a:t>
          </a:r>
          <a:r>
            <a:rPr lang="en-GB" i="1" dirty="0"/>
            <a:t> </a:t>
          </a:r>
          <a:r>
            <a:rPr lang="en-GB" i="1" dirty="0" err="1"/>
            <a:t>làm</a:t>
          </a:r>
          <a:r>
            <a:rPr lang="en-GB" i="1" dirty="0"/>
            <a:t> </a:t>
          </a:r>
          <a:r>
            <a:rPr lang="en-GB" i="1" dirty="0" err="1"/>
            <a:t>việc</a:t>
          </a:r>
          <a:endParaRPr lang="en-US" dirty="0"/>
        </a:p>
      </dgm:t>
    </dgm:pt>
    <dgm:pt modelId="{4EF698B3-2960-4BD8-B06C-073B604BBA83}" type="parTrans" cxnId="{CF600329-A60F-4670-8B19-7671A144314D}">
      <dgm:prSet/>
      <dgm:spPr/>
      <dgm:t>
        <a:bodyPr/>
        <a:lstStyle/>
        <a:p>
          <a:endParaRPr lang="en-US"/>
        </a:p>
      </dgm:t>
    </dgm:pt>
    <dgm:pt modelId="{B2A18BA4-C45F-4AA6-89E8-BEA2DA80BF55}" type="sibTrans" cxnId="{CF600329-A60F-4670-8B19-7671A144314D}">
      <dgm:prSet/>
      <dgm:spPr/>
      <dgm:t>
        <a:bodyPr/>
        <a:lstStyle/>
        <a:p>
          <a:endParaRPr lang="en-US"/>
        </a:p>
      </dgm:t>
    </dgm:pt>
    <dgm:pt modelId="{4B1A9C1F-7C0C-4F11-9FF8-18F496CB2F30}">
      <dgm:prSet/>
      <dgm:spPr/>
      <dgm:t>
        <a:bodyPr/>
        <a:lstStyle/>
        <a:p>
          <a:r>
            <a:rPr lang="vi-VN" i="1"/>
            <a:t>Các quyền lợi cá nhân và lương bổng</a:t>
          </a:r>
          <a:endParaRPr lang="en-US"/>
        </a:p>
      </dgm:t>
    </dgm:pt>
    <dgm:pt modelId="{373500BC-00CA-4F45-9F70-1EFA4E203747}" type="parTrans" cxnId="{1263C46A-765B-4C77-87DE-5D3879661E2B}">
      <dgm:prSet/>
      <dgm:spPr/>
      <dgm:t>
        <a:bodyPr/>
        <a:lstStyle/>
        <a:p>
          <a:endParaRPr lang="en-US"/>
        </a:p>
      </dgm:t>
    </dgm:pt>
    <dgm:pt modelId="{9F614217-C23B-4BEE-B193-B362BF638B69}" type="sibTrans" cxnId="{1263C46A-765B-4C77-87DE-5D3879661E2B}">
      <dgm:prSet/>
      <dgm:spPr/>
      <dgm:t>
        <a:bodyPr/>
        <a:lstStyle/>
        <a:p>
          <a:endParaRPr lang="en-US"/>
        </a:p>
      </dgm:t>
    </dgm:pt>
    <dgm:pt modelId="{4F662C29-13FD-46F9-99C6-778215B78947}">
      <dgm:prSet/>
      <dgm:spPr/>
      <dgm:t>
        <a:bodyPr/>
        <a:lstStyle/>
        <a:p>
          <a:r>
            <a:rPr lang="vi-VN" i="1"/>
            <a:t>Cơ hội thăng tiến</a:t>
          </a:r>
          <a:br>
            <a:rPr lang="vi-VN"/>
          </a:br>
          <a:br>
            <a:rPr lang="vi-VN"/>
          </a:br>
          <a:br>
            <a:rPr lang="en-GB"/>
          </a:br>
          <a:endParaRPr lang="en-US"/>
        </a:p>
      </dgm:t>
    </dgm:pt>
    <dgm:pt modelId="{39A9A49D-6BA9-4E5C-9434-789F654EE90F}" type="parTrans" cxnId="{E8BDDF85-5AB9-40E1-9EA7-4DDC7A7DCB37}">
      <dgm:prSet/>
      <dgm:spPr/>
      <dgm:t>
        <a:bodyPr/>
        <a:lstStyle/>
        <a:p>
          <a:endParaRPr lang="en-US"/>
        </a:p>
      </dgm:t>
    </dgm:pt>
    <dgm:pt modelId="{55FC56DF-B05B-456E-BBC0-46B80E05D006}" type="sibTrans" cxnId="{E8BDDF85-5AB9-40E1-9EA7-4DDC7A7DCB37}">
      <dgm:prSet/>
      <dgm:spPr/>
      <dgm:t>
        <a:bodyPr/>
        <a:lstStyle/>
        <a:p>
          <a:endParaRPr lang="en-US"/>
        </a:p>
      </dgm:t>
    </dgm:pt>
    <dgm:pt modelId="{0B33A96A-D888-454D-AE9A-971A36F614D0}" type="pres">
      <dgm:prSet presAssocID="{5625C0F0-9DCC-46F1-B0D7-B7FE8EFABF5E}" presName="hierChild1" presStyleCnt="0">
        <dgm:presLayoutVars>
          <dgm:chPref val="1"/>
          <dgm:dir/>
          <dgm:animOne val="branch"/>
          <dgm:animLvl val="lvl"/>
          <dgm:resizeHandles/>
        </dgm:presLayoutVars>
      </dgm:prSet>
      <dgm:spPr/>
    </dgm:pt>
    <dgm:pt modelId="{077C0089-2790-4643-9864-34C0763B5707}" type="pres">
      <dgm:prSet presAssocID="{BE31BBF2-5A63-4268-87C3-5028EF907572}" presName="hierRoot1" presStyleCnt="0"/>
      <dgm:spPr/>
    </dgm:pt>
    <dgm:pt modelId="{B832094E-D198-4CB1-8296-163344262F8D}" type="pres">
      <dgm:prSet presAssocID="{BE31BBF2-5A63-4268-87C3-5028EF907572}" presName="composite" presStyleCnt="0"/>
      <dgm:spPr/>
    </dgm:pt>
    <dgm:pt modelId="{9656D1D1-94A0-4381-A937-56564A459A24}" type="pres">
      <dgm:prSet presAssocID="{BE31BBF2-5A63-4268-87C3-5028EF907572}" presName="background" presStyleLbl="node0" presStyleIdx="0" presStyleCnt="3"/>
      <dgm:spPr/>
    </dgm:pt>
    <dgm:pt modelId="{41F887FB-91D7-4B37-ABD8-E0DF42A3997E}" type="pres">
      <dgm:prSet presAssocID="{BE31BBF2-5A63-4268-87C3-5028EF907572}" presName="text" presStyleLbl="fgAcc0" presStyleIdx="0" presStyleCnt="3">
        <dgm:presLayoutVars>
          <dgm:chPref val="3"/>
        </dgm:presLayoutVars>
      </dgm:prSet>
      <dgm:spPr/>
    </dgm:pt>
    <dgm:pt modelId="{E85D08B1-7971-4906-BF82-D4B7D3A1F63A}" type="pres">
      <dgm:prSet presAssocID="{BE31BBF2-5A63-4268-87C3-5028EF907572}" presName="hierChild2" presStyleCnt="0"/>
      <dgm:spPr/>
    </dgm:pt>
    <dgm:pt modelId="{19611573-81F7-42A5-9FBA-74B7FF5F0724}" type="pres">
      <dgm:prSet presAssocID="{4B1A9C1F-7C0C-4F11-9FF8-18F496CB2F30}" presName="hierRoot1" presStyleCnt="0"/>
      <dgm:spPr/>
    </dgm:pt>
    <dgm:pt modelId="{7F31B550-544C-4365-8A22-AC0183EE4F64}" type="pres">
      <dgm:prSet presAssocID="{4B1A9C1F-7C0C-4F11-9FF8-18F496CB2F30}" presName="composite" presStyleCnt="0"/>
      <dgm:spPr/>
    </dgm:pt>
    <dgm:pt modelId="{6BF7DD37-E1AA-470A-A0C0-220268916E94}" type="pres">
      <dgm:prSet presAssocID="{4B1A9C1F-7C0C-4F11-9FF8-18F496CB2F30}" presName="background" presStyleLbl="node0" presStyleIdx="1" presStyleCnt="3"/>
      <dgm:spPr/>
    </dgm:pt>
    <dgm:pt modelId="{0F8EB949-EC34-4341-8AE8-564AB26342A1}" type="pres">
      <dgm:prSet presAssocID="{4B1A9C1F-7C0C-4F11-9FF8-18F496CB2F30}" presName="text" presStyleLbl="fgAcc0" presStyleIdx="1" presStyleCnt="3">
        <dgm:presLayoutVars>
          <dgm:chPref val="3"/>
        </dgm:presLayoutVars>
      </dgm:prSet>
      <dgm:spPr/>
    </dgm:pt>
    <dgm:pt modelId="{BF46237C-066F-4D39-862E-FFE13B9087C0}" type="pres">
      <dgm:prSet presAssocID="{4B1A9C1F-7C0C-4F11-9FF8-18F496CB2F30}" presName="hierChild2" presStyleCnt="0"/>
      <dgm:spPr/>
    </dgm:pt>
    <dgm:pt modelId="{403B52E8-F467-4ACF-9B91-9D0318BE9848}" type="pres">
      <dgm:prSet presAssocID="{4F662C29-13FD-46F9-99C6-778215B78947}" presName="hierRoot1" presStyleCnt="0"/>
      <dgm:spPr/>
    </dgm:pt>
    <dgm:pt modelId="{BCAB269D-F897-46D5-BE52-4AA42F57391F}" type="pres">
      <dgm:prSet presAssocID="{4F662C29-13FD-46F9-99C6-778215B78947}" presName="composite" presStyleCnt="0"/>
      <dgm:spPr/>
    </dgm:pt>
    <dgm:pt modelId="{FE181DB5-1A43-48E8-8CF2-A5F2F8938F2B}" type="pres">
      <dgm:prSet presAssocID="{4F662C29-13FD-46F9-99C6-778215B78947}" presName="background" presStyleLbl="node0" presStyleIdx="2" presStyleCnt="3"/>
      <dgm:spPr/>
    </dgm:pt>
    <dgm:pt modelId="{A68E21DB-4FF7-41DC-8652-5B26876959BC}" type="pres">
      <dgm:prSet presAssocID="{4F662C29-13FD-46F9-99C6-778215B78947}" presName="text" presStyleLbl="fgAcc0" presStyleIdx="2" presStyleCnt="3">
        <dgm:presLayoutVars>
          <dgm:chPref val="3"/>
        </dgm:presLayoutVars>
      </dgm:prSet>
      <dgm:spPr/>
    </dgm:pt>
    <dgm:pt modelId="{F49D5DD6-125F-4275-983A-3447147AC3AE}" type="pres">
      <dgm:prSet presAssocID="{4F662C29-13FD-46F9-99C6-778215B78947}" presName="hierChild2" presStyleCnt="0"/>
      <dgm:spPr/>
    </dgm:pt>
  </dgm:ptLst>
  <dgm:cxnLst>
    <dgm:cxn modelId="{E0378119-723C-4F9C-ABE9-F1E75A9C9B73}" type="presOf" srcId="{4B1A9C1F-7C0C-4F11-9FF8-18F496CB2F30}" destId="{0F8EB949-EC34-4341-8AE8-564AB26342A1}" srcOrd="0" destOrd="0" presId="urn:microsoft.com/office/officeart/2005/8/layout/hierarchy1"/>
    <dgm:cxn modelId="{CF600329-A60F-4670-8B19-7671A144314D}" srcId="{5625C0F0-9DCC-46F1-B0D7-B7FE8EFABF5E}" destId="{BE31BBF2-5A63-4268-87C3-5028EF907572}" srcOrd="0" destOrd="0" parTransId="{4EF698B3-2960-4BD8-B06C-073B604BBA83}" sibTransId="{B2A18BA4-C45F-4AA6-89E8-BEA2DA80BF55}"/>
    <dgm:cxn modelId="{1263C46A-765B-4C77-87DE-5D3879661E2B}" srcId="{5625C0F0-9DCC-46F1-B0D7-B7FE8EFABF5E}" destId="{4B1A9C1F-7C0C-4F11-9FF8-18F496CB2F30}" srcOrd="1" destOrd="0" parTransId="{373500BC-00CA-4F45-9F70-1EFA4E203747}" sibTransId="{9F614217-C23B-4BEE-B193-B362BF638B69}"/>
    <dgm:cxn modelId="{E8BDDF85-5AB9-40E1-9EA7-4DDC7A7DCB37}" srcId="{5625C0F0-9DCC-46F1-B0D7-B7FE8EFABF5E}" destId="{4F662C29-13FD-46F9-99C6-778215B78947}" srcOrd="2" destOrd="0" parTransId="{39A9A49D-6BA9-4E5C-9434-789F654EE90F}" sibTransId="{55FC56DF-B05B-456E-BBC0-46B80E05D006}"/>
    <dgm:cxn modelId="{03E4F086-0BD8-4EB5-9BAD-291B356F899A}" type="presOf" srcId="{BE31BBF2-5A63-4268-87C3-5028EF907572}" destId="{41F887FB-91D7-4B37-ABD8-E0DF42A3997E}" srcOrd="0" destOrd="0" presId="urn:microsoft.com/office/officeart/2005/8/layout/hierarchy1"/>
    <dgm:cxn modelId="{158E83E7-A286-4964-AB22-24F440E1B740}" type="presOf" srcId="{4F662C29-13FD-46F9-99C6-778215B78947}" destId="{A68E21DB-4FF7-41DC-8652-5B26876959BC}" srcOrd="0" destOrd="0" presId="urn:microsoft.com/office/officeart/2005/8/layout/hierarchy1"/>
    <dgm:cxn modelId="{15CC7DF7-83E9-4C75-A538-F6B80E1D36E5}" type="presOf" srcId="{5625C0F0-9DCC-46F1-B0D7-B7FE8EFABF5E}" destId="{0B33A96A-D888-454D-AE9A-971A36F614D0}" srcOrd="0" destOrd="0" presId="urn:microsoft.com/office/officeart/2005/8/layout/hierarchy1"/>
    <dgm:cxn modelId="{08734091-F231-4229-BFBD-114A254ED2B1}" type="presParOf" srcId="{0B33A96A-D888-454D-AE9A-971A36F614D0}" destId="{077C0089-2790-4643-9864-34C0763B5707}" srcOrd="0" destOrd="0" presId="urn:microsoft.com/office/officeart/2005/8/layout/hierarchy1"/>
    <dgm:cxn modelId="{C85AD963-386D-43A4-8F82-A12D4DE4DF5B}" type="presParOf" srcId="{077C0089-2790-4643-9864-34C0763B5707}" destId="{B832094E-D198-4CB1-8296-163344262F8D}" srcOrd="0" destOrd="0" presId="urn:microsoft.com/office/officeart/2005/8/layout/hierarchy1"/>
    <dgm:cxn modelId="{F20231AA-FB99-479E-8007-9C92A697AE92}" type="presParOf" srcId="{B832094E-D198-4CB1-8296-163344262F8D}" destId="{9656D1D1-94A0-4381-A937-56564A459A24}" srcOrd="0" destOrd="0" presId="urn:microsoft.com/office/officeart/2005/8/layout/hierarchy1"/>
    <dgm:cxn modelId="{84E701AD-4259-48E3-B4CD-794B4FE5C8C1}" type="presParOf" srcId="{B832094E-D198-4CB1-8296-163344262F8D}" destId="{41F887FB-91D7-4B37-ABD8-E0DF42A3997E}" srcOrd="1" destOrd="0" presId="urn:microsoft.com/office/officeart/2005/8/layout/hierarchy1"/>
    <dgm:cxn modelId="{5EEF4B1B-ECAC-4983-A2E0-6671DF2F7080}" type="presParOf" srcId="{077C0089-2790-4643-9864-34C0763B5707}" destId="{E85D08B1-7971-4906-BF82-D4B7D3A1F63A}" srcOrd="1" destOrd="0" presId="urn:microsoft.com/office/officeart/2005/8/layout/hierarchy1"/>
    <dgm:cxn modelId="{61C9ABF8-851A-4ACE-998D-D2BBBA0025BD}" type="presParOf" srcId="{0B33A96A-D888-454D-AE9A-971A36F614D0}" destId="{19611573-81F7-42A5-9FBA-74B7FF5F0724}" srcOrd="1" destOrd="0" presId="urn:microsoft.com/office/officeart/2005/8/layout/hierarchy1"/>
    <dgm:cxn modelId="{5DD80810-AD3C-437D-82E3-F2E956A7B9E9}" type="presParOf" srcId="{19611573-81F7-42A5-9FBA-74B7FF5F0724}" destId="{7F31B550-544C-4365-8A22-AC0183EE4F64}" srcOrd="0" destOrd="0" presId="urn:microsoft.com/office/officeart/2005/8/layout/hierarchy1"/>
    <dgm:cxn modelId="{AF19008D-4A72-4798-96EC-C113B3BE3947}" type="presParOf" srcId="{7F31B550-544C-4365-8A22-AC0183EE4F64}" destId="{6BF7DD37-E1AA-470A-A0C0-220268916E94}" srcOrd="0" destOrd="0" presId="urn:microsoft.com/office/officeart/2005/8/layout/hierarchy1"/>
    <dgm:cxn modelId="{CC2363B2-46B4-4E94-BCD5-BDE8F268F5DB}" type="presParOf" srcId="{7F31B550-544C-4365-8A22-AC0183EE4F64}" destId="{0F8EB949-EC34-4341-8AE8-564AB26342A1}" srcOrd="1" destOrd="0" presId="urn:microsoft.com/office/officeart/2005/8/layout/hierarchy1"/>
    <dgm:cxn modelId="{BAA58E7A-9B85-4ED5-85EC-FC18B2B24D9F}" type="presParOf" srcId="{19611573-81F7-42A5-9FBA-74B7FF5F0724}" destId="{BF46237C-066F-4D39-862E-FFE13B9087C0}" srcOrd="1" destOrd="0" presId="urn:microsoft.com/office/officeart/2005/8/layout/hierarchy1"/>
    <dgm:cxn modelId="{24C5A8A4-82C6-4632-98ED-8A00BE777852}" type="presParOf" srcId="{0B33A96A-D888-454D-AE9A-971A36F614D0}" destId="{403B52E8-F467-4ACF-9B91-9D0318BE9848}" srcOrd="2" destOrd="0" presId="urn:microsoft.com/office/officeart/2005/8/layout/hierarchy1"/>
    <dgm:cxn modelId="{D341D7A7-76D7-48A1-AC7B-ECDFE28EAD02}" type="presParOf" srcId="{403B52E8-F467-4ACF-9B91-9D0318BE9848}" destId="{BCAB269D-F897-46D5-BE52-4AA42F57391F}" srcOrd="0" destOrd="0" presId="urn:microsoft.com/office/officeart/2005/8/layout/hierarchy1"/>
    <dgm:cxn modelId="{41239C70-549A-4E83-A417-F7E1CD1A92D5}" type="presParOf" srcId="{BCAB269D-F897-46D5-BE52-4AA42F57391F}" destId="{FE181DB5-1A43-48E8-8CF2-A5F2F8938F2B}" srcOrd="0" destOrd="0" presId="urn:microsoft.com/office/officeart/2005/8/layout/hierarchy1"/>
    <dgm:cxn modelId="{18B9E942-E347-4615-AB9A-F366AA67EA7F}" type="presParOf" srcId="{BCAB269D-F897-46D5-BE52-4AA42F57391F}" destId="{A68E21DB-4FF7-41DC-8652-5B26876959BC}" srcOrd="1" destOrd="0" presId="urn:microsoft.com/office/officeart/2005/8/layout/hierarchy1"/>
    <dgm:cxn modelId="{CFA34F27-B700-429A-9C8C-70F93B6B6025}" type="presParOf" srcId="{403B52E8-F467-4ACF-9B91-9D0318BE9848}" destId="{F49D5DD6-125F-4275-983A-3447147AC3A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1EE0C-5162-4038-BB69-0CCC3263DE4F}">
      <dsp:nvSpPr>
        <dsp:cNvPr id="0" name=""/>
        <dsp:cNvSpPr/>
      </dsp:nvSpPr>
      <dsp:spPr>
        <a:xfrm>
          <a:off x="3198170" y="0"/>
          <a:ext cx="4196969" cy="4196969"/>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6DE875-E5A1-4B19-B779-CB6C04298706}">
      <dsp:nvSpPr>
        <dsp:cNvPr id="0" name=""/>
        <dsp:cNvSpPr/>
      </dsp:nvSpPr>
      <dsp:spPr>
        <a:xfrm>
          <a:off x="0" y="368103"/>
          <a:ext cx="4139283" cy="163681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err="1"/>
            <a:t>Khái</a:t>
          </a:r>
          <a:r>
            <a:rPr lang="en-US" sz="3400" kern="1200" dirty="0"/>
            <a:t> </a:t>
          </a:r>
          <a:r>
            <a:rPr lang="en-US" sz="3400" kern="1200" dirty="0" err="1"/>
            <a:t>niệm</a:t>
          </a:r>
          <a:r>
            <a:rPr lang="en-US" sz="3400" kern="1200" dirty="0"/>
            <a:t> </a:t>
          </a:r>
          <a:r>
            <a:rPr lang="en-US" sz="3400" kern="1200" dirty="0" err="1"/>
            <a:t>quản</a:t>
          </a:r>
          <a:r>
            <a:rPr lang="en-US" sz="3400" kern="1200" dirty="0"/>
            <a:t> </a:t>
          </a:r>
          <a:r>
            <a:rPr lang="en-US" sz="3400" kern="1200" dirty="0" err="1"/>
            <a:t>trị</a:t>
          </a:r>
          <a:r>
            <a:rPr lang="en-US" sz="3400" kern="1200" dirty="0"/>
            <a:t> </a:t>
          </a:r>
          <a:r>
            <a:rPr lang="en-US" sz="3400" kern="1200" dirty="0" err="1"/>
            <a:t>nhân</a:t>
          </a:r>
          <a:r>
            <a:rPr lang="en-US" sz="3400" kern="1200" dirty="0"/>
            <a:t> </a:t>
          </a:r>
          <a:r>
            <a:rPr lang="en-US" sz="3400" kern="1200" dirty="0" err="1"/>
            <a:t>lực</a:t>
          </a:r>
          <a:endParaRPr lang="en-US" sz="3400" kern="1200" dirty="0"/>
        </a:p>
      </dsp:txBody>
      <dsp:txXfrm>
        <a:off x="79903" y="448006"/>
        <a:ext cx="3979477" cy="1477011"/>
      </dsp:txXfrm>
    </dsp:sp>
    <dsp:sp modelId="{E8D41137-498B-4C11-9232-437A1220E58C}">
      <dsp:nvSpPr>
        <dsp:cNvPr id="0" name=""/>
        <dsp:cNvSpPr/>
      </dsp:nvSpPr>
      <dsp:spPr>
        <a:xfrm>
          <a:off x="6237164" y="291598"/>
          <a:ext cx="4362659" cy="1636817"/>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Chức</a:t>
          </a:r>
          <a:r>
            <a:rPr lang="en-US" sz="3300" kern="1200" dirty="0"/>
            <a:t> </a:t>
          </a:r>
          <a:r>
            <a:rPr lang="en-US" sz="3300" kern="1200" dirty="0" err="1"/>
            <a:t>năng</a:t>
          </a:r>
          <a:r>
            <a:rPr lang="en-US" sz="3300" kern="1200" dirty="0"/>
            <a:t>/ </a:t>
          </a:r>
          <a:r>
            <a:rPr lang="en-US" sz="3300" kern="1200" dirty="0" err="1"/>
            <a:t>vai</a:t>
          </a:r>
          <a:r>
            <a:rPr lang="en-US" sz="3300" kern="1200" dirty="0"/>
            <a:t> </a:t>
          </a:r>
          <a:r>
            <a:rPr lang="en-US" sz="3300" kern="1200" dirty="0" err="1"/>
            <a:t>trò</a:t>
          </a:r>
          <a:r>
            <a:rPr lang="en-US" sz="3300" kern="1200" dirty="0"/>
            <a:t> </a:t>
          </a:r>
          <a:r>
            <a:rPr lang="en-US" sz="3300" kern="1200" dirty="0" err="1"/>
            <a:t>quản</a:t>
          </a:r>
          <a:r>
            <a:rPr lang="en-US" sz="3300" kern="1200" dirty="0"/>
            <a:t> </a:t>
          </a:r>
          <a:r>
            <a:rPr lang="en-US" sz="3300" kern="1200" dirty="0" err="1"/>
            <a:t>trị</a:t>
          </a:r>
          <a:r>
            <a:rPr lang="en-US" sz="3300" kern="1200" dirty="0"/>
            <a:t> </a:t>
          </a:r>
          <a:r>
            <a:rPr lang="en-US" sz="3300" kern="1200" dirty="0" err="1"/>
            <a:t>nhân</a:t>
          </a:r>
          <a:r>
            <a:rPr lang="en-US" sz="3300" kern="1200" dirty="0"/>
            <a:t> </a:t>
          </a:r>
          <a:r>
            <a:rPr lang="en-US" sz="3300" kern="1200" dirty="0" err="1"/>
            <a:t>lực</a:t>
          </a:r>
          <a:endParaRPr lang="en-US" sz="3300" kern="1200" dirty="0"/>
        </a:p>
      </dsp:txBody>
      <dsp:txXfrm>
        <a:off x="6317067" y="371501"/>
        <a:ext cx="4202853" cy="1477011"/>
      </dsp:txXfrm>
    </dsp:sp>
    <dsp:sp modelId="{1FEFD8C5-3E0A-4CB1-AE31-35D80E5154B7}">
      <dsp:nvSpPr>
        <dsp:cNvPr id="0" name=""/>
        <dsp:cNvSpPr/>
      </dsp:nvSpPr>
      <dsp:spPr>
        <a:xfrm>
          <a:off x="0" y="2452154"/>
          <a:ext cx="4349630" cy="1636817"/>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Mục</a:t>
          </a:r>
          <a:r>
            <a:rPr lang="en-US" sz="3200" kern="1200" dirty="0"/>
            <a:t> </a:t>
          </a:r>
          <a:r>
            <a:rPr lang="en-US" sz="3200" kern="1200" dirty="0" err="1"/>
            <a:t>tiêu</a:t>
          </a:r>
          <a:r>
            <a:rPr lang="en-US" sz="3200" kern="1200" dirty="0"/>
            <a:t> </a:t>
          </a:r>
          <a:r>
            <a:rPr lang="en-US" sz="3200" kern="1200" dirty="0" err="1"/>
            <a:t>quản</a:t>
          </a:r>
          <a:r>
            <a:rPr lang="en-US" sz="3200" kern="1200" dirty="0"/>
            <a:t> </a:t>
          </a:r>
          <a:r>
            <a:rPr lang="en-US" sz="3200" kern="1200" dirty="0" err="1"/>
            <a:t>trị</a:t>
          </a:r>
          <a:r>
            <a:rPr lang="en-US" sz="3200" kern="1200" dirty="0"/>
            <a:t> </a:t>
          </a:r>
          <a:r>
            <a:rPr lang="en-US" sz="3200" kern="1200" dirty="0" err="1"/>
            <a:t>nhân</a:t>
          </a:r>
          <a:r>
            <a:rPr lang="en-US" sz="3200" kern="1200" dirty="0"/>
            <a:t> </a:t>
          </a:r>
          <a:r>
            <a:rPr lang="en-US" sz="3200" kern="1200" dirty="0" err="1"/>
            <a:t>lực</a:t>
          </a:r>
          <a:endParaRPr lang="en-US" sz="3200" kern="1200" dirty="0"/>
        </a:p>
      </dsp:txBody>
      <dsp:txXfrm>
        <a:off x="79903" y="2532057"/>
        <a:ext cx="4189824" cy="1477011"/>
      </dsp:txXfrm>
    </dsp:sp>
    <dsp:sp modelId="{9D69EE3F-607D-4DDC-B219-6FF1B6ADBCAA}">
      <dsp:nvSpPr>
        <dsp:cNvPr id="0" name=""/>
        <dsp:cNvSpPr/>
      </dsp:nvSpPr>
      <dsp:spPr>
        <a:xfrm>
          <a:off x="6338941" y="2406257"/>
          <a:ext cx="4260882" cy="163681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Các</a:t>
          </a:r>
          <a:r>
            <a:rPr lang="en-US" sz="3200" kern="1200" dirty="0"/>
            <a:t> </a:t>
          </a:r>
          <a:r>
            <a:rPr lang="en-US" sz="3200" kern="1200" dirty="0" err="1"/>
            <a:t>xu</a:t>
          </a:r>
          <a:r>
            <a:rPr lang="en-US" sz="3200" kern="1200" dirty="0"/>
            <a:t> </a:t>
          </a:r>
          <a:r>
            <a:rPr lang="en-US" sz="3200" kern="1200" dirty="0" err="1"/>
            <a:t>hướng</a:t>
          </a:r>
          <a:r>
            <a:rPr lang="en-US" sz="3200" kern="1200" dirty="0"/>
            <a:t> </a:t>
          </a:r>
          <a:r>
            <a:rPr lang="en-US" sz="3200" kern="1200" dirty="0" err="1"/>
            <a:t>và</a:t>
          </a:r>
          <a:r>
            <a:rPr lang="en-US" sz="3200" kern="1200" dirty="0"/>
            <a:t> </a:t>
          </a:r>
          <a:r>
            <a:rPr lang="en-US" sz="3200" kern="1200" dirty="0" err="1"/>
            <a:t>nhu</a:t>
          </a:r>
          <a:r>
            <a:rPr lang="en-US" sz="3200" kern="1200" dirty="0"/>
            <a:t> </a:t>
          </a:r>
          <a:r>
            <a:rPr lang="en-US" sz="3200" kern="1200" dirty="0" err="1"/>
            <a:t>cầu</a:t>
          </a:r>
          <a:r>
            <a:rPr lang="en-US" sz="3200" kern="1200" dirty="0"/>
            <a:t> </a:t>
          </a:r>
          <a:r>
            <a:rPr lang="en-US" sz="3200" kern="1200" dirty="0" err="1"/>
            <a:t>của</a:t>
          </a:r>
          <a:r>
            <a:rPr lang="en-US" sz="3200" kern="1200" dirty="0"/>
            <a:t> </a:t>
          </a:r>
          <a:r>
            <a:rPr lang="en-US" sz="3200" kern="1200" dirty="0" err="1"/>
            <a:t>người</a:t>
          </a:r>
          <a:r>
            <a:rPr lang="en-US" sz="3200" kern="1200" dirty="0"/>
            <a:t> LĐ</a:t>
          </a:r>
        </a:p>
      </dsp:txBody>
      <dsp:txXfrm>
        <a:off x="6418844" y="2486160"/>
        <a:ext cx="4101076" cy="14770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E20EF-A954-4925-9B91-BC2D2F15C258}">
      <dsp:nvSpPr>
        <dsp:cNvPr id="0" name=""/>
        <dsp:cNvSpPr/>
      </dsp:nvSpPr>
      <dsp:spPr>
        <a:xfrm>
          <a:off x="747340" y="304054"/>
          <a:ext cx="4441834" cy="4441834"/>
        </a:xfrm>
        <a:prstGeom prst="pie">
          <a:avLst>
            <a:gd name="adj1" fmla="val 16200000"/>
            <a:gd name="adj2" fmla="val 1928571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H</a:t>
          </a:r>
          <a:r>
            <a:rPr lang="vi-VN" sz="1800" b="1" kern="1200" dirty="0"/>
            <a:t>oạch định nguồn nhân lực, </a:t>
          </a:r>
          <a:endParaRPr lang="en-US" sz="1800" b="1" kern="1200" dirty="0"/>
        </a:p>
      </dsp:txBody>
      <dsp:txXfrm>
        <a:off x="3012146" y="727085"/>
        <a:ext cx="1216216" cy="766745"/>
      </dsp:txXfrm>
    </dsp:sp>
    <dsp:sp modelId="{C3894E7A-84D4-4FD8-AFE3-B396802C8925}">
      <dsp:nvSpPr>
        <dsp:cNvPr id="0" name=""/>
        <dsp:cNvSpPr/>
      </dsp:nvSpPr>
      <dsp:spPr>
        <a:xfrm>
          <a:off x="632592" y="542009"/>
          <a:ext cx="4441834" cy="4441834"/>
        </a:xfrm>
        <a:prstGeom prst="pie">
          <a:avLst>
            <a:gd name="adj1" fmla="val 19285716"/>
            <a:gd name="adj2" fmla="val 771428"/>
          </a:avLst>
        </a:prstGeom>
        <a:solidFill>
          <a:schemeClr val="accent5">
            <a:hueOff val="-1655646"/>
            <a:satOff val="6635"/>
            <a:lumOff val="14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T</a:t>
          </a:r>
          <a:r>
            <a:rPr lang="vi-VN" sz="1800" b="1" kern="1200" dirty="0"/>
            <a:t>uyển mộ và lựa chọn; </a:t>
          </a:r>
          <a:endParaRPr lang="en-US" sz="1800" b="1" kern="1200" dirty="0"/>
        </a:p>
      </dsp:txBody>
      <dsp:txXfrm>
        <a:off x="3673133" y="2128378"/>
        <a:ext cx="1290247" cy="819624"/>
      </dsp:txXfrm>
    </dsp:sp>
    <dsp:sp modelId="{07FA658E-5C67-48D6-8CD2-D504F3EE21FD}">
      <dsp:nvSpPr>
        <dsp:cNvPr id="0" name=""/>
        <dsp:cNvSpPr/>
      </dsp:nvSpPr>
      <dsp:spPr>
        <a:xfrm>
          <a:off x="632592" y="542009"/>
          <a:ext cx="4441834" cy="4441834"/>
        </a:xfrm>
        <a:prstGeom prst="pie">
          <a:avLst>
            <a:gd name="adj1" fmla="val 771428"/>
            <a:gd name="adj2" fmla="val 3857143"/>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P</a:t>
          </a:r>
          <a:r>
            <a:rPr lang="vi-VN" sz="1800" b="1" kern="1200" dirty="0"/>
            <a:t>hát triển nguồn nhân lực; </a:t>
          </a:r>
          <a:endParaRPr lang="en-US" sz="1800" b="1" kern="1200" dirty="0"/>
        </a:p>
      </dsp:txBody>
      <dsp:txXfrm>
        <a:off x="3488057" y="3185958"/>
        <a:ext cx="1163337" cy="846063"/>
      </dsp:txXfrm>
    </dsp:sp>
    <dsp:sp modelId="{F98944B1-DF36-4421-91EE-558F34B1F4E3}">
      <dsp:nvSpPr>
        <dsp:cNvPr id="0" name=""/>
        <dsp:cNvSpPr/>
      </dsp:nvSpPr>
      <dsp:spPr>
        <a:xfrm>
          <a:off x="632592" y="542009"/>
          <a:ext cx="4441834" cy="4441834"/>
        </a:xfrm>
        <a:prstGeom prst="pie">
          <a:avLst>
            <a:gd name="adj1" fmla="val 3857226"/>
            <a:gd name="adj2" fmla="val 6942858"/>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P</a:t>
          </a:r>
          <a:r>
            <a:rPr lang="vi-VN" sz="1800" b="1" kern="1200" dirty="0"/>
            <a:t>húc lợi và lương bổng; </a:t>
          </a:r>
          <a:endParaRPr lang="en-US" sz="1800" b="1" kern="1200" dirty="0"/>
        </a:p>
      </dsp:txBody>
      <dsp:txXfrm>
        <a:off x="2258621" y="4032022"/>
        <a:ext cx="1189777" cy="846063"/>
      </dsp:txXfrm>
    </dsp:sp>
    <dsp:sp modelId="{4233E191-EC7A-4CF4-A52F-6BB9FDE6B1E3}">
      <dsp:nvSpPr>
        <dsp:cNvPr id="0" name=""/>
        <dsp:cNvSpPr/>
      </dsp:nvSpPr>
      <dsp:spPr>
        <a:xfrm>
          <a:off x="632592" y="542009"/>
          <a:ext cx="4441834" cy="4441834"/>
        </a:xfrm>
        <a:prstGeom prst="pie">
          <a:avLst>
            <a:gd name="adj1" fmla="val 6942858"/>
            <a:gd name="adj2" fmla="val 10028574"/>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A</a:t>
          </a:r>
          <a:r>
            <a:rPr lang="vi-VN" sz="1800" b="1" kern="1200" dirty="0"/>
            <a:t>n toàn và sức khỏe; </a:t>
          </a:r>
          <a:endParaRPr lang="en-US" sz="1800" b="1" kern="1200" dirty="0"/>
        </a:p>
      </dsp:txBody>
      <dsp:txXfrm>
        <a:off x="1055624" y="3185958"/>
        <a:ext cx="1163337" cy="846063"/>
      </dsp:txXfrm>
    </dsp:sp>
    <dsp:sp modelId="{B5296255-9FD1-4B94-A996-5AC61B39FAE0}">
      <dsp:nvSpPr>
        <dsp:cNvPr id="0" name=""/>
        <dsp:cNvSpPr/>
      </dsp:nvSpPr>
      <dsp:spPr>
        <a:xfrm>
          <a:off x="632592" y="542009"/>
          <a:ext cx="4441834" cy="4441834"/>
        </a:xfrm>
        <a:prstGeom prst="pie">
          <a:avLst>
            <a:gd name="adj1" fmla="val 10028574"/>
            <a:gd name="adj2" fmla="val 13114284"/>
          </a:avLst>
        </a:prstGeom>
        <a:solidFill>
          <a:schemeClr val="accent5">
            <a:hueOff val="-8278230"/>
            <a:satOff val="33176"/>
            <a:lumOff val="7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T</a:t>
          </a:r>
          <a:r>
            <a:rPr lang="vi-VN" sz="1800" b="1" kern="1200" dirty="0"/>
            <a:t>ương quan lao động</a:t>
          </a:r>
          <a:r>
            <a:rPr lang="en-US" sz="1800" b="1" kern="1200" dirty="0"/>
            <a:t>;</a:t>
          </a:r>
        </a:p>
      </dsp:txBody>
      <dsp:txXfrm>
        <a:off x="743638" y="2128378"/>
        <a:ext cx="1290247" cy="819624"/>
      </dsp:txXfrm>
    </dsp:sp>
    <dsp:sp modelId="{630F6D76-97EF-4E7A-8B76-C383ABBE5105}">
      <dsp:nvSpPr>
        <dsp:cNvPr id="0" name=""/>
        <dsp:cNvSpPr/>
      </dsp:nvSpPr>
      <dsp:spPr>
        <a:xfrm>
          <a:off x="632592" y="542009"/>
          <a:ext cx="4441834" cy="4441834"/>
        </a:xfrm>
        <a:prstGeom prst="pie">
          <a:avLst>
            <a:gd name="adj1" fmla="val 13114284"/>
            <a:gd name="adj2" fmla="val 16200000"/>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N</a:t>
          </a:r>
          <a:r>
            <a:rPr lang="vi-VN" sz="1800" b="1" kern="1200" dirty="0"/>
            <a:t>ghiên cứu nguồn nhân lực</a:t>
          </a:r>
          <a:br>
            <a:rPr lang="vi-VN" sz="1800" b="1" kern="1200" dirty="0"/>
          </a:br>
          <a:endParaRPr lang="en-US" sz="1800" b="1" kern="1200" dirty="0"/>
        </a:p>
      </dsp:txBody>
      <dsp:txXfrm>
        <a:off x="1594990" y="965041"/>
        <a:ext cx="1216216" cy="7667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CCE4D9-4A2F-4D2C-A896-E78306B0D129}">
      <dsp:nvSpPr>
        <dsp:cNvPr id="0" name=""/>
        <dsp:cNvSpPr/>
      </dsp:nvSpPr>
      <dsp:spPr>
        <a:xfrm>
          <a:off x="222669" y="391570"/>
          <a:ext cx="1341248" cy="1341248"/>
        </a:xfrm>
        <a:prstGeom prst="ellipse">
          <a:avLst/>
        </a:prstGeom>
        <a:solidFill>
          <a:schemeClr val="accent2">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305D67D-626B-49DE-B277-86B618C8E47D}">
      <dsp:nvSpPr>
        <dsp:cNvPr id="0" name=""/>
        <dsp:cNvSpPr/>
      </dsp:nvSpPr>
      <dsp:spPr>
        <a:xfrm>
          <a:off x="504331" y="673232"/>
          <a:ext cx="777924" cy="7779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3A74E72-C8B3-48CA-A962-2090259F2AEB}">
      <dsp:nvSpPr>
        <dsp:cNvPr id="0" name=""/>
        <dsp:cNvSpPr/>
      </dsp:nvSpPr>
      <dsp:spPr>
        <a:xfrm>
          <a:off x="1851328" y="391570"/>
          <a:ext cx="3161515" cy="1341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err="1"/>
            <a:t>Chính</a:t>
          </a:r>
          <a:r>
            <a:rPr lang="en-US" sz="2400" kern="1200"/>
            <a:t> </a:t>
          </a:r>
          <a:r>
            <a:rPr lang="en-US" sz="2400" kern="1200" err="1"/>
            <a:t>sách</a:t>
          </a:r>
          <a:r>
            <a:rPr lang="en-US" sz="2400" kern="1200"/>
            <a:t> </a:t>
          </a:r>
        </a:p>
      </dsp:txBody>
      <dsp:txXfrm>
        <a:off x="1851328" y="391570"/>
        <a:ext cx="3161515" cy="1341248"/>
      </dsp:txXfrm>
    </dsp:sp>
    <dsp:sp modelId="{ECA09870-EFAB-4545-9C62-38DC036EB34A}">
      <dsp:nvSpPr>
        <dsp:cNvPr id="0" name=""/>
        <dsp:cNvSpPr/>
      </dsp:nvSpPr>
      <dsp:spPr>
        <a:xfrm>
          <a:off x="5563714" y="391570"/>
          <a:ext cx="1341248" cy="1341248"/>
        </a:xfrm>
        <a:prstGeom prst="ellipse">
          <a:avLst/>
        </a:prstGeom>
        <a:solidFill>
          <a:schemeClr val="accent3">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2D0A35A-F388-4DB0-BB2E-E7B5A76BE6CB}">
      <dsp:nvSpPr>
        <dsp:cNvPr id="0" name=""/>
        <dsp:cNvSpPr/>
      </dsp:nvSpPr>
      <dsp:spPr>
        <a:xfrm>
          <a:off x="5845376" y="673232"/>
          <a:ext cx="777924" cy="7779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087F189-AB17-412B-BF3F-D1EC3A3F6619}">
      <dsp:nvSpPr>
        <dsp:cNvPr id="0" name=""/>
        <dsp:cNvSpPr/>
      </dsp:nvSpPr>
      <dsp:spPr>
        <a:xfrm>
          <a:off x="7192373" y="391570"/>
          <a:ext cx="3161515" cy="1341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err="1"/>
            <a:t>Cố</a:t>
          </a:r>
          <a:r>
            <a:rPr lang="en-US" sz="2400" kern="1200"/>
            <a:t> </a:t>
          </a:r>
          <a:r>
            <a:rPr lang="en-US" sz="2400" kern="1200" err="1"/>
            <a:t>vấn</a:t>
          </a:r>
          <a:r>
            <a:rPr lang="en-US" sz="2400" kern="1200"/>
            <a:t> </a:t>
          </a:r>
          <a:r>
            <a:rPr lang="en-US" sz="2400" kern="1200" err="1"/>
            <a:t>và</a:t>
          </a:r>
          <a:r>
            <a:rPr lang="en-US" sz="2400" kern="1200"/>
            <a:t> </a:t>
          </a:r>
          <a:r>
            <a:rPr lang="en-US" sz="2400" kern="1200" err="1"/>
            <a:t>tư</a:t>
          </a:r>
          <a:r>
            <a:rPr lang="en-US" sz="2400" kern="1200"/>
            <a:t> </a:t>
          </a:r>
          <a:r>
            <a:rPr lang="en-US" sz="2400" kern="1200" err="1"/>
            <a:t>vấn</a:t>
          </a:r>
          <a:endParaRPr lang="en-US" sz="2400" kern="1200"/>
        </a:p>
      </dsp:txBody>
      <dsp:txXfrm>
        <a:off x="7192373" y="391570"/>
        <a:ext cx="3161515" cy="1341248"/>
      </dsp:txXfrm>
    </dsp:sp>
    <dsp:sp modelId="{7777D0A0-F088-495B-BDE6-21006018695C}">
      <dsp:nvSpPr>
        <dsp:cNvPr id="0" name=""/>
        <dsp:cNvSpPr/>
      </dsp:nvSpPr>
      <dsp:spPr>
        <a:xfrm>
          <a:off x="222669" y="2442648"/>
          <a:ext cx="1341248" cy="1341248"/>
        </a:xfrm>
        <a:prstGeom prst="ellipse">
          <a:avLst/>
        </a:prstGeom>
        <a:solidFill>
          <a:schemeClr val="accent4">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B091739-67C5-4401-9A4E-C5D1A4CD028F}">
      <dsp:nvSpPr>
        <dsp:cNvPr id="0" name=""/>
        <dsp:cNvSpPr/>
      </dsp:nvSpPr>
      <dsp:spPr>
        <a:xfrm>
          <a:off x="504331" y="2724311"/>
          <a:ext cx="777924" cy="77792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AE07BB0-77A8-44C7-95A8-252BBBFA8ED5}">
      <dsp:nvSpPr>
        <dsp:cNvPr id="0" name=""/>
        <dsp:cNvSpPr/>
      </dsp:nvSpPr>
      <dsp:spPr>
        <a:xfrm>
          <a:off x="1851328" y="2442648"/>
          <a:ext cx="3161515" cy="1341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Dịch vụ</a:t>
          </a:r>
        </a:p>
      </dsp:txBody>
      <dsp:txXfrm>
        <a:off x="1851328" y="2442648"/>
        <a:ext cx="3161515" cy="1341248"/>
      </dsp:txXfrm>
    </dsp:sp>
    <dsp:sp modelId="{5A9AD170-3090-4853-A98F-3612BEC0F801}">
      <dsp:nvSpPr>
        <dsp:cNvPr id="0" name=""/>
        <dsp:cNvSpPr/>
      </dsp:nvSpPr>
      <dsp:spPr>
        <a:xfrm>
          <a:off x="5563714" y="2442648"/>
          <a:ext cx="1341248" cy="1341248"/>
        </a:xfrm>
        <a:prstGeom prst="ellips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9996171-387D-4817-8F60-3BA13F9C418C}">
      <dsp:nvSpPr>
        <dsp:cNvPr id="0" name=""/>
        <dsp:cNvSpPr/>
      </dsp:nvSpPr>
      <dsp:spPr>
        <a:xfrm>
          <a:off x="5845376" y="2724311"/>
          <a:ext cx="777924" cy="77792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2C894A2-F78E-4BA5-8D26-214D643DCF71}">
      <dsp:nvSpPr>
        <dsp:cNvPr id="0" name=""/>
        <dsp:cNvSpPr/>
      </dsp:nvSpPr>
      <dsp:spPr>
        <a:xfrm>
          <a:off x="7192373" y="2442648"/>
          <a:ext cx="3161515" cy="1341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Kiểm tra giám sát</a:t>
          </a:r>
        </a:p>
      </dsp:txBody>
      <dsp:txXfrm>
        <a:off x="7192373" y="2442648"/>
        <a:ext cx="3161515" cy="13412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56D1D1-94A0-4381-A937-56564A459A24}">
      <dsp:nvSpPr>
        <dsp:cNvPr id="0" name=""/>
        <dsp:cNvSpPr/>
      </dsp:nvSpPr>
      <dsp:spPr>
        <a:xfrm>
          <a:off x="0" y="986284"/>
          <a:ext cx="2974656" cy="1888907"/>
        </a:xfrm>
        <a:prstGeom prst="roundRect">
          <a:avLst>
            <a:gd name="adj" fmla="val 10000"/>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41F887FB-91D7-4B37-ABD8-E0DF42A3997E}">
      <dsp:nvSpPr>
        <dsp:cNvPr id="0" name=""/>
        <dsp:cNvSpPr/>
      </dsp:nvSpPr>
      <dsp:spPr>
        <a:xfrm>
          <a:off x="330517" y="1300276"/>
          <a:ext cx="2974656" cy="1888907"/>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i="1" kern="1200" dirty="0" err="1"/>
            <a:t>Công</a:t>
          </a:r>
          <a:r>
            <a:rPr lang="en-GB" sz="2700" i="1" kern="1200" dirty="0"/>
            <a:t> </a:t>
          </a:r>
          <a:r>
            <a:rPr lang="en-GB" sz="2700" i="1" kern="1200" dirty="0" err="1"/>
            <a:t>việc</a:t>
          </a:r>
          <a:r>
            <a:rPr lang="en-GB" sz="2700" i="1" kern="1200" dirty="0"/>
            <a:t> </a:t>
          </a:r>
          <a:r>
            <a:rPr lang="en-GB" sz="2700" i="1" kern="1200" dirty="0" err="1"/>
            <a:t>và</a:t>
          </a:r>
          <a:r>
            <a:rPr lang="en-GB" sz="2700" i="1" kern="1200" dirty="0"/>
            <a:t> </a:t>
          </a:r>
          <a:r>
            <a:rPr lang="en-GB" sz="2700" i="1" kern="1200" dirty="0" err="1"/>
            <a:t>điều</a:t>
          </a:r>
          <a:r>
            <a:rPr lang="en-GB" sz="2700" i="1" kern="1200" dirty="0"/>
            <a:t> </a:t>
          </a:r>
          <a:r>
            <a:rPr lang="en-GB" sz="2700" i="1" kern="1200" dirty="0" err="1"/>
            <a:t>kiện</a:t>
          </a:r>
          <a:r>
            <a:rPr lang="en-GB" sz="2700" i="1" kern="1200" dirty="0"/>
            <a:t> </a:t>
          </a:r>
          <a:r>
            <a:rPr lang="en-GB" sz="2700" i="1" kern="1200" dirty="0" err="1"/>
            <a:t>làm</a:t>
          </a:r>
          <a:r>
            <a:rPr lang="en-GB" sz="2700" i="1" kern="1200" dirty="0"/>
            <a:t> </a:t>
          </a:r>
          <a:r>
            <a:rPr lang="en-GB" sz="2700" i="1" kern="1200" dirty="0" err="1"/>
            <a:t>việc</a:t>
          </a:r>
          <a:endParaRPr lang="en-US" sz="2700" kern="1200" dirty="0"/>
        </a:p>
      </dsp:txBody>
      <dsp:txXfrm>
        <a:off x="385841" y="1355600"/>
        <a:ext cx="2864008" cy="1778259"/>
      </dsp:txXfrm>
    </dsp:sp>
    <dsp:sp modelId="{6BF7DD37-E1AA-470A-A0C0-220268916E94}">
      <dsp:nvSpPr>
        <dsp:cNvPr id="0" name=""/>
        <dsp:cNvSpPr/>
      </dsp:nvSpPr>
      <dsp:spPr>
        <a:xfrm>
          <a:off x="3635691" y="986284"/>
          <a:ext cx="2974656" cy="1888907"/>
        </a:xfrm>
        <a:prstGeom prst="roundRect">
          <a:avLst>
            <a:gd name="adj" fmla="val 10000"/>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0F8EB949-EC34-4341-8AE8-564AB26342A1}">
      <dsp:nvSpPr>
        <dsp:cNvPr id="0" name=""/>
        <dsp:cNvSpPr/>
      </dsp:nvSpPr>
      <dsp:spPr>
        <a:xfrm>
          <a:off x="3966209" y="1300276"/>
          <a:ext cx="2974656" cy="1888907"/>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vi-VN" sz="2700" i="1" kern="1200"/>
            <a:t>Các quyền lợi cá nhân và lương bổng</a:t>
          </a:r>
          <a:endParaRPr lang="en-US" sz="2700" kern="1200"/>
        </a:p>
      </dsp:txBody>
      <dsp:txXfrm>
        <a:off x="4021533" y="1355600"/>
        <a:ext cx="2864008" cy="1778259"/>
      </dsp:txXfrm>
    </dsp:sp>
    <dsp:sp modelId="{FE181DB5-1A43-48E8-8CF2-A5F2F8938F2B}">
      <dsp:nvSpPr>
        <dsp:cNvPr id="0" name=""/>
        <dsp:cNvSpPr/>
      </dsp:nvSpPr>
      <dsp:spPr>
        <a:xfrm>
          <a:off x="7271383" y="986284"/>
          <a:ext cx="2974656" cy="1888907"/>
        </a:xfrm>
        <a:prstGeom prst="roundRect">
          <a:avLst>
            <a:gd name="adj" fmla="val 10000"/>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68E21DB-4FF7-41DC-8652-5B26876959BC}">
      <dsp:nvSpPr>
        <dsp:cNvPr id="0" name=""/>
        <dsp:cNvSpPr/>
      </dsp:nvSpPr>
      <dsp:spPr>
        <a:xfrm>
          <a:off x="7601901" y="1300276"/>
          <a:ext cx="2974656" cy="1888907"/>
        </a:xfrm>
        <a:prstGeom prst="roundRect">
          <a:avLst>
            <a:gd name="adj" fmla="val 10000"/>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vi-VN" sz="2700" i="1" kern="1200"/>
            <a:t>Cơ hội thăng tiến</a:t>
          </a:r>
          <a:br>
            <a:rPr lang="vi-VN" sz="2700" kern="1200"/>
          </a:br>
          <a:br>
            <a:rPr lang="vi-VN" sz="2700" kern="1200"/>
          </a:br>
          <a:br>
            <a:rPr lang="en-GB" sz="2700" kern="1200"/>
          </a:br>
          <a:endParaRPr lang="en-US" sz="2700" kern="1200"/>
        </a:p>
      </dsp:txBody>
      <dsp:txXfrm>
        <a:off x="7657225" y="1355600"/>
        <a:ext cx="2864008" cy="1778259"/>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01FFFF-ED4E-4545-B3A1-267C18372EE8}" type="datetimeFigureOut">
              <a:rPr lang="en-US" smtClean="0"/>
              <a:pPr/>
              <a:t>13/07/2021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D1B4E3-6FFE-47AB-93C2-F01D9831214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F2F9D0-44FF-43E8-8F75-393E7E10BA47}" type="slidenum">
              <a:rPr lang="en-US"/>
              <a:pPr/>
              <a:t>13</a:t>
            </a:fld>
            <a:endParaRPr lang="en-US"/>
          </a:p>
        </p:txBody>
      </p:sp>
      <p:sp>
        <p:nvSpPr>
          <p:cNvPr id="215042" name="Rectangle 2"/>
          <p:cNvSpPr>
            <a:spLocks noGrp="1" noRot="1" noChangeAspect="1" noChangeArrowheads="1" noTextEdit="1"/>
          </p:cNvSpPr>
          <p:nvPr>
            <p:ph type="sldImg"/>
          </p:nvPr>
        </p:nvSpPr>
        <p:spPr>
          <a:ln/>
        </p:spPr>
      </p:sp>
      <p:sp>
        <p:nvSpPr>
          <p:cNvPr id="215043" name="Rectangle 3"/>
          <p:cNvSpPr>
            <a:spLocks noGrp="1" noChangeArrowheads="1"/>
          </p:cNvSpPr>
          <p:nvPr>
            <p:ph type="body" idx="1"/>
          </p:nvPr>
        </p:nvSpPr>
        <p:spPr>
          <a:xfrm>
            <a:off x="914400" y="4343400"/>
            <a:ext cx="5029200" cy="4114800"/>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4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1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6"/>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6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55"/>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55"/>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365396-2843-4525-AF37-9582B723CDB7}" type="datetimeFigureOut">
              <a:rPr lang="en-GB" smtClean="0"/>
              <a:pPr/>
              <a:t>13/07/2021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4C720BA-D035-4627-B825-14BD189FF8F4}"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SmartArt Placeholder 2"/>
          <p:cNvSpPr>
            <a:spLocks noGrp="1"/>
          </p:cNvSpPr>
          <p:nvPr>
            <p:ph type="dgm" idx="1"/>
          </p:nvPr>
        </p:nvSpPr>
        <p:spPr>
          <a:xfrm>
            <a:off x="609600" y="1600201"/>
            <a:ext cx="10972800" cy="4525963"/>
          </a:xfrm>
        </p:spPr>
        <p:txBody>
          <a:bodyPr/>
          <a:lstStyle/>
          <a:p>
            <a:endParaRPr lang="en-US"/>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fld id="{24AA41C6-2792-447B-99A5-767F107FAF0B}"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6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65396-2843-4525-AF37-9582B723CDB7}" type="datetimeFigureOut">
              <a:rPr lang="en-GB" smtClean="0"/>
              <a:pPr/>
              <a:t>13/07/2021</a:t>
            </a:fld>
            <a:endParaRPr lang="en-GB"/>
          </a:p>
        </p:txBody>
      </p:sp>
      <p:sp>
        <p:nvSpPr>
          <p:cNvPr id="5" name="Footer Placeholder 4"/>
          <p:cNvSpPr>
            <a:spLocks noGrp="1"/>
          </p:cNvSpPr>
          <p:nvPr>
            <p:ph type="ftr" sz="quarter" idx="3"/>
          </p:nvPr>
        </p:nvSpPr>
        <p:spPr>
          <a:xfrm>
            <a:off x="4165600" y="635636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6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C720BA-D035-4627-B825-14BD189FF8F4}"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0BB9-F74F-4C61-8EC2-1D02F29589B9}"/>
              </a:ext>
            </a:extLst>
          </p:cNvPr>
          <p:cNvSpPr>
            <a:spLocks noGrp="1"/>
          </p:cNvSpPr>
          <p:nvPr>
            <p:ph type="ctrTitle"/>
          </p:nvPr>
        </p:nvSpPr>
        <p:spPr/>
        <p:txBody>
          <a:bodyPr>
            <a:normAutofit/>
          </a:bodyPr>
          <a:lstStyle/>
          <a:p>
            <a:r>
              <a:rPr lang="en-US" sz="8000" b="1" dirty="0">
                <a:solidFill>
                  <a:schemeClr val="tx2"/>
                </a:solidFill>
              </a:rPr>
              <a:t>QUẢN TRỊ NHÂN LỰC</a:t>
            </a:r>
            <a:endParaRPr lang="en-GB" sz="8000" b="1" dirty="0">
              <a:solidFill>
                <a:schemeClr val="tx2"/>
              </a:solidFill>
            </a:endParaRPr>
          </a:p>
        </p:txBody>
      </p:sp>
    </p:spTree>
    <p:extLst>
      <p:ext uri="{BB962C8B-B14F-4D97-AF65-F5344CB8AC3E}">
        <p14:creationId xmlns:p14="http://schemas.microsoft.com/office/powerpoint/2010/main" val="3186443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AE66-19C7-4A0A-ACAE-98EF0CAA877C}"/>
              </a:ext>
            </a:extLst>
          </p:cNvPr>
          <p:cNvSpPr>
            <a:spLocks noGrp="1"/>
          </p:cNvSpPr>
          <p:nvPr>
            <p:ph type="title"/>
          </p:nvPr>
        </p:nvSpPr>
        <p:spPr/>
        <p:txBody>
          <a:bodyPr>
            <a:normAutofit/>
          </a:bodyPr>
          <a:lstStyle/>
          <a:p>
            <a:r>
              <a:rPr lang="en-US" sz="6600" b="1" dirty="0" err="1"/>
              <a:t>Mục</a:t>
            </a:r>
            <a:r>
              <a:rPr lang="en-US" sz="6600" b="1" dirty="0"/>
              <a:t> </a:t>
            </a:r>
            <a:r>
              <a:rPr lang="en-US" sz="6600" b="1" dirty="0" err="1"/>
              <a:t>tiêu</a:t>
            </a:r>
            <a:r>
              <a:rPr lang="en-US" sz="6600" b="1" dirty="0"/>
              <a:t>	</a:t>
            </a:r>
            <a:endParaRPr lang="en-GB" sz="6600" b="1" dirty="0"/>
          </a:p>
        </p:txBody>
      </p:sp>
      <p:graphicFrame>
        <p:nvGraphicFramePr>
          <p:cNvPr id="5" name="Content Placeholder 2">
            <a:extLst>
              <a:ext uri="{FF2B5EF4-FFF2-40B4-BE49-F238E27FC236}">
                <a16:creationId xmlns:a16="http://schemas.microsoft.com/office/drawing/2014/main" id="{63DE6D1E-F950-4F2F-8DC0-976D8A8D975E}"/>
              </a:ext>
            </a:extLst>
          </p:cNvPr>
          <p:cNvGraphicFramePr>
            <a:graphicFrameLocks noGrp="1"/>
          </p:cNvGraphicFramePr>
          <p:nvPr>
            <p:ph idx="1"/>
            <p:extLst>
              <p:ext uri="{D42A27DB-BD31-4B8C-83A1-F6EECF244321}">
                <p14:modId xmlns:p14="http://schemas.microsoft.com/office/powerpoint/2010/main" val="2467952186"/>
              </p:ext>
            </p:extLst>
          </p:nvPr>
        </p:nvGraphicFramePr>
        <p:xfrm>
          <a:off x="796835" y="1894116"/>
          <a:ext cx="10599824" cy="41969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727541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3D773-B1B8-4DC1-81A2-955F760A99FE}"/>
              </a:ext>
            </a:extLst>
          </p:cNvPr>
          <p:cNvSpPr>
            <a:spLocks noGrp="1"/>
          </p:cNvSpPr>
          <p:nvPr>
            <p:ph type="title"/>
          </p:nvPr>
        </p:nvSpPr>
        <p:spPr/>
        <p:txBody>
          <a:bodyPr>
            <a:normAutofit/>
          </a:bodyPr>
          <a:lstStyle/>
          <a:p>
            <a:r>
              <a:rPr lang="en-US" sz="6000" b="1" dirty="0" err="1"/>
              <a:t>Nội</a:t>
            </a:r>
            <a:r>
              <a:rPr lang="en-US" sz="6000" b="1" dirty="0"/>
              <a:t> dung</a:t>
            </a:r>
            <a:endParaRPr lang="en-GB" sz="6000" b="1" dirty="0"/>
          </a:p>
        </p:txBody>
      </p:sp>
      <p:sp>
        <p:nvSpPr>
          <p:cNvPr id="3" name="Content Placeholder 2">
            <a:extLst>
              <a:ext uri="{FF2B5EF4-FFF2-40B4-BE49-F238E27FC236}">
                <a16:creationId xmlns:a16="http://schemas.microsoft.com/office/drawing/2014/main" id="{66C6C7C4-3CEA-4EA3-BBF0-10B0542B812B}"/>
              </a:ext>
            </a:extLst>
          </p:cNvPr>
          <p:cNvSpPr>
            <a:spLocks noGrp="1"/>
          </p:cNvSpPr>
          <p:nvPr>
            <p:ph idx="1"/>
          </p:nvPr>
        </p:nvSpPr>
        <p:spPr/>
        <p:txBody>
          <a:bodyPr>
            <a:normAutofit/>
          </a:bodyPr>
          <a:lstStyle/>
          <a:p>
            <a:r>
              <a:rPr lang="en-US" sz="4000" dirty="0" err="1"/>
              <a:t>Khái</a:t>
            </a:r>
            <a:r>
              <a:rPr lang="en-US" sz="4000" dirty="0"/>
              <a:t> </a:t>
            </a:r>
            <a:r>
              <a:rPr lang="en-US" sz="4000" dirty="0" err="1"/>
              <a:t>niệm</a:t>
            </a:r>
            <a:r>
              <a:rPr lang="en-US" sz="4000" dirty="0"/>
              <a:t> </a:t>
            </a:r>
            <a:r>
              <a:rPr lang="en-US" sz="4000" dirty="0" err="1"/>
              <a:t>cơ</a:t>
            </a:r>
            <a:r>
              <a:rPr lang="en-US" sz="4000" dirty="0"/>
              <a:t> </a:t>
            </a:r>
            <a:r>
              <a:rPr lang="en-US" sz="4000" dirty="0" err="1"/>
              <a:t>bản</a:t>
            </a:r>
            <a:endParaRPr lang="en-US" sz="4000" dirty="0"/>
          </a:p>
          <a:p>
            <a:r>
              <a:rPr lang="en-US" sz="4000" dirty="0" err="1"/>
              <a:t>Chức</a:t>
            </a:r>
            <a:r>
              <a:rPr lang="en-US" sz="4000" dirty="0"/>
              <a:t> </a:t>
            </a:r>
            <a:r>
              <a:rPr lang="en-US" sz="4000" dirty="0" err="1"/>
              <a:t>năng</a:t>
            </a:r>
            <a:r>
              <a:rPr lang="en-US" sz="4000" dirty="0"/>
              <a:t> </a:t>
            </a:r>
            <a:r>
              <a:rPr lang="en-US" sz="4000" dirty="0" err="1"/>
              <a:t>của</a:t>
            </a:r>
            <a:r>
              <a:rPr lang="en-US" sz="4000" dirty="0"/>
              <a:t> QT </a:t>
            </a:r>
            <a:r>
              <a:rPr lang="en-US" sz="4000" dirty="0" err="1"/>
              <a:t>nhân</a:t>
            </a:r>
            <a:r>
              <a:rPr lang="en-US" sz="4000" dirty="0"/>
              <a:t> </a:t>
            </a:r>
            <a:r>
              <a:rPr lang="en-US" sz="4000" dirty="0" err="1"/>
              <a:t>lực</a:t>
            </a:r>
            <a:endParaRPr lang="en-US" sz="4000" dirty="0"/>
          </a:p>
          <a:p>
            <a:r>
              <a:rPr lang="en-US" sz="4000" dirty="0" err="1"/>
              <a:t>Mục</a:t>
            </a:r>
            <a:r>
              <a:rPr lang="en-US" sz="4000" dirty="0"/>
              <a:t> </a:t>
            </a:r>
            <a:r>
              <a:rPr lang="en-US" sz="4000" dirty="0" err="1"/>
              <a:t>tiêu</a:t>
            </a:r>
            <a:r>
              <a:rPr lang="en-US" sz="4000" dirty="0"/>
              <a:t> </a:t>
            </a:r>
            <a:r>
              <a:rPr lang="en-US" sz="4000" dirty="0" err="1"/>
              <a:t>của</a:t>
            </a:r>
            <a:r>
              <a:rPr lang="en-US" sz="4000" dirty="0"/>
              <a:t> QT </a:t>
            </a:r>
            <a:r>
              <a:rPr lang="en-US" sz="4000" dirty="0" err="1"/>
              <a:t>nhân</a:t>
            </a:r>
            <a:r>
              <a:rPr lang="en-US" sz="4000" dirty="0"/>
              <a:t> </a:t>
            </a:r>
            <a:r>
              <a:rPr lang="en-US" sz="4000" dirty="0" err="1"/>
              <a:t>lực</a:t>
            </a:r>
            <a:endParaRPr lang="en-US" sz="4000" dirty="0"/>
          </a:p>
          <a:p>
            <a:r>
              <a:rPr lang="en-US" sz="4000" dirty="0" err="1"/>
              <a:t>Vai</a:t>
            </a:r>
            <a:r>
              <a:rPr lang="en-US" sz="4000" dirty="0"/>
              <a:t> </a:t>
            </a:r>
            <a:r>
              <a:rPr lang="en-US" sz="4000" dirty="0" err="1"/>
              <a:t>trò</a:t>
            </a:r>
            <a:r>
              <a:rPr lang="en-US" sz="4000" dirty="0"/>
              <a:t> </a:t>
            </a:r>
            <a:r>
              <a:rPr lang="en-US" sz="4000" dirty="0" err="1"/>
              <a:t>của</a:t>
            </a:r>
            <a:r>
              <a:rPr lang="en-US" sz="4000" dirty="0"/>
              <a:t> QT </a:t>
            </a:r>
            <a:r>
              <a:rPr lang="en-US" sz="4000" dirty="0" err="1"/>
              <a:t>nhân</a:t>
            </a:r>
            <a:r>
              <a:rPr lang="en-US" sz="4000" dirty="0"/>
              <a:t> </a:t>
            </a:r>
            <a:r>
              <a:rPr lang="en-US" sz="4000" dirty="0" err="1"/>
              <a:t>lực</a:t>
            </a:r>
            <a:endParaRPr lang="en-US" sz="4000" dirty="0"/>
          </a:p>
          <a:p>
            <a:r>
              <a:rPr lang="en-US" sz="4000" dirty="0"/>
              <a:t>Xu </a:t>
            </a:r>
            <a:r>
              <a:rPr lang="en-US" sz="4000" dirty="0" err="1"/>
              <a:t>hướng</a:t>
            </a:r>
            <a:r>
              <a:rPr lang="en-US" sz="4000" dirty="0"/>
              <a:t> </a:t>
            </a:r>
            <a:r>
              <a:rPr lang="en-US" sz="4000" dirty="0" err="1"/>
              <a:t>và</a:t>
            </a:r>
            <a:r>
              <a:rPr lang="en-US" sz="4000" dirty="0"/>
              <a:t> </a:t>
            </a:r>
            <a:r>
              <a:rPr lang="en-US" sz="4000" dirty="0" err="1"/>
              <a:t>nhu</a:t>
            </a:r>
            <a:r>
              <a:rPr lang="en-US" sz="4000" dirty="0"/>
              <a:t> </a:t>
            </a:r>
            <a:r>
              <a:rPr lang="en-US" sz="4000" dirty="0" err="1"/>
              <a:t>cầu</a:t>
            </a:r>
            <a:r>
              <a:rPr lang="en-US" sz="4000" dirty="0"/>
              <a:t> </a:t>
            </a:r>
            <a:r>
              <a:rPr lang="en-US" sz="4000" dirty="0" err="1"/>
              <a:t>của</a:t>
            </a:r>
            <a:r>
              <a:rPr lang="en-US" sz="4000" dirty="0"/>
              <a:t> </a:t>
            </a:r>
            <a:r>
              <a:rPr lang="en-US" sz="4000" dirty="0" err="1"/>
              <a:t>người</a:t>
            </a:r>
            <a:r>
              <a:rPr lang="en-US" sz="4000" dirty="0"/>
              <a:t> </a:t>
            </a:r>
            <a:r>
              <a:rPr lang="en-US" sz="4000" dirty="0" err="1"/>
              <a:t>lao</a:t>
            </a:r>
            <a:r>
              <a:rPr lang="en-US" sz="4000" dirty="0"/>
              <a:t> </a:t>
            </a:r>
            <a:r>
              <a:rPr lang="en-US" sz="4000" dirty="0" err="1"/>
              <a:t>động</a:t>
            </a:r>
            <a:endParaRPr lang="en-GB" sz="4000" dirty="0"/>
          </a:p>
        </p:txBody>
      </p:sp>
    </p:spTree>
    <p:extLst>
      <p:ext uri="{BB962C8B-B14F-4D97-AF65-F5344CB8AC3E}">
        <p14:creationId xmlns:p14="http://schemas.microsoft.com/office/powerpoint/2010/main" val="1209784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58DC-A20B-4D6E-9CD6-AA55A928A31A}"/>
              </a:ext>
            </a:extLst>
          </p:cNvPr>
          <p:cNvSpPr>
            <a:spLocks noGrp="1"/>
          </p:cNvSpPr>
          <p:nvPr>
            <p:ph type="title"/>
          </p:nvPr>
        </p:nvSpPr>
        <p:spPr>
          <a:xfrm>
            <a:off x="609600" y="157072"/>
            <a:ext cx="10972800" cy="1143000"/>
          </a:xfrm>
        </p:spPr>
        <p:txBody>
          <a:bodyPr>
            <a:normAutofit/>
          </a:bodyPr>
          <a:lstStyle/>
          <a:p>
            <a:r>
              <a:rPr lang="en-US" sz="6000" b="1" dirty="0">
                <a:solidFill>
                  <a:schemeClr val="tx2"/>
                </a:solidFill>
              </a:rPr>
              <a:t>1. </a:t>
            </a:r>
            <a:r>
              <a:rPr lang="en-US" sz="6000" b="1" dirty="0" err="1">
                <a:solidFill>
                  <a:schemeClr val="tx2"/>
                </a:solidFill>
              </a:rPr>
              <a:t>Khái</a:t>
            </a:r>
            <a:r>
              <a:rPr lang="en-US" sz="6000" b="1" dirty="0">
                <a:solidFill>
                  <a:schemeClr val="tx2"/>
                </a:solidFill>
              </a:rPr>
              <a:t> </a:t>
            </a:r>
            <a:r>
              <a:rPr lang="en-US" sz="6000" b="1" dirty="0" err="1">
                <a:solidFill>
                  <a:schemeClr val="tx2"/>
                </a:solidFill>
              </a:rPr>
              <a:t>niệm</a:t>
            </a:r>
            <a:r>
              <a:rPr lang="en-US" sz="6000" b="1" dirty="0">
                <a:solidFill>
                  <a:schemeClr val="tx2"/>
                </a:solidFill>
              </a:rPr>
              <a:t> </a:t>
            </a:r>
            <a:r>
              <a:rPr lang="en-US" sz="6000" b="1" dirty="0" err="1">
                <a:solidFill>
                  <a:schemeClr val="tx2"/>
                </a:solidFill>
              </a:rPr>
              <a:t>cơ</a:t>
            </a:r>
            <a:r>
              <a:rPr lang="en-US" sz="6000" b="1" dirty="0">
                <a:solidFill>
                  <a:schemeClr val="tx2"/>
                </a:solidFill>
              </a:rPr>
              <a:t> </a:t>
            </a:r>
            <a:r>
              <a:rPr lang="en-US" sz="6000" b="1" dirty="0" err="1">
                <a:solidFill>
                  <a:schemeClr val="tx2"/>
                </a:solidFill>
              </a:rPr>
              <a:t>bản</a:t>
            </a:r>
            <a:endParaRPr lang="en-GB" sz="6000" b="1" dirty="0">
              <a:solidFill>
                <a:schemeClr val="tx2"/>
              </a:solidFill>
            </a:endParaRPr>
          </a:p>
        </p:txBody>
      </p:sp>
      <p:sp>
        <p:nvSpPr>
          <p:cNvPr id="3" name="Content Placeholder 2">
            <a:extLst>
              <a:ext uri="{FF2B5EF4-FFF2-40B4-BE49-F238E27FC236}">
                <a16:creationId xmlns:a16="http://schemas.microsoft.com/office/drawing/2014/main" id="{FF0ED14D-BF72-40C3-A664-59AA9CDC7130}"/>
              </a:ext>
            </a:extLst>
          </p:cNvPr>
          <p:cNvSpPr>
            <a:spLocks noGrp="1"/>
          </p:cNvSpPr>
          <p:nvPr>
            <p:ph idx="1"/>
          </p:nvPr>
        </p:nvSpPr>
        <p:spPr>
          <a:xfrm>
            <a:off x="404949" y="1208134"/>
            <a:ext cx="11456125" cy="5248622"/>
          </a:xfrm>
        </p:spPr>
        <p:txBody>
          <a:bodyPr>
            <a:noAutofit/>
          </a:bodyPr>
          <a:lstStyle/>
          <a:p>
            <a:pPr algn="just"/>
            <a:r>
              <a:rPr lang="vi-VN" dirty="0">
                <a:solidFill>
                  <a:schemeClr val="tx2"/>
                </a:solidFill>
                <a:latin typeface="Calibri" panose="020F0502020204030204" pitchFamily="34" charset="0"/>
              </a:rPr>
              <a:t>Nhân sự được hiểu là những con người cụ thể đảm nhiệm một chức vụ hay vị trí công tác cụ thể nào đó trong cơ quan, tổ chức. </a:t>
            </a:r>
            <a:endParaRPr lang="en-US" dirty="0">
              <a:solidFill>
                <a:schemeClr val="tx2"/>
              </a:solidFill>
              <a:latin typeface="Calibri" panose="020F0502020204030204" pitchFamily="34" charset="0"/>
            </a:endParaRPr>
          </a:p>
          <a:p>
            <a:pPr algn="just"/>
            <a:r>
              <a:rPr lang="vi-VN" dirty="0">
                <a:solidFill>
                  <a:schemeClr val="tx2"/>
                </a:solidFill>
                <a:latin typeface="Calibri" panose="020F0502020204030204" pitchFamily="34" charset="0"/>
              </a:rPr>
              <a:t>Còn tài nguyên nhân lực được hiểu là toàn bộ khả năng về sức lực, trí tuệ của mọi cá nhân trong tổ chức bất kể vai trò của họ là gì. </a:t>
            </a:r>
            <a:endParaRPr lang="en-US" dirty="0">
              <a:solidFill>
                <a:schemeClr val="tx2"/>
              </a:solidFill>
              <a:latin typeface="Calibri" panose="020F0502020204030204" pitchFamily="34" charset="0"/>
            </a:endParaRPr>
          </a:p>
          <a:p>
            <a:pPr algn="just"/>
            <a:r>
              <a:rPr lang="en-GB" b="1" i="1" dirty="0" err="1">
                <a:solidFill>
                  <a:schemeClr val="tx2"/>
                </a:solidFill>
              </a:rPr>
              <a:t>Quản</a:t>
            </a:r>
            <a:r>
              <a:rPr lang="en-GB" b="1" i="1" dirty="0">
                <a:solidFill>
                  <a:schemeClr val="tx2"/>
                </a:solidFill>
              </a:rPr>
              <a:t> </a:t>
            </a:r>
            <a:r>
              <a:rPr lang="en-GB" b="1" i="1" dirty="0" err="1">
                <a:solidFill>
                  <a:schemeClr val="tx2"/>
                </a:solidFill>
              </a:rPr>
              <a:t>trị</a:t>
            </a:r>
            <a:r>
              <a:rPr lang="en-GB" b="1" i="1" dirty="0">
                <a:solidFill>
                  <a:schemeClr val="tx2"/>
                </a:solidFill>
              </a:rPr>
              <a:t> </a:t>
            </a:r>
            <a:r>
              <a:rPr lang="en-GB" b="1" i="1" dirty="0" err="1">
                <a:solidFill>
                  <a:schemeClr val="tx2"/>
                </a:solidFill>
              </a:rPr>
              <a:t>nguồn</a:t>
            </a:r>
            <a:r>
              <a:rPr lang="en-GB" b="1" i="1" dirty="0">
                <a:solidFill>
                  <a:schemeClr val="tx2"/>
                </a:solidFill>
              </a:rPr>
              <a:t> </a:t>
            </a:r>
            <a:r>
              <a:rPr lang="en-GB" b="1" i="1" dirty="0" err="1">
                <a:solidFill>
                  <a:schemeClr val="tx2"/>
                </a:solidFill>
              </a:rPr>
              <a:t>nhân</a:t>
            </a:r>
            <a:r>
              <a:rPr lang="en-GB" b="1" i="1" dirty="0">
                <a:solidFill>
                  <a:schemeClr val="tx2"/>
                </a:solidFill>
              </a:rPr>
              <a:t> </a:t>
            </a:r>
            <a:r>
              <a:rPr lang="en-GB" b="1" i="1" dirty="0" err="1">
                <a:solidFill>
                  <a:schemeClr val="tx2"/>
                </a:solidFill>
              </a:rPr>
              <a:t>lực</a:t>
            </a:r>
            <a:r>
              <a:rPr lang="en-GB" b="1" i="1" dirty="0">
                <a:solidFill>
                  <a:schemeClr val="tx2"/>
                </a:solidFill>
              </a:rPr>
              <a:t> </a:t>
            </a:r>
            <a:r>
              <a:rPr lang="en-GB" b="1" i="1" dirty="0" err="1">
                <a:solidFill>
                  <a:schemeClr val="tx2"/>
                </a:solidFill>
              </a:rPr>
              <a:t>là</a:t>
            </a:r>
            <a:r>
              <a:rPr lang="en-GB" b="1" i="1" dirty="0">
                <a:solidFill>
                  <a:schemeClr val="tx2"/>
                </a:solidFill>
              </a:rPr>
              <a:t> </a:t>
            </a:r>
            <a:r>
              <a:rPr lang="en-GB" b="1" i="1" dirty="0" err="1">
                <a:solidFill>
                  <a:schemeClr val="tx2"/>
                </a:solidFill>
              </a:rPr>
              <a:t>việc</a:t>
            </a:r>
            <a:r>
              <a:rPr lang="en-GB" b="1" i="1" dirty="0">
                <a:solidFill>
                  <a:schemeClr val="tx2"/>
                </a:solidFill>
              </a:rPr>
              <a:t> </a:t>
            </a:r>
            <a:r>
              <a:rPr lang="en-GB" b="1" i="1" dirty="0" err="1">
                <a:solidFill>
                  <a:schemeClr val="tx2"/>
                </a:solidFill>
              </a:rPr>
              <a:t>duy</a:t>
            </a:r>
            <a:r>
              <a:rPr lang="en-GB" b="1" i="1" dirty="0">
                <a:solidFill>
                  <a:schemeClr val="tx2"/>
                </a:solidFill>
              </a:rPr>
              <a:t> </a:t>
            </a:r>
            <a:r>
              <a:rPr lang="en-GB" b="1" i="1" dirty="0" err="1">
                <a:solidFill>
                  <a:schemeClr val="tx2"/>
                </a:solidFill>
              </a:rPr>
              <a:t>trì</a:t>
            </a:r>
            <a:r>
              <a:rPr lang="en-GB" b="1" i="1" dirty="0">
                <a:solidFill>
                  <a:schemeClr val="tx2"/>
                </a:solidFill>
              </a:rPr>
              <a:t>, </a:t>
            </a:r>
            <a:r>
              <a:rPr lang="en-GB" b="1" i="1" dirty="0" err="1">
                <a:solidFill>
                  <a:schemeClr val="tx2"/>
                </a:solidFill>
              </a:rPr>
              <a:t>phát</a:t>
            </a:r>
            <a:r>
              <a:rPr lang="en-GB" b="1" i="1" dirty="0">
                <a:solidFill>
                  <a:schemeClr val="tx2"/>
                </a:solidFill>
              </a:rPr>
              <a:t> </a:t>
            </a:r>
            <a:r>
              <a:rPr lang="en-GB" b="1" i="1" dirty="0" err="1">
                <a:solidFill>
                  <a:schemeClr val="tx2"/>
                </a:solidFill>
              </a:rPr>
              <a:t>triển</a:t>
            </a:r>
            <a:r>
              <a:rPr lang="en-GB" b="1" i="1" dirty="0">
                <a:solidFill>
                  <a:schemeClr val="tx2"/>
                </a:solidFill>
              </a:rPr>
              <a:t>, </a:t>
            </a:r>
            <a:r>
              <a:rPr lang="en-GB" b="1" i="1" dirty="0" err="1">
                <a:solidFill>
                  <a:schemeClr val="tx2"/>
                </a:solidFill>
              </a:rPr>
              <a:t>điều</a:t>
            </a:r>
            <a:r>
              <a:rPr lang="en-GB" b="1" i="1" dirty="0">
                <a:solidFill>
                  <a:schemeClr val="tx2"/>
                </a:solidFill>
              </a:rPr>
              <a:t> </a:t>
            </a:r>
            <a:r>
              <a:rPr lang="en-GB" b="1" i="1" dirty="0" err="1">
                <a:solidFill>
                  <a:schemeClr val="tx2"/>
                </a:solidFill>
              </a:rPr>
              <a:t>phối</a:t>
            </a:r>
            <a:r>
              <a:rPr lang="en-GB" b="1" i="1" dirty="0">
                <a:solidFill>
                  <a:schemeClr val="tx2"/>
                </a:solidFill>
              </a:rPr>
              <a:t> </a:t>
            </a:r>
            <a:r>
              <a:rPr lang="en-GB" b="1" i="1" dirty="0" err="1">
                <a:solidFill>
                  <a:schemeClr val="tx2"/>
                </a:solidFill>
              </a:rPr>
              <a:t>và</a:t>
            </a:r>
            <a:r>
              <a:rPr lang="en-GB" b="1" i="1" dirty="0">
                <a:solidFill>
                  <a:schemeClr val="tx2"/>
                </a:solidFill>
              </a:rPr>
              <a:t> </a:t>
            </a:r>
            <a:r>
              <a:rPr lang="en-GB" b="1" i="1" dirty="0" err="1">
                <a:solidFill>
                  <a:schemeClr val="tx2"/>
                </a:solidFill>
              </a:rPr>
              <a:t>sử</a:t>
            </a:r>
            <a:r>
              <a:rPr lang="en-GB" b="1" i="1" dirty="0">
                <a:solidFill>
                  <a:schemeClr val="tx2"/>
                </a:solidFill>
              </a:rPr>
              <a:t> </a:t>
            </a:r>
            <a:r>
              <a:rPr lang="en-GB" b="1" i="1" dirty="0" err="1">
                <a:solidFill>
                  <a:schemeClr val="tx2"/>
                </a:solidFill>
              </a:rPr>
              <a:t>dụng</a:t>
            </a:r>
            <a:r>
              <a:rPr lang="en-GB" b="1" i="1" dirty="0">
                <a:solidFill>
                  <a:schemeClr val="tx2"/>
                </a:solidFill>
              </a:rPr>
              <a:t> </a:t>
            </a:r>
            <a:r>
              <a:rPr lang="en-GB" b="1" i="1" dirty="0" err="1">
                <a:solidFill>
                  <a:schemeClr val="tx2"/>
                </a:solidFill>
              </a:rPr>
              <a:t>một</a:t>
            </a:r>
            <a:r>
              <a:rPr lang="en-GB" b="1" i="1" dirty="0">
                <a:solidFill>
                  <a:schemeClr val="tx2"/>
                </a:solidFill>
              </a:rPr>
              <a:t> </a:t>
            </a:r>
            <a:r>
              <a:rPr lang="en-GB" b="1" i="1" dirty="0" err="1">
                <a:solidFill>
                  <a:schemeClr val="tx2"/>
                </a:solidFill>
              </a:rPr>
              <a:t>cách</a:t>
            </a:r>
            <a:r>
              <a:rPr lang="en-GB" b="1" i="1" dirty="0">
                <a:solidFill>
                  <a:schemeClr val="tx2"/>
                </a:solidFill>
              </a:rPr>
              <a:t> </a:t>
            </a:r>
            <a:r>
              <a:rPr lang="en-GB" b="1" i="1" dirty="0" err="1">
                <a:solidFill>
                  <a:schemeClr val="tx2"/>
                </a:solidFill>
              </a:rPr>
              <a:t>hợp</a:t>
            </a:r>
            <a:r>
              <a:rPr lang="en-GB" b="1" i="1" dirty="0">
                <a:solidFill>
                  <a:schemeClr val="tx2"/>
                </a:solidFill>
              </a:rPr>
              <a:t> </a:t>
            </a:r>
            <a:r>
              <a:rPr lang="en-GB" b="1" i="1" dirty="0" err="1">
                <a:solidFill>
                  <a:schemeClr val="tx2"/>
                </a:solidFill>
              </a:rPr>
              <a:t>lí</a:t>
            </a:r>
            <a:r>
              <a:rPr lang="en-GB" b="1" i="1" dirty="0">
                <a:solidFill>
                  <a:schemeClr val="tx2"/>
                </a:solidFill>
              </a:rPr>
              <a:t>, </a:t>
            </a:r>
            <a:r>
              <a:rPr lang="en-GB" b="1" i="1" dirty="0" err="1">
                <a:solidFill>
                  <a:schemeClr val="tx2"/>
                </a:solidFill>
              </a:rPr>
              <a:t>có</a:t>
            </a:r>
            <a:r>
              <a:rPr lang="en-GB" b="1" i="1" dirty="0">
                <a:solidFill>
                  <a:schemeClr val="tx2"/>
                </a:solidFill>
              </a:rPr>
              <a:t> </a:t>
            </a:r>
            <a:r>
              <a:rPr lang="en-GB" b="1" i="1" dirty="0" err="1">
                <a:solidFill>
                  <a:schemeClr val="tx2"/>
                </a:solidFill>
              </a:rPr>
              <a:t>hiệu</a:t>
            </a:r>
            <a:r>
              <a:rPr lang="en-GB" b="1" i="1" dirty="0">
                <a:solidFill>
                  <a:schemeClr val="tx2"/>
                </a:solidFill>
              </a:rPr>
              <a:t> </a:t>
            </a:r>
            <a:r>
              <a:rPr lang="en-GB" b="1" i="1" dirty="0" err="1">
                <a:solidFill>
                  <a:schemeClr val="tx2"/>
                </a:solidFill>
              </a:rPr>
              <a:t>quả</a:t>
            </a:r>
            <a:r>
              <a:rPr lang="en-GB" b="1" i="1" dirty="0">
                <a:solidFill>
                  <a:schemeClr val="tx2"/>
                </a:solidFill>
              </a:rPr>
              <a:t> </a:t>
            </a:r>
            <a:r>
              <a:rPr lang="en-GB" b="1" i="1" dirty="0" err="1">
                <a:solidFill>
                  <a:schemeClr val="tx2"/>
                </a:solidFill>
              </a:rPr>
              <a:t>nguồn</a:t>
            </a:r>
            <a:r>
              <a:rPr lang="en-GB" b="1" i="1" dirty="0">
                <a:solidFill>
                  <a:schemeClr val="tx2"/>
                </a:solidFill>
              </a:rPr>
              <a:t> </a:t>
            </a:r>
            <a:r>
              <a:rPr lang="en-GB" b="1" i="1" dirty="0" err="1">
                <a:solidFill>
                  <a:schemeClr val="tx2"/>
                </a:solidFill>
              </a:rPr>
              <a:t>tài</a:t>
            </a:r>
            <a:r>
              <a:rPr lang="en-GB" b="1" i="1" dirty="0">
                <a:solidFill>
                  <a:schemeClr val="tx2"/>
                </a:solidFill>
              </a:rPr>
              <a:t> </a:t>
            </a:r>
            <a:r>
              <a:rPr lang="en-GB" b="1" i="1" dirty="0" err="1">
                <a:solidFill>
                  <a:schemeClr val="tx2"/>
                </a:solidFill>
              </a:rPr>
              <a:t>nguyên</a:t>
            </a:r>
            <a:r>
              <a:rPr lang="en-GB" b="1" i="1" dirty="0">
                <a:solidFill>
                  <a:schemeClr val="tx2"/>
                </a:solidFill>
              </a:rPr>
              <a:t> </a:t>
            </a:r>
            <a:r>
              <a:rPr lang="en-GB" b="1" i="1" dirty="0" err="1">
                <a:solidFill>
                  <a:schemeClr val="tx2"/>
                </a:solidFill>
              </a:rPr>
              <a:t>nhân</a:t>
            </a:r>
            <a:r>
              <a:rPr lang="en-GB" b="1" i="1" dirty="0">
                <a:solidFill>
                  <a:schemeClr val="tx2"/>
                </a:solidFill>
              </a:rPr>
              <a:t> </a:t>
            </a:r>
            <a:r>
              <a:rPr lang="en-GB" b="1" i="1" dirty="0" err="1">
                <a:solidFill>
                  <a:schemeClr val="tx2"/>
                </a:solidFill>
              </a:rPr>
              <a:t>lực</a:t>
            </a:r>
            <a:r>
              <a:rPr lang="en-GB" b="1" i="1" dirty="0">
                <a:solidFill>
                  <a:schemeClr val="tx2"/>
                </a:solidFill>
              </a:rPr>
              <a:t> </a:t>
            </a:r>
            <a:r>
              <a:rPr lang="en-GB" b="1" i="1" dirty="0" err="1">
                <a:solidFill>
                  <a:schemeClr val="tx2"/>
                </a:solidFill>
              </a:rPr>
              <a:t>của</a:t>
            </a:r>
            <a:r>
              <a:rPr lang="en-GB" b="1" i="1" dirty="0">
                <a:solidFill>
                  <a:schemeClr val="tx2"/>
                </a:solidFill>
              </a:rPr>
              <a:t> </a:t>
            </a:r>
            <a:r>
              <a:rPr lang="en-GB" b="1" i="1" dirty="0" err="1">
                <a:solidFill>
                  <a:schemeClr val="tx2"/>
                </a:solidFill>
              </a:rPr>
              <a:t>một</a:t>
            </a:r>
            <a:r>
              <a:rPr lang="en-GB" b="1" i="1" dirty="0">
                <a:solidFill>
                  <a:schemeClr val="tx2"/>
                </a:solidFill>
              </a:rPr>
              <a:t> </a:t>
            </a:r>
            <a:r>
              <a:rPr lang="en-GB" b="1" i="1" dirty="0" err="1">
                <a:solidFill>
                  <a:schemeClr val="tx2"/>
                </a:solidFill>
              </a:rPr>
              <a:t>tổ</a:t>
            </a:r>
            <a:r>
              <a:rPr lang="en-GB" b="1" i="1" dirty="0">
                <a:solidFill>
                  <a:schemeClr val="tx2"/>
                </a:solidFill>
              </a:rPr>
              <a:t> </a:t>
            </a:r>
            <a:r>
              <a:rPr lang="en-GB" b="1" i="1" dirty="0" err="1">
                <a:solidFill>
                  <a:schemeClr val="tx2"/>
                </a:solidFill>
              </a:rPr>
              <a:t>chức</a:t>
            </a:r>
            <a:r>
              <a:rPr lang="en-GB" b="1" i="1" dirty="0">
                <a:solidFill>
                  <a:schemeClr val="tx2"/>
                </a:solidFill>
              </a:rPr>
              <a:t> </a:t>
            </a:r>
            <a:r>
              <a:rPr lang="en-GB" b="1" i="1" dirty="0" err="1">
                <a:solidFill>
                  <a:schemeClr val="tx2"/>
                </a:solidFill>
              </a:rPr>
              <a:t>để</a:t>
            </a:r>
            <a:r>
              <a:rPr lang="en-GB" b="1" i="1" dirty="0">
                <a:solidFill>
                  <a:schemeClr val="tx2"/>
                </a:solidFill>
              </a:rPr>
              <a:t> </a:t>
            </a:r>
            <a:r>
              <a:rPr lang="en-GB" b="1" i="1" dirty="0" err="1">
                <a:solidFill>
                  <a:schemeClr val="tx2"/>
                </a:solidFill>
              </a:rPr>
              <a:t>hoàn</a:t>
            </a:r>
            <a:r>
              <a:rPr lang="en-GB" b="1" i="1" dirty="0">
                <a:solidFill>
                  <a:schemeClr val="tx2"/>
                </a:solidFill>
              </a:rPr>
              <a:t> </a:t>
            </a:r>
            <a:r>
              <a:rPr lang="en-GB" b="1" i="1" dirty="0" err="1">
                <a:solidFill>
                  <a:schemeClr val="tx2"/>
                </a:solidFill>
              </a:rPr>
              <a:t>thành</a:t>
            </a:r>
            <a:r>
              <a:rPr lang="en-GB" b="1" i="1" dirty="0">
                <a:solidFill>
                  <a:schemeClr val="tx2"/>
                </a:solidFill>
              </a:rPr>
              <a:t> </a:t>
            </a:r>
            <a:r>
              <a:rPr lang="en-GB" b="1" i="1" dirty="0" err="1">
                <a:solidFill>
                  <a:schemeClr val="tx2"/>
                </a:solidFill>
              </a:rPr>
              <a:t>các</a:t>
            </a:r>
            <a:r>
              <a:rPr lang="en-GB" b="1" i="1" dirty="0">
                <a:solidFill>
                  <a:schemeClr val="tx2"/>
                </a:solidFill>
              </a:rPr>
              <a:t> </a:t>
            </a:r>
            <a:r>
              <a:rPr lang="en-GB" b="1" i="1" dirty="0" err="1">
                <a:solidFill>
                  <a:schemeClr val="tx2"/>
                </a:solidFill>
              </a:rPr>
              <a:t>mục</a:t>
            </a:r>
            <a:r>
              <a:rPr lang="en-GB" b="1" i="1" dirty="0">
                <a:solidFill>
                  <a:schemeClr val="tx2"/>
                </a:solidFill>
              </a:rPr>
              <a:t> </a:t>
            </a:r>
            <a:r>
              <a:rPr lang="en-GB" b="1" i="1" dirty="0" err="1">
                <a:solidFill>
                  <a:schemeClr val="tx2"/>
                </a:solidFill>
              </a:rPr>
              <a:t>tiêu</a:t>
            </a:r>
            <a:r>
              <a:rPr lang="en-GB" b="1" i="1" dirty="0">
                <a:solidFill>
                  <a:schemeClr val="tx2"/>
                </a:solidFill>
              </a:rPr>
              <a:t> </a:t>
            </a:r>
            <a:r>
              <a:rPr lang="en-GB" b="1" i="1" dirty="0" err="1">
                <a:solidFill>
                  <a:schemeClr val="tx2"/>
                </a:solidFill>
              </a:rPr>
              <a:t>mà</a:t>
            </a:r>
            <a:r>
              <a:rPr lang="en-GB" b="1" i="1" dirty="0">
                <a:solidFill>
                  <a:schemeClr val="tx2"/>
                </a:solidFill>
              </a:rPr>
              <a:t> </a:t>
            </a:r>
            <a:r>
              <a:rPr lang="en-GB" b="1" i="1" dirty="0" err="1">
                <a:solidFill>
                  <a:schemeClr val="tx2"/>
                </a:solidFill>
              </a:rPr>
              <a:t>tổ</a:t>
            </a:r>
            <a:r>
              <a:rPr lang="en-GB" b="1" i="1" dirty="0">
                <a:solidFill>
                  <a:schemeClr val="tx2"/>
                </a:solidFill>
              </a:rPr>
              <a:t> </a:t>
            </a:r>
            <a:r>
              <a:rPr lang="en-GB" b="1" i="1" dirty="0" err="1">
                <a:solidFill>
                  <a:schemeClr val="tx2"/>
                </a:solidFill>
              </a:rPr>
              <a:t>chức</a:t>
            </a:r>
            <a:r>
              <a:rPr lang="en-GB" b="1" i="1" dirty="0">
                <a:solidFill>
                  <a:schemeClr val="tx2"/>
                </a:solidFill>
              </a:rPr>
              <a:t> </a:t>
            </a:r>
            <a:r>
              <a:rPr lang="en-GB" b="1" i="1" dirty="0" err="1">
                <a:solidFill>
                  <a:schemeClr val="tx2"/>
                </a:solidFill>
              </a:rPr>
              <a:t>đó</a:t>
            </a:r>
            <a:r>
              <a:rPr lang="en-GB" b="1" i="1" dirty="0">
                <a:solidFill>
                  <a:schemeClr val="tx2"/>
                </a:solidFill>
              </a:rPr>
              <a:t> </a:t>
            </a:r>
            <a:r>
              <a:rPr lang="en-GB" b="1" i="1" dirty="0" err="1">
                <a:solidFill>
                  <a:schemeClr val="tx2"/>
                </a:solidFill>
              </a:rPr>
              <a:t>đặt</a:t>
            </a:r>
            <a:r>
              <a:rPr lang="en-GB" b="1" i="1" dirty="0">
                <a:solidFill>
                  <a:schemeClr val="tx2"/>
                </a:solidFill>
              </a:rPr>
              <a:t> ra.</a:t>
            </a:r>
          </a:p>
          <a:p>
            <a:r>
              <a:rPr lang="vi-VN" dirty="0">
                <a:solidFill>
                  <a:schemeClr val="tx2"/>
                </a:solidFill>
                <a:latin typeface="Calibri" panose="020F0502020204030204" pitchFamily="34" charset="0"/>
              </a:rPr>
              <a:t>Đối tư</a:t>
            </a:r>
            <a:r>
              <a:rPr lang="en-US" dirty="0">
                <a:solidFill>
                  <a:schemeClr val="tx2"/>
                </a:solidFill>
                <a:latin typeface="Calibri" panose="020F0502020204030204" pitchFamily="34" charset="0"/>
              </a:rPr>
              <a:t>ợ</a:t>
            </a:r>
            <a:r>
              <a:rPr lang="vi-VN" dirty="0">
                <a:solidFill>
                  <a:schemeClr val="tx2"/>
                </a:solidFill>
                <a:latin typeface="Calibri" panose="020F0502020204030204" pitchFamily="34" charset="0"/>
              </a:rPr>
              <a:t>ng tác động của quản trị nhân sự là</a:t>
            </a:r>
            <a:r>
              <a:rPr lang="en-US" dirty="0">
                <a:solidFill>
                  <a:schemeClr val="tx2"/>
                </a:solidFill>
                <a:latin typeface="Calibri" panose="020F0502020204030204" pitchFamily="34" charset="0"/>
              </a:rPr>
              <a:t> n</a:t>
            </a:r>
            <a:r>
              <a:rPr lang="vi-VN" dirty="0">
                <a:solidFill>
                  <a:schemeClr val="tx2"/>
                </a:solidFill>
                <a:latin typeface="Calibri" panose="020F0502020204030204" pitchFamily="34" charset="0"/>
              </a:rPr>
              <a:t>guồn tài nguyên nhân</a:t>
            </a:r>
            <a:r>
              <a:rPr lang="en-US" dirty="0">
                <a:solidFill>
                  <a:schemeClr val="tx2"/>
                </a:solidFill>
                <a:latin typeface="Calibri" panose="020F0502020204030204" pitchFamily="34" charset="0"/>
              </a:rPr>
              <a:t> </a:t>
            </a:r>
            <a:r>
              <a:rPr lang="vi-VN" dirty="0">
                <a:solidFill>
                  <a:schemeClr val="tx2"/>
                </a:solidFill>
                <a:latin typeface="Calibri" panose="020F0502020204030204" pitchFamily="34" charset="0"/>
              </a:rPr>
              <a:t>lực.</a:t>
            </a:r>
            <a:br>
              <a:rPr lang="vi-VN" dirty="0">
                <a:solidFill>
                  <a:schemeClr val="tx2"/>
                </a:solidFill>
                <a:latin typeface="Calibri" panose="020F0502020204030204" pitchFamily="34" charset="0"/>
              </a:rPr>
            </a:br>
            <a:endParaRPr lang="en-GB" dirty="0">
              <a:solidFill>
                <a:schemeClr val="tx2"/>
              </a:solidFill>
            </a:endParaRPr>
          </a:p>
        </p:txBody>
      </p:sp>
    </p:spTree>
    <p:extLst>
      <p:ext uri="{BB962C8B-B14F-4D97-AF65-F5344CB8AC3E}">
        <p14:creationId xmlns:p14="http://schemas.microsoft.com/office/powerpoint/2010/main" val="367373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9"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2"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0"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7"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9" name="Group 28">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6" y="1186487"/>
            <a:ext cx="8848345" cy="4477933"/>
            <a:chOff x="1669293" y="1186483"/>
            <a:chExt cx="8848345" cy="4477933"/>
          </a:xfrm>
        </p:grpSpPr>
        <p:sp>
          <p:nvSpPr>
            <p:cNvPr id="30" name="Rectangle 29">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Isosceles Triangle 30">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4" name="Rectangle 33">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 y="6419"/>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37"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p:spPr>
        </p:sp>
        <p:sp>
          <p:nvSpPr>
            <p:cNvPr id="38"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39"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p:spPr>
        </p:sp>
        <p:sp>
          <p:nvSpPr>
            <p:cNvPr id="40"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p:spPr>
        </p:sp>
        <p:sp>
          <p:nvSpPr>
            <p:cNvPr id="41"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p:spPr>
        </p:sp>
        <p:sp>
          <p:nvSpPr>
            <p:cNvPr id="42"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p:spPr>
        </p:sp>
        <p:sp>
          <p:nvSpPr>
            <p:cNvPr id="43"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p:spPr>
        </p:sp>
        <p:sp>
          <p:nvSpPr>
            <p:cNvPr id="44"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p:spPr>
        </p:sp>
        <p:sp>
          <p:nvSpPr>
            <p:cNvPr id="45"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p:spPr>
        </p:sp>
        <p:sp>
          <p:nvSpPr>
            <p:cNvPr id="46"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p:spPr>
        </p:sp>
        <p:sp>
          <p:nvSpPr>
            <p:cNvPr id="47"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p:spPr>
        </p:sp>
        <p:sp>
          <p:nvSpPr>
            <p:cNvPr id="48"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p:spPr>
        </p:sp>
        <p:sp>
          <p:nvSpPr>
            <p:cNvPr id="49"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p:spPr>
        </p:sp>
        <p:sp>
          <p:nvSpPr>
            <p:cNvPr id="50"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p:spPr>
        </p:sp>
        <p:sp>
          <p:nvSpPr>
            <p:cNvPr id="51"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p:spPr>
        </p:sp>
        <p:sp>
          <p:nvSpPr>
            <p:cNvPr id="52"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p:spPr>
        </p:sp>
        <p:sp>
          <p:nvSpPr>
            <p:cNvPr id="53"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p:spPr>
        </p:sp>
        <p:sp>
          <p:nvSpPr>
            <p:cNvPr id="54"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p:spPr>
        </p:sp>
        <p:sp>
          <p:nvSpPr>
            <p:cNvPr id="55"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p:spPr>
        </p:sp>
      </p:grpSp>
      <p:sp>
        <p:nvSpPr>
          <p:cNvPr id="2" name="Title 1">
            <a:extLst>
              <a:ext uri="{FF2B5EF4-FFF2-40B4-BE49-F238E27FC236}">
                <a16:creationId xmlns:a16="http://schemas.microsoft.com/office/drawing/2014/main" id="{4A081ED0-A8A4-4456-BE17-826686952128}"/>
              </a:ext>
            </a:extLst>
          </p:cNvPr>
          <p:cNvSpPr>
            <a:spLocks noGrp="1"/>
          </p:cNvSpPr>
          <p:nvPr>
            <p:ph type="title"/>
          </p:nvPr>
        </p:nvSpPr>
        <p:spPr>
          <a:xfrm>
            <a:off x="2004718" y="1263408"/>
            <a:ext cx="8239252" cy="3115075"/>
          </a:xfrm>
        </p:spPr>
        <p:txBody>
          <a:bodyPr vert="horz" lIns="228600" tIns="228600" rIns="228600" bIns="0" rtlCol="0" anchor="b">
            <a:normAutofit/>
          </a:bodyPr>
          <a:lstStyle/>
          <a:p>
            <a:pPr algn="l">
              <a:lnSpc>
                <a:spcPct val="80000"/>
              </a:lnSpc>
            </a:pPr>
            <a:r>
              <a:rPr lang="en-US" sz="7200" b="1" dirty="0">
                <a:solidFill>
                  <a:schemeClr val="tx1"/>
                </a:solidFill>
              </a:rPr>
              <a:t>2. </a:t>
            </a:r>
            <a:r>
              <a:rPr lang="en-US" sz="7200" b="1" dirty="0" err="1">
                <a:solidFill>
                  <a:schemeClr val="tx1"/>
                </a:solidFill>
              </a:rPr>
              <a:t>Chức</a:t>
            </a:r>
            <a:r>
              <a:rPr lang="en-US" sz="7200" b="1" dirty="0">
                <a:solidFill>
                  <a:schemeClr val="tx1"/>
                </a:solidFill>
              </a:rPr>
              <a:t> </a:t>
            </a:r>
            <a:r>
              <a:rPr lang="en-US" sz="7200" b="1" dirty="0" err="1">
                <a:solidFill>
                  <a:schemeClr val="tx1"/>
                </a:solidFill>
              </a:rPr>
              <a:t>năng</a:t>
            </a:r>
            <a:r>
              <a:rPr lang="en-US" sz="7200" b="1" dirty="0">
                <a:solidFill>
                  <a:schemeClr val="tx1"/>
                </a:solidFill>
              </a:rPr>
              <a:t> </a:t>
            </a:r>
            <a:r>
              <a:rPr lang="en-US" sz="7200" b="1" dirty="0" err="1">
                <a:solidFill>
                  <a:schemeClr val="tx1"/>
                </a:solidFill>
              </a:rPr>
              <a:t>của</a:t>
            </a:r>
            <a:r>
              <a:rPr lang="en-US" sz="7200" b="1" dirty="0">
                <a:solidFill>
                  <a:schemeClr val="tx1"/>
                </a:solidFill>
              </a:rPr>
              <a:t> </a:t>
            </a:r>
            <a:r>
              <a:rPr lang="en-US" sz="7200" b="1" dirty="0" err="1">
                <a:solidFill>
                  <a:schemeClr val="tx1"/>
                </a:solidFill>
              </a:rPr>
              <a:t>quản</a:t>
            </a:r>
            <a:r>
              <a:rPr lang="en-US" sz="7200" b="1" dirty="0">
                <a:solidFill>
                  <a:schemeClr val="tx1"/>
                </a:solidFill>
              </a:rPr>
              <a:t> </a:t>
            </a:r>
            <a:r>
              <a:rPr lang="en-US" sz="7200" b="1" dirty="0" err="1">
                <a:solidFill>
                  <a:schemeClr val="tx1"/>
                </a:solidFill>
              </a:rPr>
              <a:t>trị</a:t>
            </a:r>
            <a:r>
              <a:rPr lang="en-US" sz="7200" b="1" dirty="0">
                <a:solidFill>
                  <a:schemeClr val="tx1"/>
                </a:solidFill>
              </a:rPr>
              <a:t> </a:t>
            </a:r>
            <a:r>
              <a:rPr lang="en-US" sz="7200" b="1" dirty="0" err="1">
                <a:solidFill>
                  <a:schemeClr val="tx1"/>
                </a:solidFill>
              </a:rPr>
              <a:t>nhân</a:t>
            </a:r>
            <a:r>
              <a:rPr lang="en-US" sz="7200" b="1" dirty="0">
                <a:solidFill>
                  <a:schemeClr val="tx1"/>
                </a:solidFill>
              </a:rPr>
              <a:t> </a:t>
            </a:r>
            <a:r>
              <a:rPr lang="en-US" sz="7200" b="1" dirty="0" err="1">
                <a:solidFill>
                  <a:schemeClr val="tx1"/>
                </a:solidFill>
              </a:rPr>
              <a:t>lực</a:t>
            </a:r>
            <a:endParaRPr lang="en-US" sz="7200" b="1" dirty="0">
              <a:solidFill>
                <a:schemeClr val="tx1"/>
              </a:solidFill>
            </a:endParaRPr>
          </a:p>
        </p:txBody>
      </p:sp>
      <p:sp>
        <p:nvSpPr>
          <p:cNvPr id="57" name="Isosceles Triangle 56">
            <a:extLst>
              <a:ext uri="{FF2B5EF4-FFF2-40B4-BE49-F238E27FC236}">
                <a16:creationId xmlns:a16="http://schemas.microsoft.com/office/drawing/2014/main" id="{A4CD35EF-7348-4E64-8700-827E64EA4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35825" y="3320139"/>
            <a:ext cx="300775" cy="25928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tx1"/>
              </a:solidFill>
            </a:endParaRPr>
          </a:p>
        </p:txBody>
      </p:sp>
    </p:spTree>
    <p:extLst>
      <p:ext uri="{BB962C8B-B14F-4D97-AF65-F5344CB8AC3E}">
        <p14:creationId xmlns:p14="http://schemas.microsoft.com/office/powerpoint/2010/main" val="377606282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9EDC-1B31-4F3D-A7F1-D1DAB85551A7}"/>
              </a:ext>
            </a:extLst>
          </p:cNvPr>
          <p:cNvSpPr>
            <a:spLocks noGrp="1"/>
          </p:cNvSpPr>
          <p:nvPr>
            <p:ph type="title"/>
          </p:nvPr>
        </p:nvSpPr>
        <p:spPr/>
        <p:txBody>
          <a:bodyPr>
            <a:normAutofit/>
          </a:bodyPr>
          <a:lstStyle/>
          <a:p>
            <a:r>
              <a:rPr lang="en-US" b="1" dirty="0" err="1"/>
              <a:t>Chức</a:t>
            </a:r>
            <a:r>
              <a:rPr lang="en-US" b="1" dirty="0"/>
              <a:t> </a:t>
            </a:r>
            <a:r>
              <a:rPr lang="en-US" b="1" dirty="0" err="1"/>
              <a:t>năng</a:t>
            </a:r>
            <a:r>
              <a:rPr lang="en-US" b="1" dirty="0"/>
              <a:t> </a:t>
            </a:r>
            <a:r>
              <a:rPr lang="en-US" b="1" dirty="0" err="1"/>
              <a:t>của</a:t>
            </a:r>
            <a:r>
              <a:rPr lang="en-US" b="1" dirty="0"/>
              <a:t> </a:t>
            </a:r>
            <a:r>
              <a:rPr lang="en-US" b="1" dirty="0" err="1"/>
              <a:t>quản</a:t>
            </a:r>
            <a:r>
              <a:rPr lang="en-US" b="1" dirty="0"/>
              <a:t> </a:t>
            </a:r>
            <a:r>
              <a:rPr lang="en-US" b="1" dirty="0" err="1"/>
              <a:t>trị</a:t>
            </a:r>
            <a:r>
              <a:rPr lang="en-US" b="1" dirty="0"/>
              <a:t> </a:t>
            </a:r>
            <a:r>
              <a:rPr lang="en-US" b="1" dirty="0" err="1"/>
              <a:t>nhân</a:t>
            </a:r>
            <a:r>
              <a:rPr lang="en-US" b="1" dirty="0"/>
              <a:t> </a:t>
            </a:r>
            <a:r>
              <a:rPr lang="en-US" b="1" dirty="0" err="1"/>
              <a:t>lực</a:t>
            </a:r>
            <a:endParaRPr lang="en-GB" b="1" dirty="0"/>
          </a:p>
        </p:txBody>
      </p:sp>
      <p:graphicFrame>
        <p:nvGraphicFramePr>
          <p:cNvPr id="5" name="Content Placeholder 2">
            <a:extLst>
              <a:ext uri="{FF2B5EF4-FFF2-40B4-BE49-F238E27FC236}">
                <a16:creationId xmlns:a16="http://schemas.microsoft.com/office/drawing/2014/main" id="{B7C6458B-4E3D-4612-988B-3C2089161A8B}"/>
              </a:ext>
            </a:extLst>
          </p:cNvPr>
          <p:cNvGraphicFramePr>
            <a:graphicFrameLocks noGrp="1"/>
          </p:cNvGraphicFramePr>
          <p:nvPr>
            <p:ph idx="1"/>
            <p:extLst>
              <p:ext uri="{D42A27DB-BD31-4B8C-83A1-F6EECF244321}">
                <p14:modId xmlns:p14="http://schemas.microsoft.com/office/powerpoint/2010/main" val="2195819669"/>
              </p:ext>
            </p:extLst>
          </p:nvPr>
        </p:nvGraphicFramePr>
        <p:xfrm>
          <a:off x="3354206" y="1391015"/>
          <a:ext cx="5821767" cy="52878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644834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655927-A7F5-4C19-B50C-2C5DA0AD9480}"/>
              </a:ext>
            </a:extLst>
          </p:cNvPr>
          <p:cNvSpPr>
            <a:spLocks noGrp="1"/>
          </p:cNvSpPr>
          <p:nvPr>
            <p:ph type="title"/>
          </p:nvPr>
        </p:nvSpPr>
        <p:spPr>
          <a:xfrm>
            <a:off x="2142309" y="449489"/>
            <a:ext cx="9496698" cy="1230570"/>
          </a:xfrm>
        </p:spPr>
        <p:txBody>
          <a:bodyPr anchor="t">
            <a:noAutofit/>
          </a:bodyPr>
          <a:lstStyle/>
          <a:p>
            <a:pPr algn="l"/>
            <a:r>
              <a:rPr lang="en-US" sz="4800" b="1" dirty="0">
                <a:solidFill>
                  <a:schemeClr val="tx2"/>
                </a:solidFill>
              </a:rPr>
              <a:t>2.1.H</a:t>
            </a:r>
            <a:r>
              <a:rPr lang="vi-VN" sz="4800" b="1" dirty="0">
                <a:solidFill>
                  <a:schemeClr val="tx2"/>
                </a:solidFill>
                <a:latin typeface="Calibri Light" panose="020F0302020204030204" pitchFamily="34" charset="0"/>
                <a:cs typeface="Calibri Light" panose="020F0302020204030204" pitchFamily="34" charset="0"/>
              </a:rPr>
              <a:t>oạch định nguồn nhân lực</a:t>
            </a:r>
            <a:br>
              <a:rPr lang="en-US" sz="6000" b="1" dirty="0">
                <a:solidFill>
                  <a:schemeClr val="accent1"/>
                </a:solidFill>
              </a:rPr>
            </a:br>
            <a:endParaRPr lang="en-GB" sz="6000" b="1" dirty="0">
              <a:solidFill>
                <a:schemeClr val="accent1"/>
              </a:solidFill>
            </a:endParaRPr>
          </a:p>
        </p:txBody>
      </p:sp>
      <p:sp>
        <p:nvSpPr>
          <p:cNvPr id="3" name="Content Placeholder 2">
            <a:extLst>
              <a:ext uri="{FF2B5EF4-FFF2-40B4-BE49-F238E27FC236}">
                <a16:creationId xmlns:a16="http://schemas.microsoft.com/office/drawing/2014/main" id="{DC7DA7BB-9090-461B-A51E-4209BC086FBD}"/>
              </a:ext>
            </a:extLst>
          </p:cNvPr>
          <p:cNvSpPr>
            <a:spLocks noGrp="1"/>
          </p:cNvSpPr>
          <p:nvPr>
            <p:ph idx="1"/>
          </p:nvPr>
        </p:nvSpPr>
        <p:spPr>
          <a:xfrm>
            <a:off x="2736798" y="1817971"/>
            <a:ext cx="8745455" cy="3802762"/>
          </a:xfrm>
        </p:spPr>
        <p:txBody>
          <a:bodyPr anchor="t">
            <a:noAutofit/>
          </a:bodyPr>
          <a:lstStyle/>
          <a:p>
            <a:pPr>
              <a:lnSpc>
                <a:spcPct val="110000"/>
              </a:lnSpc>
            </a:pPr>
            <a:r>
              <a:rPr lang="en-US" sz="3600" dirty="0" err="1"/>
              <a:t>Sắp</a:t>
            </a:r>
            <a:r>
              <a:rPr lang="en-US" sz="3600" dirty="0"/>
              <a:t> </a:t>
            </a:r>
            <a:r>
              <a:rPr lang="en-US" sz="3600" dirty="0" err="1"/>
              <a:t>xếp</a:t>
            </a:r>
            <a:r>
              <a:rPr lang="en-US" sz="3600" dirty="0"/>
              <a:t> </a:t>
            </a:r>
            <a:r>
              <a:rPr lang="en-US" sz="3600" dirty="0" err="1"/>
              <a:t>cho</a:t>
            </a:r>
            <a:r>
              <a:rPr lang="en-US" sz="3600" dirty="0"/>
              <a:t> </a:t>
            </a:r>
            <a:r>
              <a:rPr lang="en-US" sz="3600" dirty="0" err="1"/>
              <a:t>mỗi</a:t>
            </a:r>
            <a:r>
              <a:rPr lang="en-US" sz="3600" dirty="0"/>
              <a:t> </a:t>
            </a:r>
            <a:r>
              <a:rPr lang="en-US" sz="3600" dirty="0" err="1"/>
              <a:t>cá</a:t>
            </a:r>
            <a:r>
              <a:rPr lang="en-US" sz="3600" dirty="0"/>
              <a:t> </a:t>
            </a:r>
            <a:r>
              <a:rPr lang="en-US" sz="3600" dirty="0" err="1"/>
              <a:t>nhân</a:t>
            </a:r>
            <a:r>
              <a:rPr lang="en-US" sz="3600" dirty="0"/>
              <a:t>: </a:t>
            </a:r>
          </a:p>
          <a:p>
            <a:pPr lvl="1">
              <a:lnSpc>
                <a:spcPct val="110000"/>
              </a:lnSpc>
              <a:buNone/>
            </a:pPr>
            <a:r>
              <a:rPr lang="en-US" sz="3600" dirty="0"/>
              <a:t>- </a:t>
            </a:r>
            <a:r>
              <a:rPr lang="en-US" sz="3600" dirty="0" err="1"/>
              <a:t>Công</a:t>
            </a:r>
            <a:r>
              <a:rPr lang="en-US" sz="3600" dirty="0"/>
              <a:t> </a:t>
            </a:r>
            <a:r>
              <a:rPr lang="en-US" sz="3600" dirty="0" err="1"/>
              <a:t>việc</a:t>
            </a:r>
            <a:r>
              <a:rPr lang="en-US" sz="3600" dirty="0"/>
              <a:t> </a:t>
            </a:r>
            <a:r>
              <a:rPr lang="en-US" sz="3600" dirty="0" err="1"/>
              <a:t>cụ</a:t>
            </a:r>
            <a:r>
              <a:rPr lang="en-US" sz="3600" dirty="0"/>
              <a:t> </a:t>
            </a:r>
            <a:r>
              <a:rPr lang="en-US" sz="3600" dirty="0" err="1"/>
              <a:t>thể</a:t>
            </a:r>
            <a:endParaRPr lang="en-US" sz="3600" dirty="0"/>
          </a:p>
          <a:p>
            <a:pPr lvl="1">
              <a:lnSpc>
                <a:spcPct val="110000"/>
              </a:lnSpc>
              <a:buNone/>
            </a:pPr>
            <a:r>
              <a:rPr lang="en-US" sz="3600" dirty="0"/>
              <a:t>- </a:t>
            </a:r>
            <a:r>
              <a:rPr lang="en-US" sz="3600" dirty="0" err="1"/>
              <a:t>Thời</a:t>
            </a:r>
            <a:r>
              <a:rPr lang="en-US" sz="3600" dirty="0"/>
              <a:t> </a:t>
            </a:r>
            <a:r>
              <a:rPr lang="en-US" sz="3600" dirty="0" err="1"/>
              <a:t>gian</a:t>
            </a:r>
            <a:endParaRPr lang="en-US" sz="3600" dirty="0"/>
          </a:p>
          <a:p>
            <a:pPr lvl="1">
              <a:lnSpc>
                <a:spcPct val="110000"/>
              </a:lnSpc>
              <a:buNone/>
            </a:pPr>
            <a:r>
              <a:rPr lang="en-US" sz="3600" dirty="0"/>
              <a:t>- </a:t>
            </a:r>
            <a:r>
              <a:rPr lang="en-US" sz="3600" dirty="0" err="1"/>
              <a:t>Địa</a:t>
            </a:r>
            <a:r>
              <a:rPr lang="en-US" sz="3600" dirty="0"/>
              <a:t> </a:t>
            </a:r>
            <a:r>
              <a:rPr lang="en-US" sz="3600" dirty="0" err="1"/>
              <a:t>điểm</a:t>
            </a:r>
            <a:r>
              <a:rPr lang="en-US" sz="3600" dirty="0"/>
              <a:t> </a:t>
            </a:r>
            <a:endParaRPr lang="en-GB" sz="3600" dirty="0"/>
          </a:p>
          <a:p>
            <a:pPr>
              <a:lnSpc>
                <a:spcPct val="110000"/>
              </a:lnSpc>
            </a:pPr>
            <a:r>
              <a:rPr lang="en-GB" sz="3600" dirty="0" err="1"/>
              <a:t>Nhằm</a:t>
            </a:r>
            <a:r>
              <a:rPr lang="en-GB" sz="3600" dirty="0"/>
              <a:t> </a:t>
            </a:r>
            <a:r>
              <a:rPr lang="en-GB" sz="3600" dirty="0" err="1"/>
              <a:t>đảm</a:t>
            </a:r>
            <a:r>
              <a:rPr lang="en-GB" sz="3600" dirty="0"/>
              <a:t> </a:t>
            </a:r>
            <a:r>
              <a:rPr lang="en-GB" sz="3600" dirty="0" err="1"/>
              <a:t>bảo</a:t>
            </a:r>
            <a:r>
              <a:rPr lang="en-GB" sz="3600" dirty="0"/>
              <a:t> </a:t>
            </a:r>
            <a:r>
              <a:rPr lang="en-GB" sz="3600" dirty="0" err="1"/>
              <a:t>tổ</a:t>
            </a:r>
            <a:r>
              <a:rPr lang="en-GB" sz="3600" dirty="0"/>
              <a:t> </a:t>
            </a:r>
            <a:r>
              <a:rPr lang="en-GB" sz="3600" dirty="0" err="1"/>
              <a:t>ch</a:t>
            </a:r>
            <a:r>
              <a:rPr lang="en-US" sz="3600" dirty="0" err="1"/>
              <a:t>ức</a:t>
            </a:r>
            <a:r>
              <a:rPr lang="en-US" sz="3600" dirty="0"/>
              <a:t> </a:t>
            </a:r>
            <a:r>
              <a:rPr lang="en-US" sz="3600" dirty="0" err="1"/>
              <a:t>có</a:t>
            </a:r>
            <a:r>
              <a:rPr lang="en-US" sz="3600" dirty="0"/>
              <a:t> </a:t>
            </a:r>
            <a:r>
              <a:rPr lang="en-US" sz="3600" dirty="0" err="1"/>
              <a:t>đủ</a:t>
            </a:r>
            <a:r>
              <a:rPr lang="en-US" sz="3600" dirty="0"/>
              <a:t> </a:t>
            </a:r>
            <a:r>
              <a:rPr lang="en-US" sz="3600" dirty="0" err="1"/>
              <a:t>số</a:t>
            </a:r>
            <a:r>
              <a:rPr lang="en-US" sz="3600" dirty="0"/>
              <a:t> ng</a:t>
            </a:r>
            <a:r>
              <a:rPr lang="vi-VN" sz="3600" dirty="0">
                <a:latin typeface="Calibri" panose="020F0502020204030204" pitchFamily="34" charset="0"/>
              </a:rPr>
              <a:t>ư</a:t>
            </a:r>
            <a:r>
              <a:rPr lang="en-US" sz="3600" dirty="0" err="1"/>
              <a:t>ời</a:t>
            </a:r>
            <a:r>
              <a:rPr lang="en-US" sz="3600" dirty="0"/>
              <a:t>/ </a:t>
            </a:r>
            <a:r>
              <a:rPr lang="en-US" sz="3600" dirty="0" err="1"/>
              <a:t>kỹ</a:t>
            </a:r>
            <a:r>
              <a:rPr lang="en-US" sz="3600" dirty="0"/>
              <a:t> </a:t>
            </a:r>
            <a:r>
              <a:rPr lang="en-US" sz="3600" dirty="0" err="1"/>
              <a:t>năng</a:t>
            </a:r>
            <a:r>
              <a:rPr lang="en-US" sz="3600" dirty="0"/>
              <a:t> </a:t>
            </a:r>
            <a:r>
              <a:rPr lang="en-US" sz="3600" dirty="0" err="1"/>
              <a:t>hợp</a:t>
            </a:r>
            <a:r>
              <a:rPr lang="en-US" sz="3600" dirty="0"/>
              <a:t> </a:t>
            </a:r>
            <a:r>
              <a:rPr lang="en-US" sz="3600" dirty="0" err="1"/>
              <a:t>lý</a:t>
            </a:r>
            <a:r>
              <a:rPr lang="en-US" sz="3600" dirty="0"/>
              <a:t> </a:t>
            </a:r>
            <a:r>
              <a:rPr lang="en-US" sz="3600" dirty="0" err="1"/>
              <a:t>để</a:t>
            </a:r>
            <a:r>
              <a:rPr lang="en-US" sz="3600" dirty="0"/>
              <a:t> </a:t>
            </a:r>
            <a:r>
              <a:rPr lang="en-US" sz="3600" dirty="0" err="1"/>
              <a:t>thực</a:t>
            </a:r>
            <a:r>
              <a:rPr lang="en-US" sz="3600" dirty="0"/>
              <a:t> </a:t>
            </a:r>
            <a:r>
              <a:rPr lang="en-US" sz="3600" dirty="0" err="1"/>
              <a:t>hiện</a:t>
            </a:r>
            <a:r>
              <a:rPr lang="en-US" sz="3600" dirty="0"/>
              <a:t> </a:t>
            </a:r>
            <a:r>
              <a:rPr lang="en-US" sz="3600" dirty="0" err="1"/>
              <a:t>công</a:t>
            </a:r>
            <a:r>
              <a:rPr lang="en-US" sz="3600" dirty="0"/>
              <a:t> </a:t>
            </a:r>
            <a:r>
              <a:rPr lang="en-US" sz="3600" dirty="0" err="1"/>
              <a:t>việc</a:t>
            </a:r>
            <a:r>
              <a:rPr lang="en-US" sz="3600" dirty="0"/>
              <a:t> </a:t>
            </a:r>
            <a:r>
              <a:rPr lang="en-US" sz="3600" dirty="0" err="1"/>
              <a:t>đề</a:t>
            </a:r>
            <a:r>
              <a:rPr lang="en-US" sz="3600" dirty="0"/>
              <a:t> ra</a:t>
            </a:r>
          </a:p>
          <a:p>
            <a:pPr>
              <a:lnSpc>
                <a:spcPct val="110000"/>
              </a:lnSpc>
              <a:buNone/>
            </a:pPr>
            <a:br>
              <a:rPr lang="vi-VN" sz="3600" dirty="0">
                <a:latin typeface="Calibri" panose="020F0502020204030204" pitchFamily="34" charset="0"/>
              </a:rPr>
            </a:br>
            <a:endParaRPr lang="en-US" sz="3600"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30686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B5D57-6178-4F62-B472-0312F6D95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B2C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800B320-C486-4967-AFB8-58E3EBDA9E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0624" y="0"/>
            <a:ext cx="12584115" cy="6853238"/>
            <a:chOff x="-417513" y="0"/>
            <a:chExt cx="12584114" cy="6853238"/>
          </a:xfrm>
        </p:grpSpPr>
        <p:sp>
          <p:nvSpPr>
            <p:cNvPr id="12" name="Freeform 5">
              <a:extLst>
                <a:ext uri="{FF2B5EF4-FFF2-40B4-BE49-F238E27FC236}">
                  <a16:creationId xmlns:a16="http://schemas.microsoft.com/office/drawing/2014/main" id="{B6E6BEB2-753A-4253-9BE2-9E569A8A5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6">
              <a:extLst>
                <a:ext uri="{FF2B5EF4-FFF2-40B4-BE49-F238E27FC236}">
                  <a16:creationId xmlns:a16="http://schemas.microsoft.com/office/drawing/2014/main" id="{196A6026-E2E2-4401-BB72-F8314907A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7">
              <a:extLst>
                <a:ext uri="{FF2B5EF4-FFF2-40B4-BE49-F238E27FC236}">
                  <a16:creationId xmlns:a16="http://schemas.microsoft.com/office/drawing/2014/main" id="{C852B828-3E4B-4404-AEE7-815B0B6EE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8">
              <a:extLst>
                <a:ext uri="{FF2B5EF4-FFF2-40B4-BE49-F238E27FC236}">
                  <a16:creationId xmlns:a16="http://schemas.microsoft.com/office/drawing/2014/main" id="{B2BAC571-023A-4027-9689-5A7375FE5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9">
              <a:extLst>
                <a:ext uri="{FF2B5EF4-FFF2-40B4-BE49-F238E27FC236}">
                  <a16:creationId xmlns:a16="http://schemas.microsoft.com/office/drawing/2014/main" id="{6BB424FB-2158-48AB-9A28-A11889AA5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0">
              <a:extLst>
                <a:ext uri="{FF2B5EF4-FFF2-40B4-BE49-F238E27FC236}">
                  <a16:creationId xmlns:a16="http://schemas.microsoft.com/office/drawing/2014/main" id="{BE5FA512-D3FE-4F91-AE23-51DAAAA74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1">
              <a:extLst>
                <a:ext uri="{FF2B5EF4-FFF2-40B4-BE49-F238E27FC236}">
                  <a16:creationId xmlns:a16="http://schemas.microsoft.com/office/drawing/2014/main" id="{83CF3A0A-06AA-4987-8182-4F86E662E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2">
              <a:extLst>
                <a:ext uri="{FF2B5EF4-FFF2-40B4-BE49-F238E27FC236}">
                  <a16:creationId xmlns:a16="http://schemas.microsoft.com/office/drawing/2014/main" id="{969C6F15-1F6D-46D5-8C47-3FBC31253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3">
              <a:extLst>
                <a:ext uri="{FF2B5EF4-FFF2-40B4-BE49-F238E27FC236}">
                  <a16:creationId xmlns:a16="http://schemas.microsoft.com/office/drawing/2014/main" id="{01E2B94D-4E93-4C11-A1FC-B3A6E8CC5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4">
              <a:extLst>
                <a:ext uri="{FF2B5EF4-FFF2-40B4-BE49-F238E27FC236}">
                  <a16:creationId xmlns:a16="http://schemas.microsoft.com/office/drawing/2014/main" id="{F47C1110-8C08-4C26-BD0D-3083BFAC1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5">
              <a:extLst>
                <a:ext uri="{FF2B5EF4-FFF2-40B4-BE49-F238E27FC236}">
                  <a16:creationId xmlns:a16="http://schemas.microsoft.com/office/drawing/2014/main" id="{3085CEBC-D1F5-4F82-93C8-8ED38B7CBE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6">
              <a:extLst>
                <a:ext uri="{FF2B5EF4-FFF2-40B4-BE49-F238E27FC236}">
                  <a16:creationId xmlns:a16="http://schemas.microsoft.com/office/drawing/2014/main" id="{3ED8F25D-E867-46B6-A62D-3B2114768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7">
              <a:extLst>
                <a:ext uri="{FF2B5EF4-FFF2-40B4-BE49-F238E27FC236}">
                  <a16:creationId xmlns:a16="http://schemas.microsoft.com/office/drawing/2014/main" id="{6BB81545-0C01-4B56-BADD-6B7D5B72A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8">
              <a:extLst>
                <a:ext uri="{FF2B5EF4-FFF2-40B4-BE49-F238E27FC236}">
                  <a16:creationId xmlns:a16="http://schemas.microsoft.com/office/drawing/2014/main" id="{A1574FCC-646A-4771-AB54-A44212F19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9">
              <a:extLst>
                <a:ext uri="{FF2B5EF4-FFF2-40B4-BE49-F238E27FC236}">
                  <a16:creationId xmlns:a16="http://schemas.microsoft.com/office/drawing/2014/main" id="{A56CC2BC-E51D-4A79-AA80-770FAA784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0">
              <a:extLst>
                <a:ext uri="{FF2B5EF4-FFF2-40B4-BE49-F238E27FC236}">
                  <a16:creationId xmlns:a16="http://schemas.microsoft.com/office/drawing/2014/main" id="{C95E0495-B7F8-44C5-AD1F-5F3C8633E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8" name="Freeform 21">
              <a:extLst>
                <a:ext uri="{FF2B5EF4-FFF2-40B4-BE49-F238E27FC236}">
                  <a16:creationId xmlns:a16="http://schemas.microsoft.com/office/drawing/2014/main" id="{28C1E7AA-A198-498A-9426-7632D7AA3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9" name="Freeform 22">
              <a:extLst>
                <a:ext uri="{FF2B5EF4-FFF2-40B4-BE49-F238E27FC236}">
                  <a16:creationId xmlns:a16="http://schemas.microsoft.com/office/drawing/2014/main" id="{96410611-0DF8-42D3-91B1-B87AE692E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3">
              <a:extLst>
                <a:ext uri="{FF2B5EF4-FFF2-40B4-BE49-F238E27FC236}">
                  <a16:creationId xmlns:a16="http://schemas.microsoft.com/office/drawing/2014/main" id="{EACF821F-24B2-49B5-8688-744B0EADF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4">
              <a:extLst>
                <a:ext uri="{FF2B5EF4-FFF2-40B4-BE49-F238E27FC236}">
                  <a16:creationId xmlns:a16="http://schemas.microsoft.com/office/drawing/2014/main" id="{418BD791-FEEE-4A18-A5EF-F3815F184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5">
              <a:extLst>
                <a:ext uri="{FF2B5EF4-FFF2-40B4-BE49-F238E27FC236}">
                  <a16:creationId xmlns:a16="http://schemas.microsoft.com/office/drawing/2014/main" id="{D5D16C8F-EA4F-447C-934A-06E7BFAE9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pic>
        <p:nvPicPr>
          <p:cNvPr id="4" name="Content Placeholder 3">
            <a:extLst>
              <a:ext uri="{FF2B5EF4-FFF2-40B4-BE49-F238E27FC236}">
                <a16:creationId xmlns:a16="http://schemas.microsoft.com/office/drawing/2014/main" id="{813B0253-F081-4904-B229-D2DD93FC0C5D}"/>
              </a:ext>
            </a:extLst>
          </p:cNvPr>
          <p:cNvPicPr>
            <a:picLocks noGrp="1" noChangeAspect="1"/>
          </p:cNvPicPr>
          <p:nvPr>
            <p:ph idx="1"/>
          </p:nvPr>
        </p:nvPicPr>
        <p:blipFill>
          <a:blip r:embed="rId2"/>
          <a:stretch>
            <a:fillRect/>
          </a:stretch>
        </p:blipFill>
        <p:spPr>
          <a:xfrm>
            <a:off x="2357450" y="123755"/>
            <a:ext cx="6705079" cy="6503926"/>
          </a:xfrm>
          <a:prstGeom prst="rect">
            <a:avLst/>
          </a:prstGeom>
        </p:spPr>
      </p:pic>
    </p:spTree>
    <p:extLst>
      <p:ext uri="{BB962C8B-B14F-4D97-AF65-F5344CB8AC3E}">
        <p14:creationId xmlns:p14="http://schemas.microsoft.com/office/powerpoint/2010/main" val="123440592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655927-A7F5-4C19-B50C-2C5DA0AD9480}"/>
              </a:ext>
            </a:extLst>
          </p:cNvPr>
          <p:cNvSpPr>
            <a:spLocks noGrp="1"/>
          </p:cNvSpPr>
          <p:nvPr>
            <p:ph type="title"/>
          </p:nvPr>
        </p:nvSpPr>
        <p:spPr>
          <a:xfrm>
            <a:off x="2815173" y="240483"/>
            <a:ext cx="8562577" cy="1230570"/>
          </a:xfrm>
        </p:spPr>
        <p:txBody>
          <a:bodyPr anchor="t">
            <a:noAutofit/>
          </a:bodyPr>
          <a:lstStyle/>
          <a:p>
            <a:pPr algn="l"/>
            <a:r>
              <a:rPr lang="en-US" sz="5400" b="1" dirty="0">
                <a:solidFill>
                  <a:schemeClr val="tx2"/>
                </a:solidFill>
              </a:rPr>
              <a:t>2.2.Tuyển </a:t>
            </a:r>
            <a:r>
              <a:rPr lang="en-US" sz="5400" b="1" dirty="0" err="1">
                <a:solidFill>
                  <a:schemeClr val="tx2"/>
                </a:solidFill>
              </a:rPr>
              <a:t>mộ</a:t>
            </a:r>
            <a:r>
              <a:rPr lang="en-US" sz="5400" b="1" dirty="0">
                <a:solidFill>
                  <a:schemeClr val="tx2"/>
                </a:solidFill>
              </a:rPr>
              <a:t> </a:t>
            </a:r>
            <a:r>
              <a:rPr lang="en-US" sz="5400" b="1" dirty="0" err="1">
                <a:solidFill>
                  <a:schemeClr val="tx2"/>
                </a:solidFill>
              </a:rPr>
              <a:t>và</a:t>
            </a:r>
            <a:r>
              <a:rPr lang="en-US" sz="5400" b="1" dirty="0">
                <a:solidFill>
                  <a:schemeClr val="tx2"/>
                </a:solidFill>
              </a:rPr>
              <a:t> </a:t>
            </a:r>
            <a:r>
              <a:rPr lang="en-US" sz="5400" b="1" dirty="0" err="1">
                <a:solidFill>
                  <a:schemeClr val="tx2"/>
                </a:solidFill>
              </a:rPr>
              <a:t>lựa</a:t>
            </a:r>
            <a:r>
              <a:rPr lang="en-US" sz="5400" b="1" dirty="0">
                <a:solidFill>
                  <a:schemeClr val="tx2"/>
                </a:solidFill>
              </a:rPr>
              <a:t> </a:t>
            </a:r>
            <a:r>
              <a:rPr lang="en-US" sz="5400" b="1" dirty="0" err="1">
                <a:solidFill>
                  <a:schemeClr val="tx2"/>
                </a:solidFill>
              </a:rPr>
              <a:t>chọn</a:t>
            </a:r>
            <a:endParaRPr lang="en-GB" sz="5400" b="1" dirty="0">
              <a:solidFill>
                <a:schemeClr val="tx2"/>
              </a:solidFill>
            </a:endParaRPr>
          </a:p>
        </p:txBody>
      </p:sp>
      <p:sp>
        <p:nvSpPr>
          <p:cNvPr id="3" name="Content Placeholder 2">
            <a:extLst>
              <a:ext uri="{FF2B5EF4-FFF2-40B4-BE49-F238E27FC236}">
                <a16:creationId xmlns:a16="http://schemas.microsoft.com/office/drawing/2014/main" id="{DC7DA7BB-9090-461B-A51E-4209BC086FBD}"/>
              </a:ext>
            </a:extLst>
          </p:cNvPr>
          <p:cNvSpPr>
            <a:spLocks noGrp="1"/>
          </p:cNvSpPr>
          <p:nvPr>
            <p:ph idx="1"/>
          </p:nvPr>
        </p:nvSpPr>
        <p:spPr>
          <a:xfrm>
            <a:off x="2775988" y="1622028"/>
            <a:ext cx="8484197" cy="3802762"/>
          </a:xfrm>
        </p:spPr>
        <p:txBody>
          <a:bodyPr anchor="t">
            <a:noAutofit/>
          </a:bodyPr>
          <a:lstStyle/>
          <a:p>
            <a:pPr algn="just">
              <a:lnSpc>
                <a:spcPct val="110000"/>
              </a:lnSpc>
            </a:pPr>
            <a:r>
              <a:rPr lang="vi-VN" sz="3600" dirty="0">
                <a:latin typeface="Calibri" panose="020F0502020204030204" pitchFamily="34" charset="0"/>
              </a:rPr>
              <a:t>Tuyển mộ</a:t>
            </a:r>
            <a:r>
              <a:rPr lang="en-US" sz="3600" dirty="0">
                <a:latin typeface="Calibri" panose="020F0502020204030204" pitchFamily="34" charset="0"/>
              </a:rPr>
              <a:t> (</a:t>
            </a:r>
            <a:r>
              <a:rPr lang="en-US" sz="3600" dirty="0" err="1">
                <a:latin typeface="Calibri" panose="020F0502020204030204" pitchFamily="34" charset="0"/>
              </a:rPr>
              <a:t>tuyển</a:t>
            </a:r>
            <a:r>
              <a:rPr lang="en-US" sz="3600" dirty="0">
                <a:latin typeface="Calibri" panose="020F0502020204030204" pitchFamily="34" charset="0"/>
              </a:rPr>
              <a:t> </a:t>
            </a:r>
            <a:r>
              <a:rPr lang="en-US" sz="3600" dirty="0" err="1">
                <a:latin typeface="Calibri" panose="020F0502020204030204" pitchFamily="34" charset="0"/>
              </a:rPr>
              <a:t>dụng</a:t>
            </a:r>
            <a:r>
              <a:rPr lang="en-US" sz="3600" dirty="0">
                <a:latin typeface="Calibri" panose="020F0502020204030204" pitchFamily="34" charset="0"/>
              </a:rPr>
              <a:t>):</a:t>
            </a:r>
            <a:r>
              <a:rPr lang="vi-VN" sz="3600" dirty="0">
                <a:latin typeface="Calibri" panose="020F0502020204030204" pitchFamily="34" charset="0"/>
              </a:rPr>
              <a:t> </a:t>
            </a:r>
            <a:r>
              <a:rPr lang="en-US" sz="3600" dirty="0" err="1"/>
              <a:t>là</a:t>
            </a:r>
            <a:r>
              <a:rPr lang="en-US" sz="3600" dirty="0"/>
              <a:t> </a:t>
            </a:r>
            <a:r>
              <a:rPr lang="vi-VN" sz="3600" dirty="0">
                <a:latin typeface="Calibri" panose="020F0502020204030204" pitchFamily="34" charset="0"/>
              </a:rPr>
              <a:t>tiến trình thu hút những người có khả năng từ nhiều nguồn khác nhau đến đăng ký, nộp đơn tìm việc làm trong tổ chức. </a:t>
            </a:r>
            <a:endParaRPr lang="en-US" sz="3600" dirty="0"/>
          </a:p>
          <a:p>
            <a:pPr algn="just">
              <a:lnSpc>
                <a:spcPct val="110000"/>
              </a:lnSpc>
            </a:pPr>
            <a:r>
              <a:rPr lang="en-US" sz="3600" dirty="0" err="1">
                <a:latin typeface="Calibri" panose="020F0502020204030204" pitchFamily="34" charset="0"/>
              </a:rPr>
              <a:t>Lựa</a:t>
            </a:r>
            <a:r>
              <a:rPr lang="vi-VN" sz="3600" dirty="0">
                <a:latin typeface="Calibri" panose="020F0502020204030204" pitchFamily="34" charset="0"/>
              </a:rPr>
              <a:t> chọn</a:t>
            </a:r>
            <a:r>
              <a:rPr lang="en-US" sz="3600" dirty="0"/>
              <a:t>:</a:t>
            </a:r>
            <a:r>
              <a:rPr lang="vi-VN" sz="3600" dirty="0">
                <a:latin typeface="Calibri" panose="020F0502020204030204" pitchFamily="34" charset="0"/>
              </a:rPr>
              <a:t> là tiến trình chọn lựa các ứng viên phù hợp nhất cho một vị trí công tác nào đó đã được xác định trước</a:t>
            </a:r>
            <a:br>
              <a:rPr lang="vi-VN" sz="3600" dirty="0">
                <a:latin typeface="Calibri" panose="020F0502020204030204" pitchFamily="34" charset="0"/>
              </a:rPr>
            </a:br>
            <a:endParaRPr lang="en-US" sz="3600"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35347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789CE4-424F-4A27-8AAE-D95AEF57B141}"/>
              </a:ext>
            </a:extLst>
          </p:cNvPr>
          <p:cNvSpPr>
            <a:spLocks noGrp="1"/>
          </p:cNvSpPr>
          <p:nvPr>
            <p:ph type="title"/>
          </p:nvPr>
        </p:nvSpPr>
        <p:spPr>
          <a:xfrm>
            <a:off x="2103121" y="266609"/>
            <a:ext cx="9366070" cy="1230570"/>
          </a:xfrm>
        </p:spPr>
        <p:txBody>
          <a:bodyPr anchor="t">
            <a:noAutofit/>
          </a:bodyPr>
          <a:lstStyle/>
          <a:p>
            <a:pPr algn="l"/>
            <a:r>
              <a:rPr lang="en-GB" sz="5400" b="1" i="1" dirty="0">
                <a:solidFill>
                  <a:schemeClr val="tx2"/>
                </a:solidFill>
              </a:rPr>
              <a:t>2.3.Phát </a:t>
            </a:r>
            <a:r>
              <a:rPr lang="en-GB" sz="5400" b="1" i="1" dirty="0" err="1">
                <a:solidFill>
                  <a:schemeClr val="tx2"/>
                </a:solidFill>
              </a:rPr>
              <a:t>triển</a:t>
            </a:r>
            <a:r>
              <a:rPr lang="en-GB" sz="5400" b="1" i="1" dirty="0">
                <a:solidFill>
                  <a:schemeClr val="tx2"/>
                </a:solidFill>
              </a:rPr>
              <a:t> </a:t>
            </a:r>
            <a:r>
              <a:rPr lang="en-GB" sz="5400" b="1" i="1" dirty="0" err="1">
                <a:solidFill>
                  <a:schemeClr val="tx2"/>
                </a:solidFill>
              </a:rPr>
              <a:t>nguồn</a:t>
            </a:r>
            <a:r>
              <a:rPr lang="en-GB" sz="5400" b="1" i="1" dirty="0">
                <a:solidFill>
                  <a:schemeClr val="tx2"/>
                </a:solidFill>
              </a:rPr>
              <a:t> </a:t>
            </a:r>
            <a:r>
              <a:rPr lang="en-GB" sz="5400" b="1" i="1" dirty="0" err="1">
                <a:solidFill>
                  <a:schemeClr val="tx2"/>
                </a:solidFill>
              </a:rPr>
              <a:t>nhân</a:t>
            </a:r>
            <a:r>
              <a:rPr lang="en-GB" sz="5400" b="1" i="1" dirty="0">
                <a:solidFill>
                  <a:schemeClr val="tx2"/>
                </a:solidFill>
              </a:rPr>
              <a:t> </a:t>
            </a:r>
            <a:r>
              <a:rPr lang="en-GB" sz="5400" b="1" i="1" dirty="0" err="1">
                <a:solidFill>
                  <a:schemeClr val="tx2"/>
                </a:solidFill>
              </a:rPr>
              <a:t>lực</a:t>
            </a:r>
            <a:br>
              <a:rPr lang="en-GB" sz="5400" b="1" dirty="0">
                <a:solidFill>
                  <a:schemeClr val="tx2"/>
                </a:solidFill>
              </a:rPr>
            </a:br>
            <a:endParaRPr lang="en-GB" sz="5400" b="1" dirty="0">
              <a:solidFill>
                <a:schemeClr val="tx2"/>
              </a:solidFill>
            </a:endParaRPr>
          </a:p>
        </p:txBody>
      </p:sp>
      <p:sp>
        <p:nvSpPr>
          <p:cNvPr id="3" name="Content Placeholder 2">
            <a:extLst>
              <a:ext uri="{FF2B5EF4-FFF2-40B4-BE49-F238E27FC236}">
                <a16:creationId xmlns:a16="http://schemas.microsoft.com/office/drawing/2014/main" id="{01B17D84-AB5E-4601-ABC1-0A247B0C7AB0}"/>
              </a:ext>
            </a:extLst>
          </p:cNvPr>
          <p:cNvSpPr>
            <a:spLocks noGrp="1"/>
          </p:cNvSpPr>
          <p:nvPr>
            <p:ph idx="1"/>
          </p:nvPr>
        </p:nvSpPr>
        <p:spPr>
          <a:xfrm>
            <a:off x="378823" y="1465274"/>
            <a:ext cx="11639006" cy="5392725"/>
          </a:xfrm>
        </p:spPr>
        <p:txBody>
          <a:bodyPr anchor="t">
            <a:noAutofit/>
          </a:bodyPr>
          <a:lstStyle/>
          <a:p>
            <a:r>
              <a:rPr lang="en-US" dirty="0" err="1">
                <a:latin typeface="Calibri" panose="020F0502020204030204" pitchFamily="34" charset="0"/>
              </a:rPr>
              <a:t>Nguồn</a:t>
            </a:r>
            <a:r>
              <a:rPr lang="en-US" dirty="0">
                <a:latin typeface="Calibri" panose="020F0502020204030204" pitchFamily="34" charset="0"/>
              </a:rPr>
              <a:t> </a:t>
            </a:r>
            <a:r>
              <a:rPr lang="en-US" dirty="0" err="1">
                <a:latin typeface="Calibri" panose="020F0502020204030204" pitchFamily="34" charset="0"/>
              </a:rPr>
              <a:t>nhân</a:t>
            </a:r>
            <a:r>
              <a:rPr lang="en-US" dirty="0">
                <a:latin typeface="Calibri" panose="020F0502020204030204" pitchFamily="34" charset="0"/>
              </a:rPr>
              <a:t> </a:t>
            </a:r>
            <a:r>
              <a:rPr lang="en-US" dirty="0" err="1">
                <a:latin typeface="Calibri" panose="020F0502020204030204" pitchFamily="34" charset="0"/>
              </a:rPr>
              <a:t>lực</a:t>
            </a:r>
            <a:r>
              <a:rPr lang="en-US" dirty="0">
                <a:latin typeface="Calibri" panose="020F0502020204030204" pitchFamily="34" charset="0"/>
              </a:rPr>
              <a:t> </a:t>
            </a:r>
            <a:r>
              <a:rPr lang="en-US" dirty="0" err="1">
                <a:latin typeface="Calibri" panose="020F0502020204030204" pitchFamily="34" charset="0"/>
              </a:rPr>
              <a:t>của</a:t>
            </a:r>
            <a:r>
              <a:rPr lang="en-US" dirty="0">
                <a:latin typeface="Calibri" panose="020F0502020204030204" pitchFamily="34" charset="0"/>
              </a:rPr>
              <a:t> </a:t>
            </a:r>
            <a:r>
              <a:rPr lang="en-US" dirty="0" err="1">
                <a:latin typeface="Calibri" panose="020F0502020204030204" pitchFamily="34" charset="0"/>
              </a:rPr>
              <a:t>một</a:t>
            </a:r>
            <a:r>
              <a:rPr lang="en-US" dirty="0">
                <a:latin typeface="Calibri" panose="020F0502020204030204" pitchFamily="34" charset="0"/>
              </a:rPr>
              <a:t> </a:t>
            </a:r>
            <a:r>
              <a:rPr lang="en-US" dirty="0" err="1">
                <a:latin typeface="Calibri" panose="020F0502020204030204" pitchFamily="34" charset="0"/>
              </a:rPr>
              <a:t>tổ</a:t>
            </a:r>
            <a:r>
              <a:rPr lang="en-US" dirty="0">
                <a:latin typeface="Calibri" panose="020F0502020204030204" pitchFamily="34" charset="0"/>
              </a:rPr>
              <a:t> </a:t>
            </a:r>
            <a:r>
              <a:rPr lang="en-US" dirty="0" err="1">
                <a:latin typeface="Calibri" panose="020F0502020204030204" pitchFamily="34" charset="0"/>
              </a:rPr>
              <a:t>chức</a:t>
            </a:r>
            <a:r>
              <a:rPr lang="en-US" dirty="0">
                <a:latin typeface="Calibri" panose="020F0502020204030204" pitchFamily="34" charset="0"/>
              </a:rPr>
              <a:t> </a:t>
            </a:r>
            <a:r>
              <a:rPr lang="en-US" dirty="0" err="1">
                <a:latin typeface="Calibri" panose="020F0502020204030204" pitchFamily="34" charset="0"/>
              </a:rPr>
              <a:t>không</a:t>
            </a:r>
            <a:r>
              <a:rPr lang="en-US" dirty="0">
                <a:latin typeface="Calibri" panose="020F0502020204030204" pitchFamily="34" charset="0"/>
              </a:rPr>
              <a:t> </a:t>
            </a:r>
            <a:r>
              <a:rPr lang="en-US" dirty="0" err="1">
                <a:latin typeface="Calibri" panose="020F0502020204030204" pitchFamily="34" charset="0"/>
              </a:rPr>
              <a:t>ngừng</a:t>
            </a:r>
            <a:r>
              <a:rPr lang="en-US" dirty="0">
                <a:latin typeface="Calibri" panose="020F0502020204030204" pitchFamily="34" charset="0"/>
              </a:rPr>
              <a:t> </a:t>
            </a:r>
            <a:r>
              <a:rPr lang="en-US" dirty="0" err="1">
                <a:latin typeface="Calibri" panose="020F0502020204030204" pitchFamily="34" charset="0"/>
              </a:rPr>
              <a:t>tăng</a:t>
            </a:r>
            <a:r>
              <a:rPr lang="en-US" dirty="0">
                <a:latin typeface="Calibri" panose="020F0502020204030204" pitchFamily="34" charset="0"/>
              </a:rPr>
              <a:t> </a:t>
            </a:r>
            <a:r>
              <a:rPr lang="en-US" dirty="0" err="1">
                <a:latin typeface="Calibri" panose="020F0502020204030204" pitchFamily="34" charset="0"/>
              </a:rPr>
              <a:t>lên</a:t>
            </a:r>
            <a:r>
              <a:rPr lang="en-US" dirty="0">
                <a:latin typeface="Calibri" panose="020F0502020204030204" pitchFamily="34" charset="0"/>
              </a:rPr>
              <a:t> </a:t>
            </a:r>
            <a:r>
              <a:rPr lang="en-US" dirty="0" err="1">
                <a:latin typeface="Calibri" panose="020F0502020204030204" pitchFamily="34" charset="0"/>
              </a:rPr>
              <a:t>cả</a:t>
            </a:r>
            <a:r>
              <a:rPr lang="en-US" dirty="0">
                <a:latin typeface="Calibri" panose="020F0502020204030204" pitchFamily="34" charset="0"/>
              </a:rPr>
              <a:t> </a:t>
            </a:r>
            <a:r>
              <a:rPr lang="en-US" dirty="0" err="1">
                <a:latin typeface="Calibri" panose="020F0502020204030204" pitchFamily="34" charset="0"/>
              </a:rPr>
              <a:t>số</a:t>
            </a:r>
            <a:r>
              <a:rPr lang="en-US" dirty="0">
                <a:latin typeface="Calibri" panose="020F0502020204030204" pitchFamily="34" charset="0"/>
              </a:rPr>
              <a:t> </a:t>
            </a:r>
            <a:r>
              <a:rPr lang="en-US" dirty="0" err="1">
                <a:latin typeface="Calibri" panose="020F0502020204030204" pitchFamily="34" charset="0"/>
              </a:rPr>
              <a:t>lượng</a:t>
            </a:r>
            <a:r>
              <a:rPr lang="en-US" dirty="0">
                <a:latin typeface="Calibri" panose="020F0502020204030204" pitchFamily="34" charset="0"/>
              </a:rPr>
              <a:t> </a:t>
            </a:r>
            <a:r>
              <a:rPr lang="en-US" dirty="0" err="1">
                <a:latin typeface="Calibri" panose="020F0502020204030204" pitchFamily="34" charset="0"/>
              </a:rPr>
              <a:t>và</a:t>
            </a:r>
            <a:r>
              <a:rPr lang="en-US" dirty="0">
                <a:latin typeface="Calibri" panose="020F0502020204030204" pitchFamily="34" charset="0"/>
              </a:rPr>
              <a:t> </a:t>
            </a:r>
            <a:r>
              <a:rPr lang="en-US" dirty="0" err="1">
                <a:latin typeface="Calibri" panose="020F0502020204030204" pitchFamily="34" charset="0"/>
              </a:rPr>
              <a:t>chất</a:t>
            </a:r>
            <a:r>
              <a:rPr lang="en-US" dirty="0">
                <a:latin typeface="Calibri" panose="020F0502020204030204" pitchFamily="34" charset="0"/>
              </a:rPr>
              <a:t> </a:t>
            </a:r>
            <a:r>
              <a:rPr lang="en-US" dirty="0" err="1">
                <a:latin typeface="Calibri" panose="020F0502020204030204" pitchFamily="34" charset="0"/>
              </a:rPr>
              <a:t>lượng</a:t>
            </a:r>
            <a:endParaRPr lang="en-US" dirty="0">
              <a:latin typeface="Calibri" panose="020F0502020204030204" pitchFamily="34" charset="0"/>
            </a:endParaRPr>
          </a:p>
          <a:p>
            <a:r>
              <a:rPr lang="en-US" dirty="0">
                <a:latin typeface="Calibri" panose="020F0502020204030204" pitchFamily="34" charset="0"/>
              </a:rPr>
              <a:t>G</a:t>
            </a:r>
            <a:r>
              <a:rPr lang="vi-VN" dirty="0">
                <a:latin typeface="Calibri" panose="020F0502020204030204" pitchFamily="34" charset="0"/>
              </a:rPr>
              <a:t>iúp các cá nhân , nhóm và tổ chức trở nên hiệu quả hơn trong việc thực hiện các công việc </a:t>
            </a:r>
            <a:r>
              <a:rPr lang="vi-VN" b="1" dirty="0">
                <a:solidFill>
                  <a:schemeClr val="accent2"/>
                </a:solidFill>
                <a:latin typeface="Calibri" panose="020F0502020204030204" pitchFamily="34" charset="0"/>
              </a:rPr>
              <a:t>nhờ hệ thống kiến thức, kỹ năng nghề nghiệp không ngừng tăng lên.</a:t>
            </a:r>
            <a:endParaRPr lang="en-US" b="1" dirty="0">
              <a:solidFill>
                <a:schemeClr val="accent2"/>
              </a:solidFill>
            </a:endParaRPr>
          </a:p>
          <a:p>
            <a:r>
              <a:rPr lang="en-US" dirty="0">
                <a:latin typeface="Calibri" panose="020F0502020204030204" pitchFamily="34" charset="0"/>
              </a:rPr>
              <a:t>B</a:t>
            </a:r>
            <a:r>
              <a:rPr lang="vi-VN" dirty="0">
                <a:latin typeface="Calibri" panose="020F0502020204030204" pitchFamily="34" charset="0"/>
              </a:rPr>
              <a:t>ản thân cá nhân người lao động, công việc và tổ chức luôn thay đổi dưới các tác động của môi trường, nếu không có sự phát triển thì người lao động không thể theo kịp với sự thay đổi đó. </a:t>
            </a:r>
            <a:endParaRPr lang="en-US" dirty="0"/>
          </a:p>
          <a:p>
            <a:r>
              <a:rPr lang="en-US" dirty="0">
                <a:latin typeface="Calibri" panose="020F0502020204030204" pitchFamily="34" charset="0"/>
              </a:rPr>
              <a:t>T</a:t>
            </a:r>
            <a:r>
              <a:rPr lang="vi-VN" dirty="0">
                <a:latin typeface="Calibri" panose="020F0502020204030204" pitchFamily="34" charset="0"/>
              </a:rPr>
              <a:t>iến trình này phải được tiến hành liên tục, thường xuyên nếu như công t</a:t>
            </a:r>
            <a:r>
              <a:rPr lang="en-US" dirty="0">
                <a:latin typeface="Calibri" panose="020F0502020204030204" pitchFamily="34" charset="0"/>
              </a:rPr>
              <a:t>y</a:t>
            </a:r>
            <a:r>
              <a:rPr lang="vi-VN" dirty="0">
                <a:latin typeface="Calibri" panose="020F0502020204030204" pitchFamily="34" charset="0"/>
              </a:rPr>
              <a:t> muốn giữ vững vị thế cạnh tranh của mình</a:t>
            </a:r>
            <a:br>
              <a:rPr lang="vi-VN" dirty="0">
                <a:latin typeface="Calibri" panose="020F0502020204030204" pitchFamily="34" charset="0"/>
              </a:rPr>
            </a:br>
            <a:endParaRPr lang="en-GB"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64532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2E6EAC-26CB-4D98-A7FD-0558888E892F}"/>
              </a:ext>
            </a:extLst>
          </p:cNvPr>
          <p:cNvSpPr>
            <a:spLocks noGrp="1"/>
          </p:cNvSpPr>
          <p:nvPr>
            <p:ph type="title"/>
          </p:nvPr>
        </p:nvSpPr>
        <p:spPr>
          <a:xfrm>
            <a:off x="2932739" y="358049"/>
            <a:ext cx="8719330" cy="1230570"/>
          </a:xfrm>
        </p:spPr>
        <p:txBody>
          <a:bodyPr anchor="t">
            <a:noAutofit/>
          </a:bodyPr>
          <a:lstStyle/>
          <a:p>
            <a:pPr algn="l"/>
            <a:r>
              <a:rPr lang="en-US" sz="6000" b="1" i="1" dirty="0">
                <a:solidFill>
                  <a:schemeClr val="tx2"/>
                </a:solidFill>
                <a:latin typeface="Calibri" panose="020F0502020204030204" pitchFamily="34" charset="0"/>
              </a:rPr>
              <a:t>2.4.</a:t>
            </a:r>
            <a:r>
              <a:rPr lang="vi-VN" sz="6000" b="1" i="1" dirty="0">
                <a:solidFill>
                  <a:schemeClr val="tx2"/>
                </a:solidFill>
                <a:latin typeface="Calibri" panose="020F0502020204030204" pitchFamily="34" charset="0"/>
              </a:rPr>
              <a:t>Lương bổng và đãi ngộ</a:t>
            </a:r>
            <a:br>
              <a:rPr lang="vi-VN" sz="6000" b="1" dirty="0">
                <a:solidFill>
                  <a:schemeClr val="tx2"/>
                </a:solidFill>
                <a:latin typeface="Calibri" panose="020F0502020204030204" pitchFamily="34" charset="0"/>
              </a:rPr>
            </a:br>
            <a:endParaRPr lang="en-GB" sz="6000" b="1" dirty="0">
              <a:solidFill>
                <a:schemeClr val="tx2"/>
              </a:solidFill>
            </a:endParaRPr>
          </a:p>
        </p:txBody>
      </p:sp>
      <p:sp>
        <p:nvSpPr>
          <p:cNvPr id="3" name="Content Placeholder 2">
            <a:extLst>
              <a:ext uri="{FF2B5EF4-FFF2-40B4-BE49-F238E27FC236}">
                <a16:creationId xmlns:a16="http://schemas.microsoft.com/office/drawing/2014/main" id="{0A6EDE90-4DA0-4B45-9BE8-DEE420AE3206}"/>
              </a:ext>
            </a:extLst>
          </p:cNvPr>
          <p:cNvSpPr>
            <a:spLocks noGrp="1"/>
          </p:cNvSpPr>
          <p:nvPr>
            <p:ph idx="1"/>
          </p:nvPr>
        </p:nvSpPr>
        <p:spPr>
          <a:xfrm>
            <a:off x="1881050" y="1543652"/>
            <a:ext cx="10097589" cy="3802762"/>
          </a:xfrm>
        </p:spPr>
        <p:txBody>
          <a:bodyPr anchor="t">
            <a:noAutofit/>
          </a:bodyPr>
          <a:lstStyle/>
          <a:p>
            <a:pPr>
              <a:lnSpc>
                <a:spcPct val="110000"/>
              </a:lnSpc>
            </a:pPr>
            <a:r>
              <a:rPr lang="vi-VN" sz="4000" dirty="0">
                <a:latin typeface="Calibri" panose="020F0502020204030204" pitchFamily="34" charset="0"/>
              </a:rPr>
              <a:t>Tiền công (tiền lương): Là số tiền mà người lao động nhận được từ người chủ doanh nghiệp trả cho việc họ phải thực hiện cho doanh nghiệp một công việc nào đó với khối lượng và mức chất lượng được quy định trước trong một khoảng thời gian nhất định. </a:t>
            </a:r>
            <a:endParaRPr lang="en-US" sz="4000"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841711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7166" y="620491"/>
            <a:ext cx="10972800" cy="5545178"/>
          </a:xfrm>
        </p:spPr>
        <p:txBody>
          <a:bodyPr>
            <a:normAutofit fontScale="92500" lnSpcReduction="10000"/>
          </a:bodyPr>
          <a:lstStyle/>
          <a:p>
            <a:pPr>
              <a:lnSpc>
                <a:spcPct val="110000"/>
              </a:lnSpc>
            </a:pPr>
            <a:r>
              <a:rPr lang="vi-VN" sz="3900" dirty="0">
                <a:latin typeface="Calibri" panose="020F0502020204030204" pitchFamily="34" charset="0"/>
              </a:rPr>
              <a:t>Các khoản trợ cấp: Phần này bao gồm tất cả những khoản thu nhập bằng tiền mà người lao động được nhân thêm ngoài tiền lương như tiền thưởng cho ngày lễ, trợ cấp ốm đau và chi phí cho dịch vụ chăm sóc y tế. </a:t>
            </a:r>
            <a:endParaRPr lang="en-US" sz="3900" dirty="0"/>
          </a:p>
          <a:p>
            <a:pPr>
              <a:lnSpc>
                <a:spcPct val="110000"/>
              </a:lnSpc>
            </a:pPr>
            <a:r>
              <a:rPr lang="en-US" sz="3900" dirty="0" err="1">
                <a:latin typeface="Calibri" panose="020F0502020204030204" pitchFamily="34" charset="0"/>
              </a:rPr>
              <a:t>Thù</a:t>
            </a:r>
            <a:r>
              <a:rPr lang="en-US" sz="3900" dirty="0">
                <a:latin typeface="Calibri" panose="020F0502020204030204" pitchFamily="34" charset="0"/>
              </a:rPr>
              <a:t> </a:t>
            </a:r>
            <a:r>
              <a:rPr lang="en-US" sz="3900" dirty="0" err="1">
                <a:latin typeface="Calibri" panose="020F0502020204030204" pitchFamily="34" charset="0"/>
              </a:rPr>
              <a:t>lao</a:t>
            </a:r>
            <a:r>
              <a:rPr lang="en-US" sz="3900" dirty="0">
                <a:latin typeface="Calibri" panose="020F0502020204030204" pitchFamily="34" charset="0"/>
              </a:rPr>
              <a:t> phi </a:t>
            </a:r>
            <a:r>
              <a:rPr lang="en-US" sz="3900" dirty="0" err="1">
                <a:latin typeface="Calibri" panose="020F0502020204030204" pitchFamily="34" charset="0"/>
              </a:rPr>
              <a:t>vật</a:t>
            </a:r>
            <a:r>
              <a:rPr lang="en-US" sz="3900" dirty="0">
                <a:latin typeface="Calibri" panose="020F0502020204030204" pitchFamily="34" charset="0"/>
              </a:rPr>
              <a:t> </a:t>
            </a:r>
            <a:r>
              <a:rPr lang="en-US" sz="3900" dirty="0" err="1">
                <a:latin typeface="Calibri" panose="020F0502020204030204" pitchFamily="34" charset="0"/>
              </a:rPr>
              <a:t>chất</a:t>
            </a:r>
            <a:r>
              <a:rPr lang="en-US" sz="3900" dirty="0">
                <a:latin typeface="Calibri" panose="020F0502020204030204" pitchFamily="34" charset="0"/>
              </a:rPr>
              <a:t>(t</a:t>
            </a:r>
            <a:r>
              <a:rPr lang="vi-VN" sz="3900" dirty="0">
                <a:latin typeface="Calibri" panose="020F0502020204030204" pitchFamily="34" charset="0"/>
              </a:rPr>
              <a:t>hu nhập phi tiền tệ</a:t>
            </a:r>
            <a:r>
              <a:rPr lang="en-US" sz="3900" dirty="0">
                <a:latin typeface="Calibri" panose="020F0502020204030204" pitchFamily="34" charset="0"/>
              </a:rPr>
              <a:t>)</a:t>
            </a:r>
            <a:r>
              <a:rPr lang="vi-VN" sz="3900" dirty="0">
                <a:latin typeface="Calibri" panose="020F0502020204030204" pitchFamily="34" charset="0"/>
              </a:rPr>
              <a:t>: Đó là khoản thu nhập không mang tính chất tiền bạc như tạo điều kiện để người lao động được vui chơi giải trí, được mở mang kiến thức hoặc môi trường làm việc vui vẻ.</a:t>
            </a:r>
            <a:br>
              <a:rPr lang="vi-VN" sz="3900" dirty="0">
                <a:latin typeface="Calibri" panose="020F0502020204030204" pitchFamily="34" charset="0"/>
              </a:rPr>
            </a:br>
            <a:endParaRPr lang="en-GB" sz="3900"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635726" y="182880"/>
            <a:ext cx="10972800" cy="1384300"/>
          </a:xfrm>
        </p:spPr>
        <p:txBody>
          <a:bodyPr>
            <a:noAutofit/>
          </a:bodyPr>
          <a:lstStyle/>
          <a:p>
            <a:r>
              <a:rPr lang="en-US" sz="6000" b="1" i="1" dirty="0">
                <a:solidFill>
                  <a:schemeClr val="tx2"/>
                </a:solidFill>
                <a:latin typeface=".VnArial" panose="020B7200000000000000" pitchFamily="34" charset="0"/>
              </a:rPr>
              <a:t>2.4.</a:t>
            </a:r>
            <a:r>
              <a:rPr lang="vi-VN" sz="6000" b="1" i="1" dirty="0">
                <a:solidFill>
                  <a:schemeClr val="tx2"/>
                </a:solidFill>
                <a:latin typeface="Calibri" panose="020F0502020204030204" pitchFamily="34" charset="0"/>
              </a:rPr>
              <a:t>Lương bổng và đãi ngộ</a:t>
            </a:r>
            <a:br>
              <a:rPr lang="vi-VN" sz="6000" b="1" dirty="0">
                <a:solidFill>
                  <a:schemeClr val="tx2"/>
                </a:solidFill>
                <a:latin typeface="Calibri" panose="020F0502020204030204" pitchFamily="34" charset="0"/>
              </a:rPr>
            </a:br>
            <a:endParaRPr lang="en-US" sz="6000" b="1" dirty="0">
              <a:latin typeface=".VnArial" panose="020B7200000000000000" pitchFamily="34" charset="0"/>
            </a:endParaRPr>
          </a:p>
        </p:txBody>
      </p:sp>
      <p:sp>
        <p:nvSpPr>
          <p:cNvPr id="214019" name="Text Box 3"/>
          <p:cNvSpPr txBox="1">
            <a:spLocks noChangeArrowheads="1"/>
          </p:cNvSpPr>
          <p:nvPr/>
        </p:nvSpPr>
        <p:spPr bwMode="auto">
          <a:xfrm>
            <a:off x="203200" y="2971800"/>
            <a:ext cx="2336800" cy="1200329"/>
          </a:xfrm>
          <a:prstGeom prst="rect">
            <a:avLst/>
          </a:prstGeom>
          <a:solidFill>
            <a:srgbClr val="FFFF66"/>
          </a:solidFill>
          <a:ln w="9525">
            <a:solidFill>
              <a:srgbClr val="006600"/>
            </a:solidFill>
            <a:miter lim="800000"/>
            <a:headEnd/>
            <a:tailEnd/>
          </a:ln>
          <a:effectLst/>
        </p:spPr>
        <p:txBody>
          <a:bodyPr>
            <a:spAutoFit/>
          </a:bodyPr>
          <a:lstStyle/>
          <a:p>
            <a:pPr algn="ctr" eaLnBrk="0" hangingPunct="0">
              <a:spcBef>
                <a:spcPct val="50000"/>
              </a:spcBef>
            </a:pPr>
            <a:r>
              <a:rPr lang="en-US" sz="2400" dirty="0">
                <a:solidFill>
                  <a:srgbClr val="006600"/>
                </a:solidFill>
                <a:latin typeface=".VnArial" panose="020B7200000000000000" pitchFamily="34" charset="0"/>
              </a:rPr>
              <a:t>C¬ </a:t>
            </a:r>
            <a:r>
              <a:rPr lang="en-US" sz="2400" dirty="0" err="1">
                <a:solidFill>
                  <a:srgbClr val="006600"/>
                </a:solidFill>
                <a:latin typeface=".VnArial" panose="020B7200000000000000" pitchFamily="34" charset="0"/>
              </a:rPr>
              <a:t>cÊu</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hÖ</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thèng</a:t>
            </a:r>
            <a:r>
              <a:rPr lang="en-US" sz="2400" dirty="0">
                <a:solidFill>
                  <a:srgbClr val="006600"/>
                </a:solidFill>
                <a:latin typeface=".VnArial" panose="020B7200000000000000" pitchFamily="34" charset="0"/>
              </a:rPr>
              <a:t> tr¶ </a:t>
            </a:r>
            <a:r>
              <a:rPr lang="en-US" sz="2400" dirty="0" err="1">
                <a:solidFill>
                  <a:srgbClr val="006600"/>
                </a:solidFill>
                <a:latin typeface=".VnArial" panose="020B7200000000000000" pitchFamily="34" charset="0"/>
              </a:rPr>
              <a:t>c«ng</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lao</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éng</a:t>
            </a:r>
            <a:endParaRPr lang="en-US" sz="2400" dirty="0">
              <a:solidFill>
                <a:srgbClr val="006600"/>
              </a:solidFill>
              <a:latin typeface=".VnArial" panose="020B7200000000000000" pitchFamily="34" charset="0"/>
            </a:endParaRPr>
          </a:p>
        </p:txBody>
      </p:sp>
      <p:sp>
        <p:nvSpPr>
          <p:cNvPr id="214020" name="Text Box 4"/>
          <p:cNvSpPr txBox="1">
            <a:spLocks noChangeArrowheads="1"/>
          </p:cNvSpPr>
          <p:nvPr/>
        </p:nvSpPr>
        <p:spPr bwMode="auto">
          <a:xfrm>
            <a:off x="3962400" y="2057400"/>
            <a:ext cx="2540000" cy="461665"/>
          </a:xfrm>
          <a:prstGeom prst="rect">
            <a:avLst/>
          </a:prstGeom>
          <a:solidFill>
            <a:schemeClr val="accent1"/>
          </a:solidFill>
          <a:ln w="9525">
            <a:solidFill>
              <a:srgbClr val="006600"/>
            </a:solidFill>
            <a:miter lim="800000"/>
            <a:headEnd/>
            <a:tailEnd/>
          </a:ln>
          <a:effectLst/>
        </p:spPr>
        <p:txBody>
          <a:bodyPr>
            <a:spAutoFit/>
          </a:bodyPr>
          <a:lstStyle/>
          <a:p>
            <a:pPr algn="ctr" eaLnBrk="0" hangingPunct="0">
              <a:spcBef>
                <a:spcPct val="50000"/>
              </a:spcBef>
            </a:pPr>
            <a:r>
              <a:rPr lang="en-US" sz="2400" b="1" dirty="0" err="1">
                <a:solidFill>
                  <a:schemeClr val="bg1"/>
                </a:solidFill>
                <a:latin typeface=".VnArial" panose="020B7200000000000000" pitchFamily="34" charset="0"/>
              </a:rPr>
              <a:t>Thï</a:t>
            </a:r>
            <a:r>
              <a:rPr lang="en-US" sz="2400" b="1" dirty="0">
                <a:solidFill>
                  <a:schemeClr val="bg1"/>
                </a:solidFill>
                <a:latin typeface=".VnArial" panose="020B7200000000000000" pitchFamily="34" charset="0"/>
              </a:rPr>
              <a:t> </a:t>
            </a:r>
            <a:r>
              <a:rPr lang="en-US" sz="2400" b="1" dirty="0" err="1">
                <a:solidFill>
                  <a:schemeClr val="bg1"/>
                </a:solidFill>
                <a:latin typeface=".VnArial" panose="020B7200000000000000" pitchFamily="34" charset="0"/>
              </a:rPr>
              <a:t>lao</a:t>
            </a:r>
            <a:r>
              <a:rPr lang="en-US" sz="2400" b="1" dirty="0">
                <a:solidFill>
                  <a:schemeClr val="bg1"/>
                </a:solidFill>
                <a:latin typeface=".VnArial" panose="020B7200000000000000" pitchFamily="34" charset="0"/>
              </a:rPr>
              <a:t> </a:t>
            </a:r>
            <a:r>
              <a:rPr lang="en-US" sz="2400" b="1" dirty="0" err="1">
                <a:solidFill>
                  <a:schemeClr val="bg1"/>
                </a:solidFill>
                <a:latin typeface=".VnArial" panose="020B7200000000000000" pitchFamily="34" charset="0"/>
              </a:rPr>
              <a:t>vËt</a:t>
            </a:r>
            <a:r>
              <a:rPr lang="en-US" sz="2400" b="1" dirty="0">
                <a:solidFill>
                  <a:schemeClr val="bg1"/>
                </a:solidFill>
                <a:latin typeface=".VnArial" panose="020B7200000000000000" pitchFamily="34" charset="0"/>
              </a:rPr>
              <a:t> </a:t>
            </a:r>
            <a:r>
              <a:rPr lang="en-US" sz="2400" b="1" dirty="0" err="1">
                <a:solidFill>
                  <a:schemeClr val="bg1"/>
                </a:solidFill>
                <a:latin typeface=".VnArial" panose="020B7200000000000000" pitchFamily="34" charset="0"/>
              </a:rPr>
              <a:t>chÊt</a:t>
            </a:r>
            <a:r>
              <a:rPr lang="en-US" sz="2400" b="1" dirty="0">
                <a:solidFill>
                  <a:schemeClr val="bg1"/>
                </a:solidFill>
                <a:latin typeface=".VnArial" panose="020B7200000000000000" pitchFamily="34" charset="0"/>
              </a:rPr>
              <a:t> </a:t>
            </a:r>
          </a:p>
        </p:txBody>
      </p:sp>
      <p:sp>
        <p:nvSpPr>
          <p:cNvPr id="214021" name="Text Box 5"/>
          <p:cNvSpPr txBox="1">
            <a:spLocks noChangeArrowheads="1"/>
          </p:cNvSpPr>
          <p:nvPr/>
        </p:nvSpPr>
        <p:spPr bwMode="auto">
          <a:xfrm>
            <a:off x="4267200" y="4724401"/>
            <a:ext cx="2032000" cy="830997"/>
          </a:xfrm>
          <a:prstGeom prst="rect">
            <a:avLst/>
          </a:prstGeom>
          <a:solidFill>
            <a:schemeClr val="accent1"/>
          </a:solidFill>
          <a:ln w="9525">
            <a:solidFill>
              <a:srgbClr val="006600"/>
            </a:solidFill>
            <a:miter lim="800000"/>
            <a:headEnd/>
            <a:tailEnd/>
          </a:ln>
          <a:effectLst/>
        </p:spPr>
        <p:txBody>
          <a:bodyPr>
            <a:spAutoFit/>
          </a:bodyPr>
          <a:lstStyle/>
          <a:p>
            <a:pPr algn="ctr" eaLnBrk="0" hangingPunct="0">
              <a:spcBef>
                <a:spcPct val="50000"/>
              </a:spcBef>
            </a:pPr>
            <a:r>
              <a:rPr lang="en-US" sz="2400" b="1" dirty="0" err="1">
                <a:solidFill>
                  <a:schemeClr val="bg1"/>
                </a:solidFill>
                <a:latin typeface=".VnArial" panose="020B7200000000000000" pitchFamily="34" charset="0"/>
              </a:rPr>
              <a:t>Thï</a:t>
            </a:r>
            <a:r>
              <a:rPr lang="en-US" sz="2400" b="1" dirty="0">
                <a:solidFill>
                  <a:schemeClr val="bg1"/>
                </a:solidFill>
                <a:latin typeface=".VnArial" panose="020B7200000000000000" pitchFamily="34" charset="0"/>
              </a:rPr>
              <a:t> </a:t>
            </a:r>
            <a:r>
              <a:rPr lang="en-US" sz="2400" b="1" dirty="0" err="1">
                <a:solidFill>
                  <a:schemeClr val="bg1"/>
                </a:solidFill>
                <a:latin typeface=".VnArial" panose="020B7200000000000000" pitchFamily="34" charset="0"/>
              </a:rPr>
              <a:t>lao</a:t>
            </a:r>
            <a:r>
              <a:rPr lang="en-US" sz="2400" b="1" dirty="0">
                <a:solidFill>
                  <a:schemeClr val="bg1"/>
                </a:solidFill>
                <a:latin typeface=".VnArial" panose="020B7200000000000000" pitchFamily="34" charset="0"/>
              </a:rPr>
              <a:t> phi </a:t>
            </a:r>
            <a:r>
              <a:rPr lang="en-US" sz="2400" b="1" dirty="0" err="1">
                <a:solidFill>
                  <a:schemeClr val="bg1"/>
                </a:solidFill>
                <a:latin typeface=".VnArial" panose="020B7200000000000000" pitchFamily="34" charset="0"/>
              </a:rPr>
              <a:t>vËt</a:t>
            </a:r>
            <a:r>
              <a:rPr lang="en-US" sz="2400" b="1" dirty="0">
                <a:solidFill>
                  <a:schemeClr val="bg1"/>
                </a:solidFill>
                <a:latin typeface=".VnArial" panose="020B7200000000000000" pitchFamily="34" charset="0"/>
              </a:rPr>
              <a:t> </a:t>
            </a:r>
            <a:r>
              <a:rPr lang="en-US" sz="2400" b="1" dirty="0" err="1">
                <a:solidFill>
                  <a:schemeClr val="bg1"/>
                </a:solidFill>
                <a:latin typeface=".VnArial" panose="020B7200000000000000" pitchFamily="34" charset="0"/>
              </a:rPr>
              <a:t>chÊt</a:t>
            </a:r>
            <a:endParaRPr lang="en-US" sz="2400" b="1" dirty="0">
              <a:solidFill>
                <a:schemeClr val="bg1"/>
              </a:solidFill>
              <a:latin typeface=".VnArial" panose="020B7200000000000000" pitchFamily="34" charset="0"/>
            </a:endParaRPr>
          </a:p>
        </p:txBody>
      </p:sp>
      <p:sp>
        <p:nvSpPr>
          <p:cNvPr id="214022" name="Text Box 6"/>
          <p:cNvSpPr txBox="1">
            <a:spLocks noChangeArrowheads="1"/>
          </p:cNvSpPr>
          <p:nvPr/>
        </p:nvSpPr>
        <p:spPr bwMode="auto">
          <a:xfrm>
            <a:off x="8331200" y="1676401"/>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dirty="0" err="1">
                <a:solidFill>
                  <a:srgbClr val="006600"/>
                </a:solidFill>
                <a:latin typeface=".VnArial" panose="020B7200000000000000" pitchFamily="34" charset="0"/>
              </a:rPr>
              <a:t>TiÒn</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l­</a:t>
            </a:r>
            <a:r>
              <a:rPr lang="en-US" sz="2400" i="1" dirty="0" err="1">
                <a:solidFill>
                  <a:srgbClr val="006600"/>
                </a:solidFill>
                <a:latin typeface=".VnArial" panose="020B7200000000000000" pitchFamily="34" charset="0"/>
              </a:rPr>
              <a:t>ư</a:t>
            </a:r>
            <a:r>
              <a:rPr lang="en-US" sz="2400" dirty="0" err="1">
                <a:solidFill>
                  <a:srgbClr val="006600"/>
                </a:solidFill>
                <a:latin typeface=".VnArial" panose="020B7200000000000000" pitchFamily="34" charset="0"/>
              </a:rPr>
              <a:t>¬ng</a:t>
            </a:r>
            <a:r>
              <a:rPr lang="en-US" sz="2400" dirty="0">
                <a:solidFill>
                  <a:srgbClr val="006600"/>
                </a:solidFill>
                <a:latin typeface=".VnArial" panose="020B7200000000000000" pitchFamily="34" charset="0"/>
              </a:rPr>
              <a:t> </a:t>
            </a:r>
          </a:p>
        </p:txBody>
      </p:sp>
      <p:sp>
        <p:nvSpPr>
          <p:cNvPr id="214023" name="Text Box 7"/>
          <p:cNvSpPr txBox="1">
            <a:spLocks noChangeArrowheads="1"/>
          </p:cNvSpPr>
          <p:nvPr/>
        </p:nvSpPr>
        <p:spPr bwMode="auto">
          <a:xfrm>
            <a:off x="8331200" y="2286001"/>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a:solidFill>
                  <a:srgbClr val="006600"/>
                </a:solidFill>
                <a:latin typeface=".VnArial" panose="020B7200000000000000" pitchFamily="34" charset="0"/>
              </a:rPr>
              <a:t>Phô cÊp </a:t>
            </a:r>
          </a:p>
        </p:txBody>
      </p:sp>
      <p:sp>
        <p:nvSpPr>
          <p:cNvPr id="214024" name="Text Box 8"/>
          <p:cNvSpPr txBox="1">
            <a:spLocks noChangeArrowheads="1"/>
          </p:cNvSpPr>
          <p:nvPr/>
        </p:nvSpPr>
        <p:spPr bwMode="auto">
          <a:xfrm>
            <a:off x="8331200" y="2895601"/>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dirty="0" err="1">
                <a:solidFill>
                  <a:srgbClr val="006600"/>
                </a:solidFill>
                <a:latin typeface=".VnArial" panose="020B7200000000000000" pitchFamily="34" charset="0"/>
              </a:rPr>
              <a:t>Th­ưëng</a:t>
            </a:r>
            <a:r>
              <a:rPr lang="en-US" sz="2400" dirty="0">
                <a:solidFill>
                  <a:srgbClr val="006600"/>
                </a:solidFill>
                <a:latin typeface=".VnArial" panose="020B7200000000000000" pitchFamily="34" charset="0"/>
              </a:rPr>
              <a:t> </a:t>
            </a:r>
          </a:p>
        </p:txBody>
      </p:sp>
      <p:sp>
        <p:nvSpPr>
          <p:cNvPr id="214025" name="Text Box 9"/>
          <p:cNvSpPr txBox="1">
            <a:spLocks noChangeArrowheads="1"/>
          </p:cNvSpPr>
          <p:nvPr/>
        </p:nvSpPr>
        <p:spPr bwMode="auto">
          <a:xfrm>
            <a:off x="8331200" y="3509964"/>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a:solidFill>
                  <a:srgbClr val="006600"/>
                </a:solidFill>
                <a:latin typeface=".VnArial" panose="020B7200000000000000" pitchFamily="34" charset="0"/>
              </a:rPr>
              <a:t>Phóc lîi  </a:t>
            </a:r>
          </a:p>
        </p:txBody>
      </p:sp>
      <p:sp>
        <p:nvSpPr>
          <p:cNvPr id="214026" name="Text Box 10"/>
          <p:cNvSpPr txBox="1">
            <a:spLocks noChangeArrowheads="1"/>
          </p:cNvSpPr>
          <p:nvPr/>
        </p:nvSpPr>
        <p:spPr bwMode="auto">
          <a:xfrm>
            <a:off x="8331200" y="4648201"/>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dirty="0">
                <a:solidFill>
                  <a:srgbClr val="006600"/>
                </a:solidFill>
                <a:latin typeface=".VnArial" panose="020B7200000000000000" pitchFamily="34" charset="0"/>
              </a:rPr>
              <a:t>C¬ </a:t>
            </a:r>
            <a:r>
              <a:rPr lang="en-US" sz="2400" dirty="0" err="1">
                <a:solidFill>
                  <a:srgbClr val="006600"/>
                </a:solidFill>
                <a:latin typeface=".VnArial" panose="020B7200000000000000" pitchFamily="34" charset="0"/>
              </a:rPr>
              <a:t>héi</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th¨ng</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tiÕn</a:t>
            </a:r>
            <a:r>
              <a:rPr lang="en-US" sz="2400" dirty="0">
                <a:solidFill>
                  <a:srgbClr val="006600"/>
                </a:solidFill>
                <a:latin typeface=".VnArial" panose="020B7200000000000000" pitchFamily="34" charset="0"/>
              </a:rPr>
              <a:t> </a:t>
            </a:r>
          </a:p>
        </p:txBody>
      </p:sp>
      <p:sp>
        <p:nvSpPr>
          <p:cNvPr id="214027" name="Text Box 11"/>
          <p:cNvSpPr txBox="1">
            <a:spLocks noChangeArrowheads="1"/>
          </p:cNvSpPr>
          <p:nvPr/>
        </p:nvSpPr>
        <p:spPr bwMode="auto">
          <a:xfrm>
            <a:off x="8331200" y="5257801"/>
            <a:ext cx="3251200" cy="46672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a:solidFill>
                  <a:srgbClr val="006600"/>
                </a:solidFill>
                <a:latin typeface=".VnArial" panose="020B7200000000000000" pitchFamily="34" charset="0"/>
              </a:rPr>
              <a:t>Gi¸ trÞ tinh thÇn </a:t>
            </a:r>
          </a:p>
        </p:txBody>
      </p:sp>
      <p:sp>
        <p:nvSpPr>
          <p:cNvPr id="214028" name="Text Box 12"/>
          <p:cNvSpPr txBox="1">
            <a:spLocks noChangeArrowheads="1"/>
          </p:cNvSpPr>
          <p:nvPr/>
        </p:nvSpPr>
        <p:spPr bwMode="auto">
          <a:xfrm>
            <a:off x="8432800" y="5867400"/>
            <a:ext cx="3251200" cy="461665"/>
          </a:xfrm>
          <a:prstGeom prst="rect">
            <a:avLst/>
          </a:prstGeom>
          <a:solidFill>
            <a:srgbClr val="CCFF99"/>
          </a:solidFill>
          <a:ln w="9525">
            <a:solidFill>
              <a:srgbClr val="006600"/>
            </a:solidFill>
            <a:miter lim="800000"/>
            <a:headEnd/>
            <a:tailEnd/>
          </a:ln>
          <a:effectLst/>
        </p:spPr>
        <p:txBody>
          <a:bodyPr>
            <a:spAutoFit/>
          </a:bodyPr>
          <a:lstStyle/>
          <a:p>
            <a:pPr algn="ctr" eaLnBrk="0" hangingPunct="0">
              <a:spcBef>
                <a:spcPct val="50000"/>
              </a:spcBef>
            </a:pPr>
            <a:r>
              <a:rPr lang="en-US" sz="2400" dirty="0">
                <a:solidFill>
                  <a:srgbClr val="006600"/>
                </a:solidFill>
                <a:latin typeface=".VnArial" panose="020B7200000000000000" pitchFamily="34" charset="0"/>
              </a:rPr>
              <a:t>§</a:t>
            </a:r>
            <a:r>
              <a:rPr lang="en-US" sz="2400" dirty="0" err="1">
                <a:solidFill>
                  <a:srgbClr val="006600"/>
                </a:solidFill>
                <a:latin typeface=".VnArial" panose="020B7200000000000000" pitchFamily="34" charset="0"/>
              </a:rPr>
              <a:t>iÒu</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kiÖn</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lµm</a:t>
            </a:r>
            <a:r>
              <a:rPr lang="en-US" sz="2400" dirty="0">
                <a:solidFill>
                  <a:srgbClr val="006600"/>
                </a:solidFill>
                <a:latin typeface=".VnArial" panose="020B7200000000000000" pitchFamily="34" charset="0"/>
              </a:rPr>
              <a:t> </a:t>
            </a:r>
            <a:r>
              <a:rPr lang="en-US" sz="2400" dirty="0" err="1">
                <a:solidFill>
                  <a:srgbClr val="006600"/>
                </a:solidFill>
                <a:latin typeface=".VnArial" panose="020B7200000000000000" pitchFamily="34" charset="0"/>
              </a:rPr>
              <a:t>viÖc</a:t>
            </a:r>
            <a:r>
              <a:rPr lang="en-US" sz="2400" dirty="0">
                <a:solidFill>
                  <a:srgbClr val="006600"/>
                </a:solidFill>
                <a:latin typeface=".VnArial" panose="020B7200000000000000" pitchFamily="34" charset="0"/>
              </a:rPr>
              <a:t> </a:t>
            </a:r>
          </a:p>
        </p:txBody>
      </p:sp>
      <p:sp>
        <p:nvSpPr>
          <p:cNvPr id="214029" name="Line 13"/>
          <p:cNvSpPr>
            <a:spLocks noChangeShapeType="1"/>
          </p:cNvSpPr>
          <p:nvPr/>
        </p:nvSpPr>
        <p:spPr bwMode="auto">
          <a:xfrm>
            <a:off x="3454400" y="2362200"/>
            <a:ext cx="0" cy="2514600"/>
          </a:xfrm>
          <a:prstGeom prst="line">
            <a:avLst/>
          </a:prstGeom>
          <a:noFill/>
          <a:ln w="9525">
            <a:solidFill>
              <a:schemeClr val="tx1"/>
            </a:solidFill>
            <a:round/>
            <a:headEnd/>
            <a:tailEnd/>
          </a:ln>
          <a:effectLst/>
        </p:spPr>
        <p:txBody>
          <a:bodyPr/>
          <a:lstStyle/>
          <a:p>
            <a:endParaRPr lang="en-US">
              <a:latin typeface=".VnArial" panose="020B7200000000000000" pitchFamily="34" charset="0"/>
            </a:endParaRPr>
          </a:p>
        </p:txBody>
      </p:sp>
      <p:sp>
        <p:nvSpPr>
          <p:cNvPr id="214030" name="Line 14"/>
          <p:cNvSpPr>
            <a:spLocks noChangeShapeType="1"/>
          </p:cNvSpPr>
          <p:nvPr/>
        </p:nvSpPr>
        <p:spPr bwMode="auto">
          <a:xfrm>
            <a:off x="2540000" y="3733800"/>
            <a:ext cx="10160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1" name="Line 15"/>
          <p:cNvSpPr>
            <a:spLocks noChangeShapeType="1"/>
          </p:cNvSpPr>
          <p:nvPr/>
        </p:nvSpPr>
        <p:spPr bwMode="auto">
          <a:xfrm>
            <a:off x="3454400" y="2362200"/>
            <a:ext cx="6096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2" name="Line 16"/>
          <p:cNvSpPr>
            <a:spLocks noChangeShapeType="1"/>
          </p:cNvSpPr>
          <p:nvPr/>
        </p:nvSpPr>
        <p:spPr bwMode="auto">
          <a:xfrm>
            <a:off x="3454400" y="4876800"/>
            <a:ext cx="9144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3" name="Line 17"/>
          <p:cNvSpPr>
            <a:spLocks noChangeShapeType="1"/>
          </p:cNvSpPr>
          <p:nvPr/>
        </p:nvSpPr>
        <p:spPr bwMode="auto">
          <a:xfrm>
            <a:off x="7518400" y="1828800"/>
            <a:ext cx="0" cy="1981200"/>
          </a:xfrm>
          <a:prstGeom prst="line">
            <a:avLst/>
          </a:prstGeom>
          <a:noFill/>
          <a:ln w="9525">
            <a:solidFill>
              <a:schemeClr val="tx1"/>
            </a:solidFill>
            <a:round/>
            <a:headEnd/>
            <a:tailEnd/>
          </a:ln>
          <a:effectLst/>
        </p:spPr>
        <p:txBody>
          <a:bodyPr/>
          <a:lstStyle/>
          <a:p>
            <a:endParaRPr lang="en-US">
              <a:latin typeface=".VnArial" panose="020B7200000000000000" pitchFamily="34" charset="0"/>
            </a:endParaRPr>
          </a:p>
        </p:txBody>
      </p:sp>
      <p:sp>
        <p:nvSpPr>
          <p:cNvPr id="214034" name="Line 18"/>
          <p:cNvSpPr>
            <a:spLocks noChangeShapeType="1"/>
          </p:cNvSpPr>
          <p:nvPr/>
        </p:nvSpPr>
        <p:spPr bwMode="auto">
          <a:xfrm>
            <a:off x="7620000" y="4724400"/>
            <a:ext cx="0" cy="1371600"/>
          </a:xfrm>
          <a:prstGeom prst="line">
            <a:avLst/>
          </a:prstGeom>
          <a:noFill/>
          <a:ln w="9525">
            <a:solidFill>
              <a:schemeClr val="tx1"/>
            </a:solidFill>
            <a:round/>
            <a:headEnd/>
            <a:tailEnd/>
          </a:ln>
          <a:effectLst/>
        </p:spPr>
        <p:txBody>
          <a:bodyPr/>
          <a:lstStyle/>
          <a:p>
            <a:endParaRPr lang="en-US">
              <a:latin typeface=".VnArial" panose="020B7200000000000000" pitchFamily="34" charset="0"/>
            </a:endParaRPr>
          </a:p>
        </p:txBody>
      </p:sp>
      <p:sp>
        <p:nvSpPr>
          <p:cNvPr id="214035" name="Line 19"/>
          <p:cNvSpPr>
            <a:spLocks noChangeShapeType="1"/>
          </p:cNvSpPr>
          <p:nvPr/>
        </p:nvSpPr>
        <p:spPr bwMode="auto">
          <a:xfrm>
            <a:off x="6502400" y="2209800"/>
            <a:ext cx="10160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6" name="Line 20"/>
          <p:cNvSpPr>
            <a:spLocks noChangeShapeType="1"/>
          </p:cNvSpPr>
          <p:nvPr/>
        </p:nvSpPr>
        <p:spPr bwMode="auto">
          <a:xfrm>
            <a:off x="7518400" y="1828800"/>
            <a:ext cx="9144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7" name="Line 21"/>
          <p:cNvSpPr>
            <a:spLocks noChangeShapeType="1"/>
          </p:cNvSpPr>
          <p:nvPr/>
        </p:nvSpPr>
        <p:spPr bwMode="auto">
          <a:xfrm>
            <a:off x="7518400" y="2438400"/>
            <a:ext cx="8128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8" name="Line 22"/>
          <p:cNvSpPr>
            <a:spLocks noChangeShapeType="1"/>
          </p:cNvSpPr>
          <p:nvPr/>
        </p:nvSpPr>
        <p:spPr bwMode="auto">
          <a:xfrm>
            <a:off x="7518400" y="3124200"/>
            <a:ext cx="9144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39" name="Line 23"/>
          <p:cNvSpPr>
            <a:spLocks noChangeShapeType="1"/>
          </p:cNvSpPr>
          <p:nvPr/>
        </p:nvSpPr>
        <p:spPr bwMode="auto">
          <a:xfrm>
            <a:off x="7518400" y="3810000"/>
            <a:ext cx="9144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40" name="Line 24"/>
          <p:cNvSpPr>
            <a:spLocks noChangeShapeType="1"/>
          </p:cNvSpPr>
          <p:nvPr/>
        </p:nvSpPr>
        <p:spPr bwMode="auto">
          <a:xfrm>
            <a:off x="7620000" y="4724400"/>
            <a:ext cx="7112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41" name="Line 25"/>
          <p:cNvSpPr>
            <a:spLocks noChangeShapeType="1"/>
          </p:cNvSpPr>
          <p:nvPr/>
        </p:nvSpPr>
        <p:spPr bwMode="auto">
          <a:xfrm>
            <a:off x="7620000" y="5486400"/>
            <a:ext cx="8128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42" name="Line 26"/>
          <p:cNvSpPr>
            <a:spLocks noChangeShapeType="1"/>
          </p:cNvSpPr>
          <p:nvPr/>
        </p:nvSpPr>
        <p:spPr bwMode="auto">
          <a:xfrm>
            <a:off x="7620000" y="6096000"/>
            <a:ext cx="8128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
        <p:nvSpPr>
          <p:cNvPr id="214043" name="Line 27"/>
          <p:cNvSpPr>
            <a:spLocks noChangeShapeType="1"/>
          </p:cNvSpPr>
          <p:nvPr/>
        </p:nvSpPr>
        <p:spPr bwMode="auto">
          <a:xfrm>
            <a:off x="6299200" y="5105400"/>
            <a:ext cx="1320800" cy="0"/>
          </a:xfrm>
          <a:prstGeom prst="line">
            <a:avLst/>
          </a:prstGeom>
          <a:noFill/>
          <a:ln w="9525">
            <a:solidFill>
              <a:schemeClr val="tx1"/>
            </a:solidFill>
            <a:round/>
            <a:headEnd/>
            <a:tailEnd type="triangle" w="med" len="med"/>
          </a:ln>
          <a:effectLst/>
        </p:spPr>
        <p:txBody>
          <a:bodyPr/>
          <a:lstStyle/>
          <a:p>
            <a:endParaRPr lang="en-US">
              <a:latin typeface=".VnArial" panose="020B7200000000000000"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B5D57-6178-4F62-B472-0312F6D95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D32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800B320-C486-4967-AFB8-58E3EBDA9E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0624" y="0"/>
            <a:ext cx="12584115" cy="6853238"/>
            <a:chOff x="-417513" y="0"/>
            <a:chExt cx="12584114" cy="6853238"/>
          </a:xfrm>
        </p:grpSpPr>
        <p:sp>
          <p:nvSpPr>
            <p:cNvPr id="12" name="Freeform 5">
              <a:extLst>
                <a:ext uri="{FF2B5EF4-FFF2-40B4-BE49-F238E27FC236}">
                  <a16:creationId xmlns:a16="http://schemas.microsoft.com/office/drawing/2014/main" id="{B6E6BEB2-753A-4253-9BE2-9E569A8A5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6">
              <a:extLst>
                <a:ext uri="{FF2B5EF4-FFF2-40B4-BE49-F238E27FC236}">
                  <a16:creationId xmlns:a16="http://schemas.microsoft.com/office/drawing/2014/main" id="{196A6026-E2E2-4401-BB72-F8314907A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7">
              <a:extLst>
                <a:ext uri="{FF2B5EF4-FFF2-40B4-BE49-F238E27FC236}">
                  <a16:creationId xmlns:a16="http://schemas.microsoft.com/office/drawing/2014/main" id="{C852B828-3E4B-4404-AEE7-815B0B6EE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8">
              <a:extLst>
                <a:ext uri="{FF2B5EF4-FFF2-40B4-BE49-F238E27FC236}">
                  <a16:creationId xmlns:a16="http://schemas.microsoft.com/office/drawing/2014/main" id="{B2BAC571-023A-4027-9689-5A7375FE5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9">
              <a:extLst>
                <a:ext uri="{FF2B5EF4-FFF2-40B4-BE49-F238E27FC236}">
                  <a16:creationId xmlns:a16="http://schemas.microsoft.com/office/drawing/2014/main" id="{6BB424FB-2158-48AB-9A28-A11889AA5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0">
              <a:extLst>
                <a:ext uri="{FF2B5EF4-FFF2-40B4-BE49-F238E27FC236}">
                  <a16:creationId xmlns:a16="http://schemas.microsoft.com/office/drawing/2014/main" id="{BE5FA512-D3FE-4F91-AE23-51DAAAA74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8" name="Freeform 11">
              <a:extLst>
                <a:ext uri="{FF2B5EF4-FFF2-40B4-BE49-F238E27FC236}">
                  <a16:creationId xmlns:a16="http://schemas.microsoft.com/office/drawing/2014/main" id="{83CF3A0A-06AA-4987-8182-4F86E662E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2">
              <a:extLst>
                <a:ext uri="{FF2B5EF4-FFF2-40B4-BE49-F238E27FC236}">
                  <a16:creationId xmlns:a16="http://schemas.microsoft.com/office/drawing/2014/main" id="{969C6F15-1F6D-46D5-8C47-3FBC31253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3">
              <a:extLst>
                <a:ext uri="{FF2B5EF4-FFF2-40B4-BE49-F238E27FC236}">
                  <a16:creationId xmlns:a16="http://schemas.microsoft.com/office/drawing/2014/main" id="{01E2B94D-4E93-4C11-A1FC-B3A6E8CC5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4">
              <a:extLst>
                <a:ext uri="{FF2B5EF4-FFF2-40B4-BE49-F238E27FC236}">
                  <a16:creationId xmlns:a16="http://schemas.microsoft.com/office/drawing/2014/main" id="{F47C1110-8C08-4C26-BD0D-3083BFAC1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5">
              <a:extLst>
                <a:ext uri="{FF2B5EF4-FFF2-40B4-BE49-F238E27FC236}">
                  <a16:creationId xmlns:a16="http://schemas.microsoft.com/office/drawing/2014/main" id="{3085CEBC-D1F5-4F82-93C8-8ED38B7CBE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6">
              <a:extLst>
                <a:ext uri="{FF2B5EF4-FFF2-40B4-BE49-F238E27FC236}">
                  <a16:creationId xmlns:a16="http://schemas.microsoft.com/office/drawing/2014/main" id="{3ED8F25D-E867-46B6-A62D-3B2114768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7">
              <a:extLst>
                <a:ext uri="{FF2B5EF4-FFF2-40B4-BE49-F238E27FC236}">
                  <a16:creationId xmlns:a16="http://schemas.microsoft.com/office/drawing/2014/main" id="{6BB81545-0C01-4B56-BADD-6B7D5B72A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8">
              <a:extLst>
                <a:ext uri="{FF2B5EF4-FFF2-40B4-BE49-F238E27FC236}">
                  <a16:creationId xmlns:a16="http://schemas.microsoft.com/office/drawing/2014/main" id="{A1574FCC-646A-4771-AB54-A44212F19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9">
              <a:extLst>
                <a:ext uri="{FF2B5EF4-FFF2-40B4-BE49-F238E27FC236}">
                  <a16:creationId xmlns:a16="http://schemas.microsoft.com/office/drawing/2014/main" id="{A56CC2BC-E51D-4A79-AA80-770FAA784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0">
              <a:extLst>
                <a:ext uri="{FF2B5EF4-FFF2-40B4-BE49-F238E27FC236}">
                  <a16:creationId xmlns:a16="http://schemas.microsoft.com/office/drawing/2014/main" id="{C95E0495-B7F8-44C5-AD1F-5F3C8633E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8" name="Freeform 21">
              <a:extLst>
                <a:ext uri="{FF2B5EF4-FFF2-40B4-BE49-F238E27FC236}">
                  <a16:creationId xmlns:a16="http://schemas.microsoft.com/office/drawing/2014/main" id="{28C1E7AA-A198-498A-9426-7632D7AA3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9" name="Freeform 22">
              <a:extLst>
                <a:ext uri="{FF2B5EF4-FFF2-40B4-BE49-F238E27FC236}">
                  <a16:creationId xmlns:a16="http://schemas.microsoft.com/office/drawing/2014/main" id="{96410611-0DF8-42D3-91B1-B87AE692E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3">
              <a:extLst>
                <a:ext uri="{FF2B5EF4-FFF2-40B4-BE49-F238E27FC236}">
                  <a16:creationId xmlns:a16="http://schemas.microsoft.com/office/drawing/2014/main" id="{EACF821F-24B2-49B5-8688-744B0EADF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4">
              <a:extLst>
                <a:ext uri="{FF2B5EF4-FFF2-40B4-BE49-F238E27FC236}">
                  <a16:creationId xmlns:a16="http://schemas.microsoft.com/office/drawing/2014/main" id="{418BD791-FEEE-4A18-A5EF-F3815F184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25">
              <a:extLst>
                <a:ext uri="{FF2B5EF4-FFF2-40B4-BE49-F238E27FC236}">
                  <a16:creationId xmlns:a16="http://schemas.microsoft.com/office/drawing/2014/main" id="{D5D16C8F-EA4F-447C-934A-06E7BFAE9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pic>
        <p:nvPicPr>
          <p:cNvPr id="4" name="Content Placeholder 3">
            <a:extLst>
              <a:ext uri="{FF2B5EF4-FFF2-40B4-BE49-F238E27FC236}">
                <a16:creationId xmlns:a16="http://schemas.microsoft.com/office/drawing/2014/main" id="{E450A950-7E32-43DD-9AD2-FA4C98C7CF18}"/>
              </a:ext>
            </a:extLst>
          </p:cNvPr>
          <p:cNvPicPr>
            <a:picLocks noGrp="1" noChangeAspect="1"/>
          </p:cNvPicPr>
          <p:nvPr>
            <p:ph idx="1"/>
          </p:nvPr>
        </p:nvPicPr>
        <p:blipFill>
          <a:blip r:embed="rId2"/>
          <a:stretch>
            <a:fillRect/>
          </a:stretch>
        </p:blipFill>
        <p:spPr>
          <a:xfrm>
            <a:off x="2643482" y="95903"/>
            <a:ext cx="6611791" cy="6463026"/>
          </a:xfrm>
          <a:prstGeom prst="rect">
            <a:avLst/>
          </a:prstGeom>
        </p:spPr>
      </p:pic>
    </p:spTree>
    <p:extLst>
      <p:ext uri="{BB962C8B-B14F-4D97-AF65-F5344CB8AC3E}">
        <p14:creationId xmlns:p14="http://schemas.microsoft.com/office/powerpoint/2010/main" val="377254890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3D47CA-D3C8-45BE-942B-A3E313B6CB4F}"/>
              </a:ext>
            </a:extLst>
          </p:cNvPr>
          <p:cNvSpPr>
            <a:spLocks noGrp="1"/>
          </p:cNvSpPr>
          <p:nvPr>
            <p:ph type="title"/>
          </p:nvPr>
        </p:nvSpPr>
        <p:spPr>
          <a:xfrm>
            <a:off x="2789048" y="0"/>
            <a:ext cx="8588701" cy="1230570"/>
          </a:xfrm>
        </p:spPr>
        <p:txBody>
          <a:bodyPr anchor="t">
            <a:noAutofit/>
          </a:bodyPr>
          <a:lstStyle/>
          <a:p>
            <a:pPr algn="l"/>
            <a:r>
              <a:rPr lang="en-US" sz="6000" b="1" i="1" dirty="0">
                <a:solidFill>
                  <a:schemeClr val="accent1"/>
                </a:solidFill>
              </a:rPr>
              <a:t>2.5.An </a:t>
            </a:r>
            <a:r>
              <a:rPr lang="en-US" sz="6000" b="1" i="1" dirty="0" err="1">
                <a:solidFill>
                  <a:schemeClr val="accent1"/>
                </a:solidFill>
              </a:rPr>
              <a:t>toàn</a:t>
            </a:r>
            <a:r>
              <a:rPr lang="en-US" sz="6000" b="1" i="1" dirty="0">
                <a:solidFill>
                  <a:schemeClr val="accent1"/>
                </a:solidFill>
              </a:rPr>
              <a:t> </a:t>
            </a:r>
            <a:r>
              <a:rPr lang="en-US" sz="6000" b="1" i="1" dirty="0" err="1">
                <a:solidFill>
                  <a:schemeClr val="accent1"/>
                </a:solidFill>
              </a:rPr>
              <a:t>và</a:t>
            </a:r>
            <a:r>
              <a:rPr lang="en-US" sz="6000" b="1" i="1" dirty="0">
                <a:solidFill>
                  <a:schemeClr val="accent1"/>
                </a:solidFill>
              </a:rPr>
              <a:t> </a:t>
            </a:r>
            <a:r>
              <a:rPr lang="en-US" sz="6000" b="1" i="1" dirty="0" err="1">
                <a:solidFill>
                  <a:schemeClr val="accent1"/>
                </a:solidFill>
              </a:rPr>
              <a:t>sức</a:t>
            </a:r>
            <a:r>
              <a:rPr lang="en-US" sz="6000" b="1" i="1" dirty="0">
                <a:solidFill>
                  <a:schemeClr val="accent1"/>
                </a:solidFill>
              </a:rPr>
              <a:t> </a:t>
            </a:r>
            <a:r>
              <a:rPr lang="en-US" sz="6000" b="1" i="1" dirty="0" err="1">
                <a:solidFill>
                  <a:schemeClr val="accent1"/>
                </a:solidFill>
              </a:rPr>
              <a:t>khỏe</a:t>
            </a:r>
            <a:br>
              <a:rPr lang="en-US" sz="6000" b="1" dirty="0">
                <a:solidFill>
                  <a:schemeClr val="accent1"/>
                </a:solidFill>
              </a:rPr>
            </a:br>
            <a:endParaRPr lang="en-GB" sz="6000" b="1" dirty="0">
              <a:solidFill>
                <a:schemeClr val="accent1"/>
              </a:solidFill>
            </a:endParaRPr>
          </a:p>
        </p:txBody>
      </p:sp>
      <p:sp>
        <p:nvSpPr>
          <p:cNvPr id="3" name="Content Placeholder 2">
            <a:extLst>
              <a:ext uri="{FF2B5EF4-FFF2-40B4-BE49-F238E27FC236}">
                <a16:creationId xmlns:a16="http://schemas.microsoft.com/office/drawing/2014/main" id="{E56CDF78-2696-4F95-9902-6E1651929561}"/>
              </a:ext>
            </a:extLst>
          </p:cNvPr>
          <p:cNvSpPr>
            <a:spLocks noGrp="1"/>
          </p:cNvSpPr>
          <p:nvPr>
            <p:ph idx="1"/>
          </p:nvPr>
        </p:nvSpPr>
        <p:spPr>
          <a:xfrm>
            <a:off x="627018" y="1125641"/>
            <a:ext cx="11390810" cy="3802762"/>
          </a:xfrm>
        </p:spPr>
        <p:txBody>
          <a:bodyPr anchor="t">
            <a:noAutofit/>
          </a:bodyPr>
          <a:lstStyle/>
          <a:p>
            <a:r>
              <a:rPr lang="en-GB" sz="3600" dirty="0"/>
              <a:t>An </a:t>
            </a:r>
            <a:r>
              <a:rPr lang="en-GB" sz="3600" dirty="0" err="1"/>
              <a:t>toàn</a:t>
            </a:r>
            <a:r>
              <a:rPr lang="en-GB" sz="3600" dirty="0"/>
              <a:t> </a:t>
            </a:r>
            <a:r>
              <a:rPr lang="en-GB" sz="3600" dirty="0" err="1"/>
              <a:t>liên</a:t>
            </a:r>
            <a:r>
              <a:rPr lang="en-GB" sz="3600" dirty="0"/>
              <a:t> </a:t>
            </a:r>
            <a:r>
              <a:rPr lang="en-GB" sz="3600" dirty="0" err="1"/>
              <a:t>quan</a:t>
            </a:r>
            <a:r>
              <a:rPr lang="en-GB" sz="3600" dirty="0"/>
              <a:t> </a:t>
            </a:r>
            <a:r>
              <a:rPr lang="en-GB" sz="3600" dirty="0" err="1"/>
              <a:t>đến</a:t>
            </a:r>
            <a:r>
              <a:rPr lang="en-GB" sz="3600" dirty="0"/>
              <a:t> </a:t>
            </a:r>
            <a:r>
              <a:rPr lang="en-GB" sz="3600" dirty="0" err="1"/>
              <a:t>việc</a:t>
            </a:r>
            <a:r>
              <a:rPr lang="en-GB" sz="3600" dirty="0"/>
              <a:t> </a:t>
            </a:r>
            <a:r>
              <a:rPr lang="en-GB" sz="3600" dirty="0" err="1"/>
              <a:t>bảo</a:t>
            </a:r>
            <a:r>
              <a:rPr lang="en-GB" sz="3600" dirty="0"/>
              <a:t> </a:t>
            </a:r>
            <a:r>
              <a:rPr lang="en-GB" sz="3600" dirty="0" err="1"/>
              <a:t>vệ</a:t>
            </a:r>
            <a:r>
              <a:rPr lang="en-GB" sz="3600" dirty="0"/>
              <a:t> </a:t>
            </a:r>
            <a:r>
              <a:rPr lang="en-GB" sz="3600" dirty="0" err="1"/>
              <a:t>công</a:t>
            </a:r>
            <a:r>
              <a:rPr lang="en-GB" sz="3600" dirty="0"/>
              <a:t> </a:t>
            </a:r>
            <a:r>
              <a:rPr lang="en-GB" sz="3600" dirty="0" err="1"/>
              <a:t>nhân</a:t>
            </a:r>
            <a:r>
              <a:rPr lang="en-GB" sz="3600" dirty="0"/>
              <a:t> </a:t>
            </a:r>
            <a:r>
              <a:rPr lang="en-GB" sz="3600" dirty="0" err="1"/>
              <a:t>tránh</a:t>
            </a:r>
            <a:r>
              <a:rPr lang="en-GB" sz="3600" dirty="0"/>
              <a:t> </a:t>
            </a:r>
            <a:r>
              <a:rPr lang="en-GB" sz="3600" dirty="0" err="1"/>
              <a:t>những</a:t>
            </a:r>
            <a:r>
              <a:rPr lang="en-GB" sz="3600" dirty="0"/>
              <a:t> </a:t>
            </a:r>
            <a:r>
              <a:rPr lang="en-GB" sz="3600" dirty="0" err="1"/>
              <a:t>tác</a:t>
            </a:r>
            <a:r>
              <a:rPr lang="en-GB" sz="3600" dirty="0"/>
              <a:t> </a:t>
            </a:r>
            <a:r>
              <a:rPr lang="en-GB" sz="3600" dirty="0" err="1"/>
              <a:t>hại</a:t>
            </a:r>
            <a:r>
              <a:rPr lang="en-GB" sz="3600" dirty="0"/>
              <a:t> </a:t>
            </a:r>
            <a:r>
              <a:rPr lang="en-GB" sz="3600" dirty="0" err="1"/>
              <a:t>mà</a:t>
            </a:r>
            <a:r>
              <a:rPr lang="en-GB" sz="3600" dirty="0"/>
              <a:t> </a:t>
            </a:r>
            <a:r>
              <a:rPr lang="en-GB" sz="3600" dirty="0" err="1"/>
              <a:t>nguyên</a:t>
            </a:r>
            <a:r>
              <a:rPr lang="en-GB" sz="3600" dirty="0"/>
              <a:t> </a:t>
            </a:r>
            <a:r>
              <a:rPr lang="en-GB" sz="3600" dirty="0" err="1"/>
              <a:t>nhân</a:t>
            </a:r>
            <a:r>
              <a:rPr lang="en-GB" sz="3600" dirty="0"/>
              <a:t> </a:t>
            </a:r>
            <a:r>
              <a:rPr lang="en-GB" sz="3600" dirty="0" err="1"/>
              <a:t>từ</a:t>
            </a:r>
            <a:r>
              <a:rPr lang="en-GB" sz="3600" dirty="0"/>
              <a:t> </a:t>
            </a:r>
            <a:r>
              <a:rPr lang="en-GB" sz="3600" dirty="0" err="1"/>
              <a:t>những</a:t>
            </a:r>
            <a:r>
              <a:rPr lang="en-GB" sz="3600" dirty="0"/>
              <a:t> tai </a:t>
            </a:r>
            <a:r>
              <a:rPr lang="en-GB" sz="3600" dirty="0" err="1"/>
              <a:t>nạn</a:t>
            </a:r>
            <a:r>
              <a:rPr lang="en-GB" sz="3600" dirty="0"/>
              <a:t> </a:t>
            </a:r>
            <a:r>
              <a:rPr lang="en-GB" sz="3600" dirty="0" err="1"/>
              <a:t>lao</a:t>
            </a:r>
            <a:r>
              <a:rPr lang="en-GB" sz="3600" dirty="0"/>
              <a:t> </a:t>
            </a:r>
            <a:r>
              <a:rPr lang="en-GB" sz="3600" dirty="0" err="1"/>
              <a:t>động</a:t>
            </a:r>
            <a:r>
              <a:rPr lang="en-GB" sz="3600" dirty="0"/>
              <a:t>, </a:t>
            </a:r>
            <a:r>
              <a:rPr lang="en-GB" sz="3600" dirty="0" err="1"/>
              <a:t>môi</a:t>
            </a:r>
            <a:r>
              <a:rPr lang="en-GB" sz="3600" dirty="0"/>
              <a:t> </a:t>
            </a:r>
            <a:r>
              <a:rPr lang="en-GB" sz="3600" dirty="0" err="1"/>
              <a:t>trường</a:t>
            </a:r>
            <a:r>
              <a:rPr lang="en-GB" sz="3600" dirty="0"/>
              <a:t> </a:t>
            </a:r>
            <a:r>
              <a:rPr lang="en-GB" sz="3600" dirty="0" err="1"/>
              <a:t>làm</a:t>
            </a:r>
            <a:r>
              <a:rPr lang="en-GB" sz="3600" dirty="0"/>
              <a:t> </a:t>
            </a:r>
            <a:r>
              <a:rPr lang="en-GB" sz="3600" dirty="0" err="1"/>
              <a:t>việc</a:t>
            </a:r>
            <a:r>
              <a:rPr lang="en-GB" sz="3600" dirty="0"/>
              <a:t> </a:t>
            </a:r>
            <a:r>
              <a:rPr lang="en-GB" sz="3600" dirty="0" err="1"/>
              <a:t>độc</a:t>
            </a:r>
            <a:r>
              <a:rPr lang="en-GB" sz="3600" dirty="0"/>
              <a:t> </a:t>
            </a:r>
            <a:r>
              <a:rPr lang="en-GB" sz="3600" dirty="0" err="1"/>
              <a:t>hại</a:t>
            </a:r>
            <a:r>
              <a:rPr lang="en-GB" sz="3600" dirty="0"/>
              <a:t>.</a:t>
            </a:r>
            <a:br>
              <a:rPr lang="en-GB" sz="3600" dirty="0"/>
            </a:br>
            <a:endParaRPr lang="en-GB" sz="3600" dirty="0"/>
          </a:p>
          <a:p>
            <a:r>
              <a:rPr lang="en-GB" sz="3600" dirty="0"/>
              <a:t>Ng</a:t>
            </a:r>
            <a:r>
              <a:rPr lang="vi-VN" sz="3600" dirty="0">
                <a:latin typeface="Calibri" panose="020F0502020204030204" pitchFamily="34" charset="0"/>
              </a:rPr>
              <a:t>ư</a:t>
            </a:r>
            <a:r>
              <a:rPr lang="en-US" sz="3600" dirty="0" err="1"/>
              <a:t>ời</a:t>
            </a:r>
            <a:r>
              <a:rPr lang="en-US" sz="3600" dirty="0"/>
              <a:t> lao </a:t>
            </a:r>
            <a:r>
              <a:rPr lang="en-US" sz="3600" dirty="0" err="1"/>
              <a:t>động</a:t>
            </a:r>
            <a:r>
              <a:rPr lang="en-US" sz="3600" dirty="0"/>
              <a:t> </a:t>
            </a:r>
            <a:r>
              <a:rPr lang="vi-VN" sz="3600" dirty="0">
                <a:latin typeface="Calibri" panose="020F0502020204030204" pitchFamily="34" charset="0"/>
              </a:rPr>
              <a:t>hăng hái và nhiệt tình lao động </a:t>
            </a:r>
            <a:r>
              <a:rPr lang="en-US" sz="3600" dirty="0"/>
              <a:t>=&gt;</a:t>
            </a:r>
            <a:r>
              <a:rPr lang="vi-VN" sz="3600" dirty="0">
                <a:latin typeface="Calibri" panose="020F0502020204030204" pitchFamily="34" charset="0"/>
              </a:rPr>
              <a:t> tăng năng suất lao động, nâng cao chất lượng sản phẩm, hạ giá thành, tăng lợi nhuận cho doanh nghiệp</a:t>
            </a:r>
            <a:br>
              <a:rPr lang="vi-VN" sz="3600" dirty="0">
                <a:latin typeface="Calibri" panose="020F0502020204030204" pitchFamily="34" charset="0"/>
              </a:rPr>
            </a:br>
            <a:endParaRPr lang="en-US" sz="3600" dirty="0"/>
          </a:p>
          <a:p>
            <a:r>
              <a:rPr lang="en-US" sz="3600" dirty="0">
                <a:latin typeface="Calibri" panose="020F0502020204030204" pitchFamily="34" charset="0"/>
              </a:rPr>
              <a:t>N</a:t>
            </a:r>
            <a:r>
              <a:rPr lang="vi-VN" sz="3600" dirty="0">
                <a:latin typeface="Calibri" panose="020F0502020204030204" pitchFamily="34" charset="0"/>
              </a:rPr>
              <a:t>gười lao động ít bị đau ốm, tai nạn lao động, sức khoẻ đảm bảo </a:t>
            </a:r>
            <a:r>
              <a:rPr lang="en-US" sz="3600" dirty="0"/>
              <a:t>=&gt; </a:t>
            </a:r>
            <a:r>
              <a:rPr lang="vi-VN" sz="3600" dirty="0">
                <a:latin typeface="Calibri" panose="020F0502020204030204" pitchFamily="34" charset="0"/>
              </a:rPr>
              <a:t>có khả năng lao động lâu dài cho tổ chức</a:t>
            </a:r>
            <a:br>
              <a:rPr lang="vi-VN" sz="3600" dirty="0">
                <a:latin typeface="Calibri" panose="020F0502020204030204" pitchFamily="34" charset="0"/>
              </a:rPr>
            </a:br>
            <a:endParaRPr lang="en-GB" sz="3600"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682284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9" name="Rectangle 138">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 name="Group 140">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42"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3"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4"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45"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6"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7"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8"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9"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0"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1"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2"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53"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54"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5"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6"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7"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8"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9"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0"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F47F96B4-858E-4629-9133-87FEA5BAD4D1}"/>
              </a:ext>
            </a:extLst>
          </p:cNvPr>
          <p:cNvSpPr>
            <a:spLocks noGrp="1"/>
          </p:cNvSpPr>
          <p:nvPr>
            <p:ph type="title"/>
          </p:nvPr>
        </p:nvSpPr>
        <p:spPr>
          <a:xfrm>
            <a:off x="888632" y="4563899"/>
            <a:ext cx="5109005" cy="1777829"/>
          </a:xfrm>
        </p:spPr>
        <p:txBody>
          <a:bodyPr>
            <a:normAutofit/>
          </a:bodyPr>
          <a:lstStyle/>
          <a:p>
            <a:pPr algn="r"/>
            <a:endParaRPr lang="en-GB">
              <a:solidFill>
                <a:schemeClr val="tx1"/>
              </a:solidFill>
            </a:endParaRPr>
          </a:p>
        </p:txBody>
      </p:sp>
      <p:sp>
        <p:nvSpPr>
          <p:cNvPr id="3" name="Content Placeholder 2">
            <a:extLst>
              <a:ext uri="{FF2B5EF4-FFF2-40B4-BE49-F238E27FC236}">
                <a16:creationId xmlns:a16="http://schemas.microsoft.com/office/drawing/2014/main" id="{3C3B7DD1-191C-41AB-B912-CB77C62BCEA7}"/>
              </a:ext>
            </a:extLst>
          </p:cNvPr>
          <p:cNvSpPr>
            <a:spLocks noGrp="1"/>
          </p:cNvSpPr>
          <p:nvPr>
            <p:ph idx="1"/>
          </p:nvPr>
        </p:nvSpPr>
        <p:spPr>
          <a:xfrm>
            <a:off x="6191776" y="4571423"/>
            <a:ext cx="5208544" cy="1770300"/>
          </a:xfrm>
        </p:spPr>
        <p:txBody>
          <a:bodyPr>
            <a:normAutofit/>
          </a:bodyPr>
          <a:lstStyle/>
          <a:p>
            <a:endParaRPr lang="en-GB"/>
          </a:p>
        </p:txBody>
      </p:sp>
      <p:pic>
        <p:nvPicPr>
          <p:cNvPr id="1026" name="Picture 2" descr="Sức khỏe và an toàn lao động cho người lao động trẻ tuổi">
            <a:extLst>
              <a:ext uri="{FF2B5EF4-FFF2-40B4-BE49-F238E27FC236}">
                <a16:creationId xmlns:a16="http://schemas.microsoft.com/office/drawing/2014/main" id="{F90C2920-1C00-49BE-8C0A-0D96959F17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64" r="25497" b="3"/>
          <a:stretch/>
        </p:blipFill>
        <p:spPr bwMode="auto">
          <a:xfrm>
            <a:off x="22" y="10"/>
            <a:ext cx="3958455" cy="4269172"/>
          </a:xfrm>
          <a:custGeom>
            <a:avLst/>
            <a:gdLst/>
            <a:ahLst/>
            <a:cxnLst/>
            <a:rect l="l" t="t" r="r" b="b"/>
            <a:pathLst>
              <a:path w="3958474" h="4269182">
                <a:moveTo>
                  <a:pt x="0" y="0"/>
                </a:moveTo>
                <a:lnTo>
                  <a:pt x="3958474" y="0"/>
                </a:lnTo>
                <a:lnTo>
                  <a:pt x="3958474" y="4269182"/>
                </a:lnTo>
                <a:lnTo>
                  <a:pt x="3743408" y="4265769"/>
                </a:lnTo>
                <a:cubicBezTo>
                  <a:pt x="2663916" y="4241935"/>
                  <a:pt x="1529012" y="4189137"/>
                  <a:pt x="400746" y="4093206"/>
                </a:cubicBezTo>
                <a:lnTo>
                  <a:pt x="0" y="4056230"/>
                </a:lnTo>
                <a:lnTo>
                  <a:pt x="0" y="2956891"/>
                </a:lnTo>
                <a:lnTo>
                  <a:pt x="0" y="2764766"/>
                </a:lnTo>
                <a:close/>
              </a:path>
            </a:pathLst>
          </a:custGeom>
          <a:noFill/>
          <a:extLst>
            <a:ext uri="{909E8E84-426E-40DD-AFC4-6F175D3DCCD1}">
              <a14:hiddenFill xmlns:a14="http://schemas.microsoft.com/office/drawing/2010/main">
                <a:solidFill>
                  <a:srgbClr val="FFFFFF"/>
                </a:solidFill>
              </a14:hiddenFill>
            </a:ext>
          </a:extLst>
        </p:spPr>
      </p:pic>
      <p:pic>
        <p:nvPicPr>
          <p:cNvPr id="1030" name="Picture 6" descr="Xây dựng hình ảnh 'Người thợ mỏ - Người chiến sĩ' - Báo Quảng Ninh điện tử">
            <a:extLst>
              <a:ext uri="{FF2B5EF4-FFF2-40B4-BE49-F238E27FC236}">
                <a16:creationId xmlns:a16="http://schemas.microsoft.com/office/drawing/2014/main" id="{801E547F-4BBB-4599-A63D-3922B5CE9A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38" r="13986"/>
          <a:stretch/>
        </p:blipFill>
        <p:spPr bwMode="auto">
          <a:xfrm>
            <a:off x="4090784" y="10"/>
            <a:ext cx="3962329" cy="4295212"/>
          </a:xfrm>
          <a:custGeom>
            <a:avLst/>
            <a:gdLst/>
            <a:ahLst/>
            <a:cxnLst/>
            <a:rect l="l" t="t" r="r" b="b"/>
            <a:pathLst>
              <a:path w="3962329" h="4295222">
                <a:moveTo>
                  <a:pt x="0" y="0"/>
                </a:moveTo>
                <a:lnTo>
                  <a:pt x="3962329" y="0"/>
                </a:lnTo>
                <a:lnTo>
                  <a:pt x="3962329" y="4235683"/>
                </a:lnTo>
                <a:lnTo>
                  <a:pt x="3825931" y="4241643"/>
                </a:lnTo>
                <a:cubicBezTo>
                  <a:pt x="3408113" y="4258040"/>
                  <a:pt x="3011048" y="4269966"/>
                  <a:pt x="2640159" y="4278117"/>
                </a:cubicBezTo>
                <a:cubicBezTo>
                  <a:pt x="1960196" y="4293061"/>
                  <a:pt x="1214161" y="4299682"/>
                  <a:pt x="428231" y="4292004"/>
                </a:cubicBezTo>
                <a:lnTo>
                  <a:pt x="0" y="4285209"/>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Nghề nail trên đất Mỹ: Nỗi khổ lớn nhất là khổ tâm - Tạp chí Đẹp">
            <a:extLst>
              <a:ext uri="{FF2B5EF4-FFF2-40B4-BE49-F238E27FC236}">
                <a16:creationId xmlns:a16="http://schemas.microsoft.com/office/drawing/2014/main" id="{CCE6D273-3D5E-4252-9B41-E9F4E110122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347" r="27016" b="1"/>
          <a:stretch/>
        </p:blipFill>
        <p:spPr bwMode="auto">
          <a:xfrm>
            <a:off x="8236636" y="10"/>
            <a:ext cx="3955365" cy="4215076"/>
          </a:xfrm>
          <a:custGeom>
            <a:avLst/>
            <a:gdLst/>
            <a:ahLst/>
            <a:cxnLst/>
            <a:rect l="l" t="t" r="r" b="b"/>
            <a:pathLst>
              <a:path w="3955365" h="4215086">
                <a:moveTo>
                  <a:pt x="0" y="0"/>
                </a:moveTo>
                <a:lnTo>
                  <a:pt x="3955365" y="0"/>
                </a:lnTo>
                <a:lnTo>
                  <a:pt x="3955365" y="2764766"/>
                </a:lnTo>
                <a:lnTo>
                  <a:pt x="3955365" y="2956891"/>
                </a:lnTo>
                <a:lnTo>
                  <a:pt x="3955365" y="3932709"/>
                </a:lnTo>
                <a:lnTo>
                  <a:pt x="3877168" y="3940992"/>
                </a:lnTo>
                <a:cubicBezTo>
                  <a:pt x="2643234" y="4064710"/>
                  <a:pt x="1437400" y="4147434"/>
                  <a:pt x="344351" y="4200039"/>
                </a:cubicBezTo>
                <a:lnTo>
                  <a:pt x="0" y="421508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91679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040DC-2834-4D2F-92C9-F1FB958FA8BC}"/>
              </a:ext>
            </a:extLst>
          </p:cNvPr>
          <p:cNvSpPr>
            <a:spLocks noGrp="1"/>
          </p:cNvSpPr>
          <p:nvPr>
            <p:ph type="title"/>
          </p:nvPr>
        </p:nvSpPr>
        <p:spPr>
          <a:xfrm>
            <a:off x="2501665" y="318861"/>
            <a:ext cx="8471135" cy="1230570"/>
          </a:xfrm>
        </p:spPr>
        <p:txBody>
          <a:bodyPr anchor="t">
            <a:noAutofit/>
          </a:bodyPr>
          <a:lstStyle/>
          <a:p>
            <a:pPr algn="l"/>
            <a:r>
              <a:rPr lang="en-US" sz="6000" b="1" i="1" dirty="0">
                <a:solidFill>
                  <a:schemeClr val="tx2"/>
                </a:solidFill>
                <a:latin typeface="Calibri" panose="020F0502020204030204" pitchFamily="34" charset="0"/>
              </a:rPr>
              <a:t>2.6.</a:t>
            </a:r>
            <a:r>
              <a:rPr lang="vi-VN" sz="6000" b="1" i="1" dirty="0">
                <a:solidFill>
                  <a:schemeClr val="tx2"/>
                </a:solidFill>
                <a:latin typeface="Calibri" panose="020F0502020204030204" pitchFamily="34" charset="0"/>
              </a:rPr>
              <a:t>Tương quan lao động</a:t>
            </a:r>
            <a:br>
              <a:rPr lang="vi-VN" sz="6000" b="1" dirty="0">
                <a:solidFill>
                  <a:schemeClr val="tx2"/>
                </a:solidFill>
                <a:latin typeface="Calibri" panose="020F0502020204030204" pitchFamily="34" charset="0"/>
              </a:rPr>
            </a:br>
            <a:endParaRPr lang="en-GB" sz="6000" b="1" dirty="0">
              <a:solidFill>
                <a:schemeClr val="tx2"/>
              </a:solidFill>
            </a:endParaRPr>
          </a:p>
        </p:txBody>
      </p:sp>
      <p:sp>
        <p:nvSpPr>
          <p:cNvPr id="3" name="Content Placeholder 2">
            <a:extLst>
              <a:ext uri="{FF2B5EF4-FFF2-40B4-BE49-F238E27FC236}">
                <a16:creationId xmlns:a16="http://schemas.microsoft.com/office/drawing/2014/main" id="{A10A4A9E-39D7-4BE3-8B11-F5843D7EFBA5}"/>
              </a:ext>
            </a:extLst>
          </p:cNvPr>
          <p:cNvSpPr>
            <a:spLocks noGrp="1"/>
          </p:cNvSpPr>
          <p:nvPr>
            <p:ph idx="1"/>
          </p:nvPr>
        </p:nvSpPr>
        <p:spPr>
          <a:xfrm>
            <a:off x="2188158" y="1804909"/>
            <a:ext cx="8980584" cy="3802762"/>
          </a:xfrm>
        </p:spPr>
        <p:txBody>
          <a:bodyPr anchor="t">
            <a:noAutofit/>
          </a:bodyPr>
          <a:lstStyle/>
          <a:p>
            <a:r>
              <a:rPr lang="en-GB" sz="3600" dirty="0" err="1"/>
              <a:t>Trình</a:t>
            </a:r>
            <a:r>
              <a:rPr lang="en-GB" sz="3600" dirty="0"/>
              <a:t> </a:t>
            </a:r>
            <a:r>
              <a:rPr lang="en-GB" sz="3600" dirty="0" err="1"/>
              <a:t>độ</a:t>
            </a:r>
            <a:r>
              <a:rPr lang="en-GB" sz="3600" dirty="0"/>
              <a:t> khoa </a:t>
            </a:r>
            <a:r>
              <a:rPr lang="en-GB" sz="3600" dirty="0" err="1"/>
              <a:t>học</a:t>
            </a:r>
            <a:r>
              <a:rPr lang="en-GB" sz="3600" dirty="0"/>
              <a:t> </a:t>
            </a:r>
            <a:r>
              <a:rPr lang="en-GB" sz="3600" dirty="0" err="1"/>
              <a:t>kỹ</a:t>
            </a:r>
            <a:r>
              <a:rPr lang="en-GB" sz="3600" dirty="0"/>
              <a:t> </a:t>
            </a:r>
            <a:r>
              <a:rPr lang="en-GB" sz="3600" dirty="0" err="1"/>
              <a:t>thuật</a:t>
            </a:r>
            <a:r>
              <a:rPr lang="en-GB" sz="3600" dirty="0"/>
              <a:t> </a:t>
            </a:r>
            <a:r>
              <a:rPr lang="en-GB" sz="3600" dirty="0" err="1"/>
              <a:t>phát</a:t>
            </a:r>
            <a:r>
              <a:rPr lang="en-GB" sz="3600" dirty="0"/>
              <a:t> </a:t>
            </a:r>
            <a:r>
              <a:rPr lang="en-GB" sz="3600" dirty="0" err="1"/>
              <a:t>triển</a:t>
            </a:r>
            <a:r>
              <a:rPr lang="en-GB" sz="3600" dirty="0"/>
              <a:t> </a:t>
            </a:r>
            <a:r>
              <a:rPr lang="en-GB" sz="3600" dirty="0" err="1"/>
              <a:t>nhanh</a:t>
            </a:r>
            <a:r>
              <a:rPr lang="en-GB" sz="3600" dirty="0"/>
              <a:t> </a:t>
            </a:r>
            <a:r>
              <a:rPr lang="en-GB" sz="3600" dirty="0" err="1"/>
              <a:t>chóng</a:t>
            </a:r>
            <a:r>
              <a:rPr lang="en-GB" sz="3600" dirty="0"/>
              <a:t> </a:t>
            </a:r>
            <a:r>
              <a:rPr lang="en-GB" sz="3600" dirty="0" err="1"/>
              <a:t>đã</a:t>
            </a:r>
            <a:r>
              <a:rPr lang="en-GB" sz="3600" dirty="0"/>
              <a:t> </a:t>
            </a:r>
            <a:r>
              <a:rPr lang="en-GB" sz="3600" dirty="0" err="1"/>
              <a:t>tạo</a:t>
            </a:r>
            <a:r>
              <a:rPr lang="en-GB" sz="3600" dirty="0"/>
              <a:t> </a:t>
            </a:r>
            <a:r>
              <a:rPr lang="en-GB" sz="3600" dirty="0" err="1"/>
              <a:t>ra</a:t>
            </a:r>
            <a:r>
              <a:rPr lang="en-GB" sz="3600" dirty="0"/>
              <a:t> </a:t>
            </a:r>
            <a:r>
              <a:rPr lang="en-GB" sz="3600" dirty="0" err="1"/>
              <a:t>những</a:t>
            </a:r>
            <a:r>
              <a:rPr lang="en-GB" sz="3600" dirty="0"/>
              <a:t> </a:t>
            </a:r>
            <a:r>
              <a:rPr lang="en-GB" sz="3600" dirty="0" err="1"/>
              <a:t>sự</a:t>
            </a:r>
            <a:r>
              <a:rPr lang="en-GB" sz="3600" dirty="0"/>
              <a:t> </a:t>
            </a:r>
            <a:r>
              <a:rPr lang="en-GB" sz="3600" dirty="0" err="1"/>
              <a:t>thay</a:t>
            </a:r>
            <a:r>
              <a:rPr lang="en-GB" sz="3600" dirty="0"/>
              <a:t> </a:t>
            </a:r>
            <a:r>
              <a:rPr lang="en-GB" sz="3600" dirty="0" err="1"/>
              <a:t>đổi</a:t>
            </a:r>
            <a:r>
              <a:rPr lang="en-GB" sz="3600" dirty="0"/>
              <a:t> to </a:t>
            </a:r>
            <a:r>
              <a:rPr lang="en-GB" sz="3600" dirty="0" err="1"/>
              <a:t>lớn</a:t>
            </a:r>
            <a:r>
              <a:rPr lang="en-GB" sz="3600" dirty="0"/>
              <a:t> </a:t>
            </a:r>
            <a:r>
              <a:rPr lang="en-GB" sz="3600" dirty="0" err="1"/>
              <a:t>trong</a:t>
            </a:r>
            <a:r>
              <a:rPr lang="en-GB" sz="3600" dirty="0"/>
              <a:t> </a:t>
            </a:r>
            <a:r>
              <a:rPr lang="en-GB" sz="3600" dirty="0" err="1"/>
              <a:t>sản</a:t>
            </a:r>
            <a:r>
              <a:rPr lang="en-GB" sz="3600" dirty="0"/>
              <a:t> </a:t>
            </a:r>
            <a:r>
              <a:rPr lang="en-GB" sz="3600" dirty="0" err="1"/>
              <a:t>xuất</a:t>
            </a:r>
            <a:r>
              <a:rPr lang="en-GB" sz="3600" dirty="0"/>
              <a:t> </a:t>
            </a:r>
            <a:r>
              <a:rPr lang="en-GB" sz="3600" dirty="0" err="1"/>
              <a:t>và</a:t>
            </a:r>
            <a:r>
              <a:rPr lang="en-GB" sz="3600" dirty="0"/>
              <a:t> </a:t>
            </a:r>
            <a:r>
              <a:rPr lang="en-GB" sz="3600" dirty="0" err="1"/>
              <a:t>quản</a:t>
            </a:r>
            <a:r>
              <a:rPr lang="en-GB" sz="3600" dirty="0"/>
              <a:t> </a:t>
            </a:r>
            <a:r>
              <a:rPr lang="en-GB" sz="3600" dirty="0" err="1"/>
              <a:t>lí</a:t>
            </a:r>
            <a:r>
              <a:rPr lang="en-GB" sz="3600" dirty="0"/>
              <a:t>.</a:t>
            </a:r>
          </a:p>
          <a:p>
            <a:r>
              <a:rPr lang="en-GB" sz="3600" dirty="0">
                <a:latin typeface="Calibri" panose="020F0502020204030204" pitchFamily="34" charset="0"/>
              </a:rPr>
              <a:t>M</a:t>
            </a:r>
            <a:r>
              <a:rPr lang="vi-VN" sz="3600" dirty="0">
                <a:latin typeface="Calibri" panose="020F0502020204030204" pitchFamily="34" charset="0"/>
              </a:rPr>
              <a:t>ối quan hệ giữa </a:t>
            </a:r>
            <a:r>
              <a:rPr lang="en-US" sz="3600" dirty="0" err="1">
                <a:latin typeface="Calibri" panose="020F0502020204030204" pitchFamily="34" charset="0"/>
              </a:rPr>
              <a:t>nhân</a:t>
            </a:r>
            <a:r>
              <a:rPr lang="en-US" sz="3600" dirty="0">
                <a:latin typeface="Calibri" panose="020F0502020204030204" pitchFamily="34" charset="0"/>
              </a:rPr>
              <a:t> </a:t>
            </a:r>
            <a:r>
              <a:rPr lang="en-US" sz="3600" dirty="0" err="1">
                <a:latin typeface="Calibri" panose="020F0502020204030204" pitchFamily="34" charset="0"/>
              </a:rPr>
              <a:t>viên</a:t>
            </a:r>
            <a:r>
              <a:rPr lang="vi-VN" sz="3600" dirty="0">
                <a:latin typeface="Calibri" panose="020F0502020204030204" pitchFamily="34" charset="0"/>
              </a:rPr>
              <a:t> và người quản lí</a:t>
            </a:r>
            <a:r>
              <a:rPr lang="en-US" sz="3600" dirty="0"/>
              <a:t> </a:t>
            </a:r>
            <a:r>
              <a:rPr lang="en-US" sz="3600" dirty="0" err="1"/>
              <a:t>ngày</a:t>
            </a:r>
            <a:r>
              <a:rPr lang="en-US" sz="3600" dirty="0"/>
              <a:t> </a:t>
            </a:r>
            <a:r>
              <a:rPr lang="en-US" sz="3600" dirty="0" err="1"/>
              <a:t>càng</a:t>
            </a:r>
            <a:r>
              <a:rPr lang="en-US" sz="3600" dirty="0"/>
              <a:t> </a:t>
            </a:r>
            <a:r>
              <a:rPr lang="en-US" sz="3600" dirty="0" err="1"/>
              <a:t>phức</a:t>
            </a:r>
            <a:r>
              <a:rPr lang="en-US" sz="3600" dirty="0"/>
              <a:t> </a:t>
            </a:r>
            <a:r>
              <a:rPr lang="en-US" sz="3600" dirty="0" err="1"/>
              <a:t>tạp</a:t>
            </a:r>
            <a:r>
              <a:rPr lang="en-GB" sz="3600" dirty="0"/>
              <a:t>....</a:t>
            </a:r>
          </a:p>
          <a:p>
            <a:pPr>
              <a:buNone/>
            </a:pPr>
            <a:r>
              <a:rPr lang="en-GB" sz="3600" b="1" i="1" dirty="0"/>
              <a:t>   QTNL </a:t>
            </a:r>
            <a:r>
              <a:rPr lang="en-GB" sz="3600" b="1" i="1" dirty="0" err="1"/>
              <a:t>phải</a:t>
            </a:r>
            <a:r>
              <a:rPr lang="en-GB" sz="3600" b="1" i="1" dirty="0"/>
              <a:t> </a:t>
            </a:r>
            <a:r>
              <a:rPr lang="en-GB" sz="3600" b="1" i="1" dirty="0" err="1"/>
              <a:t>tạo</a:t>
            </a:r>
            <a:r>
              <a:rPr lang="en-GB" sz="3600" b="1" i="1" dirty="0"/>
              <a:t> </a:t>
            </a:r>
            <a:r>
              <a:rPr lang="en-GB" sz="3600" b="1" i="1" dirty="0" err="1"/>
              <a:t>ra</a:t>
            </a:r>
            <a:r>
              <a:rPr lang="en-GB" sz="3600" b="1" i="1" dirty="0"/>
              <a:t> </a:t>
            </a:r>
            <a:r>
              <a:rPr lang="en-GB" sz="3600" b="1" i="1" dirty="0" err="1"/>
              <a:t>nguồn</a:t>
            </a:r>
            <a:r>
              <a:rPr lang="en-GB" sz="3600" b="1" i="1" dirty="0"/>
              <a:t> </a:t>
            </a:r>
            <a:r>
              <a:rPr lang="en-GB" sz="3600" b="1" i="1" dirty="0" err="1"/>
              <a:t>nhân</a:t>
            </a:r>
            <a:r>
              <a:rPr lang="en-GB" sz="3600" b="1" i="1" dirty="0"/>
              <a:t> </a:t>
            </a:r>
            <a:r>
              <a:rPr lang="en-GB" sz="3600" b="1" i="1" dirty="0" err="1"/>
              <a:t>lực</a:t>
            </a:r>
            <a:r>
              <a:rPr lang="en-GB" sz="3600" b="1" i="1" dirty="0"/>
              <a:t> </a:t>
            </a:r>
            <a:r>
              <a:rPr lang="en-GB" sz="3600" b="1" i="1" dirty="0" err="1"/>
              <a:t>có</a:t>
            </a:r>
            <a:r>
              <a:rPr lang="en-GB" sz="3600" b="1" i="1" dirty="0"/>
              <a:t> </a:t>
            </a:r>
            <a:r>
              <a:rPr lang="en-GB" sz="3600" b="1" i="1" dirty="0" err="1"/>
              <a:t>đủ</a:t>
            </a:r>
            <a:r>
              <a:rPr lang="en-GB" sz="3600" b="1" i="1" dirty="0"/>
              <a:t> </a:t>
            </a:r>
            <a:r>
              <a:rPr lang="en-GB" sz="3600" b="1" i="1" dirty="0" err="1"/>
              <a:t>về</a:t>
            </a:r>
            <a:r>
              <a:rPr lang="en-GB" sz="3600" b="1" i="1" dirty="0"/>
              <a:t> </a:t>
            </a:r>
            <a:r>
              <a:rPr lang="en-GB" sz="3600" b="1" i="1" dirty="0" err="1"/>
              <a:t>số</a:t>
            </a:r>
            <a:r>
              <a:rPr lang="en-GB" sz="3600" b="1" i="1" dirty="0"/>
              <a:t> </a:t>
            </a:r>
            <a:r>
              <a:rPr lang="en-GB" sz="3600" b="1" i="1" dirty="0" err="1"/>
              <a:t>lượng</a:t>
            </a:r>
            <a:r>
              <a:rPr lang="en-GB" sz="3600" b="1" i="1" dirty="0"/>
              <a:t> </a:t>
            </a:r>
            <a:r>
              <a:rPr lang="en-GB" sz="3600" b="1" i="1" dirty="0" err="1"/>
              <a:t>và</a:t>
            </a:r>
            <a:r>
              <a:rPr lang="en-GB" sz="3600" b="1" i="1" dirty="0"/>
              <a:t> </a:t>
            </a:r>
            <a:r>
              <a:rPr lang="en-GB" sz="3600" b="1" i="1" dirty="0" err="1"/>
              <a:t>trình</a:t>
            </a:r>
            <a:r>
              <a:rPr lang="en-GB" sz="3600" b="1" i="1" dirty="0"/>
              <a:t> </a:t>
            </a:r>
            <a:r>
              <a:rPr lang="en-GB" sz="3600" b="1" i="1" dirty="0" err="1"/>
              <a:t>độ</a:t>
            </a:r>
            <a:r>
              <a:rPr lang="en-GB" sz="3600" b="1" i="1" dirty="0"/>
              <a:t> </a:t>
            </a:r>
            <a:r>
              <a:rPr lang="en-GB" sz="3600" b="1" i="1" dirty="0" err="1"/>
              <a:t>để</a:t>
            </a:r>
            <a:r>
              <a:rPr lang="en-GB" sz="3600" b="1" i="1" dirty="0"/>
              <a:t> </a:t>
            </a:r>
            <a:r>
              <a:rPr lang="en-GB" sz="3600" b="1" i="1" dirty="0" err="1"/>
              <a:t>thích</a:t>
            </a:r>
            <a:r>
              <a:rPr lang="en-GB" sz="3600" b="1" i="1" dirty="0"/>
              <a:t> </a:t>
            </a:r>
            <a:r>
              <a:rPr lang="en-GB" sz="3600" b="1" i="1" dirty="0" err="1"/>
              <a:t>ứng</a:t>
            </a:r>
            <a:r>
              <a:rPr lang="en-GB" sz="3600" b="1" i="1" dirty="0"/>
              <a:t> </a:t>
            </a:r>
            <a:r>
              <a:rPr lang="en-GB" sz="3600" b="1" i="1" dirty="0" err="1"/>
              <a:t>với</a:t>
            </a:r>
            <a:r>
              <a:rPr lang="en-GB" sz="3600" b="1" i="1" dirty="0"/>
              <a:t> </a:t>
            </a:r>
            <a:r>
              <a:rPr lang="en-GB" sz="3600" b="1" i="1" dirty="0" err="1"/>
              <a:t>sự</a:t>
            </a:r>
            <a:r>
              <a:rPr lang="en-GB" sz="3600" b="1" i="1" dirty="0"/>
              <a:t> </a:t>
            </a:r>
            <a:r>
              <a:rPr lang="en-GB" sz="3600" b="1" i="1" dirty="0" err="1"/>
              <a:t>biến</a:t>
            </a:r>
            <a:r>
              <a:rPr lang="en-GB" sz="3600" b="1" i="1" dirty="0"/>
              <a:t> </a:t>
            </a:r>
            <a:r>
              <a:rPr lang="en-GB" sz="3600" b="1" i="1" dirty="0" err="1"/>
              <a:t>đổi</a:t>
            </a:r>
            <a:r>
              <a:rPr lang="en-GB" sz="3600" b="1" i="1" dirty="0"/>
              <a:t> </a:t>
            </a:r>
            <a:r>
              <a:rPr lang="en-GB" sz="3600" b="1" i="1" dirty="0" err="1"/>
              <a:t>của</a:t>
            </a:r>
            <a:r>
              <a:rPr lang="en-GB" sz="3600" b="1" i="1" dirty="0"/>
              <a:t> </a:t>
            </a:r>
            <a:r>
              <a:rPr lang="en-GB" sz="3600" b="1" i="1" dirty="0" err="1"/>
              <a:t>các</a:t>
            </a:r>
            <a:r>
              <a:rPr lang="en-GB" sz="3600" b="1" i="1" dirty="0"/>
              <a:t> </a:t>
            </a:r>
            <a:r>
              <a:rPr lang="en-GB" sz="3600" b="1" i="1" dirty="0" err="1"/>
              <a:t>yếu</a:t>
            </a:r>
            <a:r>
              <a:rPr lang="en-GB" sz="3600" b="1" i="1" dirty="0"/>
              <a:t> </a:t>
            </a:r>
            <a:r>
              <a:rPr lang="en-GB" sz="3600" b="1" i="1" dirty="0" err="1"/>
              <a:t>tố</a:t>
            </a:r>
            <a:r>
              <a:rPr lang="en-GB" sz="3600" b="1" i="1" dirty="0"/>
              <a:t> </a:t>
            </a:r>
            <a:r>
              <a:rPr lang="en-GB" sz="3600" b="1" i="1" dirty="0" err="1"/>
              <a:t>môi</a:t>
            </a:r>
            <a:r>
              <a:rPr lang="en-GB" sz="3600" b="1" i="1" dirty="0"/>
              <a:t> </a:t>
            </a:r>
            <a:r>
              <a:rPr lang="en-GB" sz="3600" b="1" i="1" dirty="0" err="1"/>
              <a:t>trường</a:t>
            </a:r>
            <a:r>
              <a:rPr lang="en-GB" sz="3600" b="1" i="1" dirty="0"/>
              <a:t> </a:t>
            </a:r>
            <a:endParaRPr lang="en-US" sz="3600" b="1" i="1"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214494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useBgFill="1">
        <p:nvSpPr>
          <p:cNvPr id="33" name="Rectangle 32">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99779-FDA0-4E39-A7EF-1CEF4C746C8C}"/>
              </a:ext>
            </a:extLst>
          </p:cNvPr>
          <p:cNvSpPr>
            <a:spLocks noGrp="1"/>
          </p:cNvSpPr>
          <p:nvPr>
            <p:ph type="title"/>
          </p:nvPr>
        </p:nvSpPr>
        <p:spPr>
          <a:xfrm>
            <a:off x="2233748" y="279672"/>
            <a:ext cx="9718766" cy="1230570"/>
          </a:xfrm>
        </p:spPr>
        <p:txBody>
          <a:bodyPr anchor="t">
            <a:normAutofit fontScale="90000"/>
          </a:bodyPr>
          <a:lstStyle/>
          <a:p>
            <a:pPr algn="l"/>
            <a:r>
              <a:rPr lang="en-GB" sz="5300" b="1" i="1" dirty="0">
                <a:solidFill>
                  <a:schemeClr val="tx2"/>
                </a:solidFill>
                <a:latin typeface="Calibri "/>
              </a:rPr>
              <a:t>2.7.Nghiên </a:t>
            </a:r>
            <a:r>
              <a:rPr lang="en-GB" sz="5300" b="1" i="1" dirty="0" err="1">
                <a:solidFill>
                  <a:schemeClr val="tx2"/>
                </a:solidFill>
                <a:latin typeface="Calibri "/>
              </a:rPr>
              <a:t>cứu</a:t>
            </a:r>
            <a:r>
              <a:rPr lang="en-GB" sz="5300" b="1" i="1" dirty="0">
                <a:solidFill>
                  <a:schemeClr val="tx2"/>
                </a:solidFill>
                <a:latin typeface="Calibri "/>
              </a:rPr>
              <a:t> </a:t>
            </a:r>
            <a:r>
              <a:rPr lang="en-GB" sz="5300" b="1" i="1" dirty="0" err="1">
                <a:solidFill>
                  <a:schemeClr val="tx2"/>
                </a:solidFill>
                <a:latin typeface="Calibri "/>
              </a:rPr>
              <a:t>nguồn</a:t>
            </a:r>
            <a:r>
              <a:rPr lang="en-GB" sz="5300" b="1" i="1" dirty="0">
                <a:solidFill>
                  <a:schemeClr val="tx2"/>
                </a:solidFill>
                <a:latin typeface="Calibri "/>
              </a:rPr>
              <a:t> </a:t>
            </a:r>
            <a:r>
              <a:rPr lang="en-GB" sz="5300" b="1" i="1" dirty="0" err="1">
                <a:solidFill>
                  <a:schemeClr val="tx2"/>
                </a:solidFill>
                <a:latin typeface="Calibri "/>
              </a:rPr>
              <a:t>nhân</a:t>
            </a:r>
            <a:r>
              <a:rPr lang="en-GB" sz="5300" b="1" i="1" dirty="0">
                <a:solidFill>
                  <a:schemeClr val="tx2"/>
                </a:solidFill>
                <a:latin typeface="Calibri "/>
              </a:rPr>
              <a:t> </a:t>
            </a:r>
            <a:r>
              <a:rPr lang="en-GB" sz="5300" b="1" i="1" dirty="0" err="1">
                <a:solidFill>
                  <a:schemeClr val="tx2"/>
                </a:solidFill>
                <a:latin typeface="Calibri "/>
              </a:rPr>
              <a:t>lực</a:t>
            </a:r>
            <a:br>
              <a:rPr lang="en-GB" sz="2800" b="1" dirty="0">
                <a:solidFill>
                  <a:schemeClr val="tx2"/>
                </a:solidFill>
                <a:latin typeface="Calibri "/>
              </a:rPr>
            </a:br>
            <a:endParaRPr lang="en-GB" sz="2800" b="1" dirty="0">
              <a:solidFill>
                <a:schemeClr val="tx2"/>
              </a:solidFill>
              <a:latin typeface="Calibri "/>
            </a:endParaRPr>
          </a:p>
        </p:txBody>
      </p:sp>
      <p:sp>
        <p:nvSpPr>
          <p:cNvPr id="3" name="Content Placeholder 2">
            <a:extLst>
              <a:ext uri="{FF2B5EF4-FFF2-40B4-BE49-F238E27FC236}">
                <a16:creationId xmlns:a16="http://schemas.microsoft.com/office/drawing/2014/main" id="{92F85064-2501-4873-A666-EA0C007C7023}"/>
              </a:ext>
            </a:extLst>
          </p:cNvPr>
          <p:cNvSpPr>
            <a:spLocks noGrp="1"/>
          </p:cNvSpPr>
          <p:nvPr>
            <p:ph idx="1"/>
          </p:nvPr>
        </p:nvSpPr>
        <p:spPr>
          <a:xfrm>
            <a:off x="1045029" y="1426086"/>
            <a:ext cx="10698479" cy="3802762"/>
          </a:xfrm>
        </p:spPr>
        <p:txBody>
          <a:bodyPr anchor="t">
            <a:noAutofit/>
          </a:bodyPr>
          <a:lstStyle/>
          <a:p>
            <a:r>
              <a:rPr lang="en-US" dirty="0">
                <a:latin typeface="Calibri" panose="020F0502020204030204" pitchFamily="34" charset="0"/>
              </a:rPr>
              <a:t>B</a:t>
            </a:r>
            <a:r>
              <a:rPr lang="vi-VN" dirty="0">
                <a:latin typeface="Calibri" panose="020F0502020204030204" pitchFamily="34" charset="0"/>
              </a:rPr>
              <a:t>ao hàm mọi chức năng của </a:t>
            </a:r>
            <a:r>
              <a:rPr lang="en-US" dirty="0" err="1">
                <a:latin typeface="Calibri" panose="020F0502020204030204" pitchFamily="34" charset="0"/>
              </a:rPr>
              <a:t>quản</a:t>
            </a:r>
            <a:r>
              <a:rPr lang="en-US" dirty="0">
                <a:latin typeface="Calibri" panose="020F0502020204030204" pitchFamily="34" charset="0"/>
              </a:rPr>
              <a:t> </a:t>
            </a:r>
            <a:r>
              <a:rPr lang="en-US" dirty="0" err="1">
                <a:latin typeface="Calibri" panose="020F0502020204030204" pitchFamily="34" charset="0"/>
              </a:rPr>
              <a:t>trị</a:t>
            </a:r>
            <a:r>
              <a:rPr lang="en-US" dirty="0">
                <a:latin typeface="Calibri" panose="020F0502020204030204" pitchFamily="34" charset="0"/>
              </a:rPr>
              <a:t> </a:t>
            </a:r>
            <a:r>
              <a:rPr lang="en-US" dirty="0" err="1">
                <a:latin typeface="Calibri" panose="020F0502020204030204" pitchFamily="34" charset="0"/>
              </a:rPr>
              <a:t>nguồn</a:t>
            </a:r>
            <a:r>
              <a:rPr lang="en-US" dirty="0">
                <a:latin typeface="Calibri" panose="020F0502020204030204" pitchFamily="34" charset="0"/>
              </a:rPr>
              <a:t> </a:t>
            </a:r>
            <a:r>
              <a:rPr lang="en-US" dirty="0" err="1">
                <a:latin typeface="Calibri" panose="020F0502020204030204" pitchFamily="34" charset="0"/>
              </a:rPr>
              <a:t>nhân</a:t>
            </a:r>
            <a:r>
              <a:rPr lang="en-US" dirty="0">
                <a:latin typeface="Calibri" panose="020F0502020204030204" pitchFamily="34" charset="0"/>
              </a:rPr>
              <a:t> </a:t>
            </a:r>
            <a:r>
              <a:rPr lang="en-US" dirty="0" err="1">
                <a:latin typeface="Calibri" panose="020F0502020204030204" pitchFamily="34" charset="0"/>
              </a:rPr>
              <a:t>lực</a:t>
            </a:r>
            <a:r>
              <a:rPr lang="vi-VN" dirty="0">
                <a:latin typeface="Calibri" panose="020F0502020204030204" pitchFamily="34" charset="0"/>
              </a:rPr>
              <a:t> </a:t>
            </a:r>
            <a:endParaRPr lang="en-US" dirty="0"/>
          </a:p>
          <a:p>
            <a:r>
              <a:rPr lang="en-GB" dirty="0" err="1"/>
              <a:t>Phát</a:t>
            </a:r>
            <a:r>
              <a:rPr lang="en-GB" dirty="0"/>
              <a:t> </a:t>
            </a:r>
            <a:r>
              <a:rPr lang="en-GB" dirty="0" err="1"/>
              <a:t>hiện</a:t>
            </a:r>
            <a:r>
              <a:rPr lang="en-GB" dirty="0"/>
              <a:t> </a:t>
            </a:r>
            <a:r>
              <a:rPr lang="en-GB" dirty="0" err="1"/>
              <a:t>những</a:t>
            </a:r>
            <a:r>
              <a:rPr lang="en-GB" dirty="0"/>
              <a:t> </a:t>
            </a:r>
            <a:r>
              <a:rPr lang="en-GB" dirty="0" err="1"/>
              <a:t>nguyên</a:t>
            </a:r>
            <a:r>
              <a:rPr lang="en-GB" dirty="0"/>
              <a:t> </a:t>
            </a:r>
            <a:r>
              <a:rPr lang="en-GB" dirty="0" err="1"/>
              <a:t>nhân</a:t>
            </a:r>
            <a:r>
              <a:rPr lang="en-GB" dirty="0"/>
              <a:t> </a:t>
            </a:r>
            <a:r>
              <a:rPr lang="en-GB" dirty="0" err="1"/>
              <a:t>gây</a:t>
            </a:r>
            <a:r>
              <a:rPr lang="en-GB" dirty="0"/>
              <a:t> </a:t>
            </a:r>
            <a:r>
              <a:rPr lang="en-GB" dirty="0" err="1"/>
              <a:t>ra</a:t>
            </a:r>
            <a:r>
              <a:rPr lang="en-GB" dirty="0"/>
              <a:t> </a:t>
            </a:r>
            <a:r>
              <a:rPr lang="en-GB" dirty="0" err="1"/>
              <a:t>các</a:t>
            </a:r>
            <a:r>
              <a:rPr lang="en-GB" dirty="0"/>
              <a:t> </a:t>
            </a:r>
            <a:r>
              <a:rPr lang="en-GB" dirty="0" err="1"/>
              <a:t>tác</a:t>
            </a:r>
            <a:r>
              <a:rPr lang="en-GB" dirty="0"/>
              <a:t> </a:t>
            </a:r>
            <a:r>
              <a:rPr lang="en-GB" dirty="0" err="1"/>
              <a:t>động</a:t>
            </a:r>
            <a:r>
              <a:rPr lang="en-GB" dirty="0"/>
              <a:t> </a:t>
            </a:r>
            <a:r>
              <a:rPr lang="en-GB" dirty="0" err="1"/>
              <a:t>xấu</a:t>
            </a:r>
            <a:r>
              <a:rPr lang="en-GB" dirty="0"/>
              <a:t> </a:t>
            </a:r>
            <a:r>
              <a:rPr lang="en-GB" dirty="0" err="1"/>
              <a:t>làm</a:t>
            </a:r>
            <a:r>
              <a:rPr lang="en-GB" dirty="0"/>
              <a:t> </a:t>
            </a:r>
            <a:r>
              <a:rPr lang="en-GB" dirty="0" err="1"/>
              <a:t>kìm</a:t>
            </a:r>
            <a:r>
              <a:rPr lang="en-GB" dirty="0"/>
              <a:t> </a:t>
            </a:r>
            <a:r>
              <a:rPr lang="en-GB" dirty="0" err="1"/>
              <a:t>hãm</a:t>
            </a:r>
            <a:r>
              <a:rPr lang="en-GB" dirty="0"/>
              <a:t> </a:t>
            </a:r>
            <a:r>
              <a:rPr lang="en-GB" dirty="0" err="1"/>
              <a:t>khả</a:t>
            </a:r>
            <a:r>
              <a:rPr lang="en-GB" dirty="0"/>
              <a:t> </a:t>
            </a:r>
            <a:r>
              <a:rPr lang="en-GB" dirty="0" err="1"/>
              <a:t>năng</a:t>
            </a:r>
            <a:r>
              <a:rPr lang="en-GB" dirty="0"/>
              <a:t> </a:t>
            </a:r>
            <a:r>
              <a:rPr lang="en-GB" dirty="0" err="1"/>
              <a:t>khai</a:t>
            </a:r>
            <a:r>
              <a:rPr lang="en-GB" dirty="0"/>
              <a:t> </a:t>
            </a:r>
            <a:r>
              <a:rPr lang="en-GB" dirty="0" err="1"/>
              <a:t>thác</a:t>
            </a:r>
            <a:r>
              <a:rPr lang="en-GB" dirty="0"/>
              <a:t> </a:t>
            </a:r>
            <a:r>
              <a:rPr lang="en-GB" dirty="0" err="1"/>
              <a:t>hiệu</a:t>
            </a:r>
            <a:r>
              <a:rPr lang="en-GB" dirty="0"/>
              <a:t> </a:t>
            </a:r>
            <a:r>
              <a:rPr lang="en-GB" dirty="0" err="1"/>
              <a:t>quả</a:t>
            </a:r>
            <a:r>
              <a:rPr lang="en-GB" dirty="0"/>
              <a:t> </a:t>
            </a:r>
            <a:r>
              <a:rPr lang="en-GB" dirty="0" err="1"/>
              <a:t>tài</a:t>
            </a:r>
            <a:r>
              <a:rPr lang="en-GB" dirty="0"/>
              <a:t> </a:t>
            </a:r>
            <a:r>
              <a:rPr lang="en-GB" dirty="0" err="1"/>
              <a:t>nguyên</a:t>
            </a:r>
            <a:r>
              <a:rPr lang="en-GB" dirty="0"/>
              <a:t> </a:t>
            </a:r>
            <a:r>
              <a:rPr lang="en-GB" dirty="0" err="1"/>
              <a:t>nhân</a:t>
            </a:r>
            <a:r>
              <a:rPr lang="en-GB" dirty="0"/>
              <a:t> </a:t>
            </a:r>
            <a:r>
              <a:rPr lang="en-GB" dirty="0" err="1"/>
              <a:t>sự</a:t>
            </a:r>
            <a:r>
              <a:rPr lang="en-GB" dirty="0"/>
              <a:t> </a:t>
            </a:r>
            <a:r>
              <a:rPr lang="en-GB" dirty="0" err="1"/>
              <a:t>của</a:t>
            </a:r>
            <a:r>
              <a:rPr lang="en-GB" dirty="0"/>
              <a:t> </a:t>
            </a:r>
            <a:r>
              <a:rPr lang="en-GB" dirty="0" err="1"/>
              <a:t>tổ</a:t>
            </a:r>
            <a:r>
              <a:rPr lang="en-GB" dirty="0"/>
              <a:t> </a:t>
            </a:r>
            <a:r>
              <a:rPr lang="en-GB" dirty="0" err="1"/>
              <a:t>chức</a:t>
            </a:r>
            <a:r>
              <a:rPr lang="en-GB" dirty="0"/>
              <a:t> </a:t>
            </a:r>
          </a:p>
          <a:p>
            <a:pPr marL="457200" lvl="1" indent="0">
              <a:buNone/>
            </a:pPr>
            <a:r>
              <a:rPr lang="en-GB" sz="3200" dirty="0">
                <a:solidFill>
                  <a:srgbClr val="FF0000"/>
                </a:solidFill>
              </a:rPr>
              <a:t>=&gt;</a:t>
            </a:r>
            <a:r>
              <a:rPr lang="en-GB" sz="3200" dirty="0"/>
              <a:t> </a:t>
            </a:r>
            <a:r>
              <a:rPr lang="en-GB" b="1" i="1" dirty="0" err="1"/>
              <a:t>Tìm</a:t>
            </a:r>
            <a:r>
              <a:rPr lang="en-GB" b="1" i="1" dirty="0"/>
              <a:t> </a:t>
            </a:r>
            <a:r>
              <a:rPr lang="en-GB" b="1" i="1" dirty="0" err="1"/>
              <a:t>kiếm</a:t>
            </a:r>
            <a:r>
              <a:rPr lang="en-GB" b="1" i="1" dirty="0"/>
              <a:t> </a:t>
            </a:r>
            <a:r>
              <a:rPr lang="en-GB" b="1" i="1" dirty="0" err="1"/>
              <a:t>những</a:t>
            </a:r>
            <a:r>
              <a:rPr lang="en-GB" b="1" i="1" dirty="0"/>
              <a:t> </a:t>
            </a:r>
            <a:r>
              <a:rPr lang="en-GB" b="1" i="1" dirty="0" err="1"/>
              <a:t>giải</a:t>
            </a:r>
            <a:r>
              <a:rPr lang="en-GB" b="1" i="1" dirty="0"/>
              <a:t> </a:t>
            </a:r>
            <a:r>
              <a:rPr lang="en-GB" b="1" i="1" dirty="0" err="1"/>
              <a:t>pháp</a:t>
            </a:r>
            <a:r>
              <a:rPr lang="en-GB" b="1" i="1" dirty="0"/>
              <a:t> </a:t>
            </a:r>
            <a:r>
              <a:rPr lang="en-GB" b="1" i="1" dirty="0" err="1"/>
              <a:t>hữu</a:t>
            </a:r>
            <a:r>
              <a:rPr lang="en-GB" b="1" i="1" dirty="0"/>
              <a:t> </a:t>
            </a:r>
            <a:r>
              <a:rPr lang="en-GB" b="1" i="1" dirty="0" err="1"/>
              <a:t>hiệu</a:t>
            </a:r>
            <a:r>
              <a:rPr lang="en-GB" b="1" i="1" dirty="0"/>
              <a:t> </a:t>
            </a:r>
            <a:r>
              <a:rPr lang="en-GB" b="1" i="1" dirty="0" err="1"/>
              <a:t>để</a:t>
            </a:r>
            <a:r>
              <a:rPr lang="en-GB" b="1" i="1" dirty="0"/>
              <a:t> </a:t>
            </a:r>
            <a:r>
              <a:rPr lang="en-GB" b="1" i="1" dirty="0" err="1"/>
              <a:t>loại</a:t>
            </a:r>
            <a:r>
              <a:rPr lang="en-GB" b="1" i="1" dirty="0"/>
              <a:t> </a:t>
            </a:r>
            <a:r>
              <a:rPr lang="en-GB" b="1" i="1" dirty="0" err="1"/>
              <a:t>bỏ</a:t>
            </a:r>
            <a:r>
              <a:rPr lang="en-GB" b="1" i="1" dirty="0"/>
              <a:t> </a:t>
            </a:r>
            <a:r>
              <a:rPr lang="en-GB" b="1" i="1" dirty="0" err="1"/>
              <a:t>các</a:t>
            </a:r>
            <a:r>
              <a:rPr lang="en-GB" b="1" i="1" dirty="0"/>
              <a:t> </a:t>
            </a:r>
            <a:r>
              <a:rPr lang="en-GB" b="1" i="1" dirty="0" err="1"/>
              <a:t>nguyên</a:t>
            </a:r>
            <a:r>
              <a:rPr lang="en-GB" b="1" i="1" dirty="0"/>
              <a:t> </a:t>
            </a:r>
            <a:r>
              <a:rPr lang="en-GB" b="1" i="1" dirty="0" err="1"/>
              <a:t>nhân</a:t>
            </a:r>
            <a:r>
              <a:rPr lang="en-GB" b="1" i="1" dirty="0"/>
              <a:t> </a:t>
            </a:r>
            <a:r>
              <a:rPr lang="en-GB" b="1" i="1" dirty="0" err="1"/>
              <a:t>đó</a:t>
            </a:r>
            <a:endParaRPr lang="en-GB" b="1" i="1" dirty="0"/>
          </a:p>
          <a:p>
            <a:pPr>
              <a:buNone/>
            </a:pPr>
            <a:r>
              <a:rPr lang="en-US" sz="2800" b="1" i="1" dirty="0">
                <a:latin typeface="Calibri" panose="020F0502020204030204" pitchFamily="34" charset="0"/>
              </a:rPr>
              <a:t>          T</a:t>
            </a:r>
            <a:r>
              <a:rPr lang="vi-VN" sz="2800" b="1" i="1" dirty="0">
                <a:latin typeface="Calibri" panose="020F0502020204030204" pitchFamily="34" charset="0"/>
              </a:rPr>
              <a:t>ìm kiếm những con đường mới, hiệu quả để khai thác tối đa tiềm năng từ nguồn tài nguyên nhân lực hiện có của đơn vị</a:t>
            </a:r>
            <a:br>
              <a:rPr lang="vi-VN" sz="2800" b="1" i="1" dirty="0">
                <a:latin typeface="Calibri" panose="020F0502020204030204" pitchFamily="34" charset="0"/>
              </a:rPr>
            </a:br>
            <a:br>
              <a:rPr lang="vi-VN" sz="3600" dirty="0">
                <a:latin typeface="Calibri" panose="020F0502020204030204" pitchFamily="34" charset="0"/>
              </a:rPr>
            </a:br>
            <a:endParaRPr lang="en-GB" sz="3600" dirty="0"/>
          </a:p>
        </p:txBody>
      </p:sp>
      <p:sp>
        <p:nvSpPr>
          <p:cNvPr id="35" name="Isosceles Triangle 34">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4"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697856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65A89-06C0-4083-A684-FE534E929FFB}"/>
              </a:ext>
            </a:extLst>
          </p:cNvPr>
          <p:cNvSpPr>
            <a:spLocks noGrp="1"/>
          </p:cNvSpPr>
          <p:nvPr>
            <p:ph type="title"/>
          </p:nvPr>
        </p:nvSpPr>
        <p:spPr>
          <a:xfrm>
            <a:off x="609600" y="0"/>
            <a:ext cx="10972800" cy="1143000"/>
          </a:xfrm>
        </p:spPr>
        <p:txBody>
          <a:bodyPr>
            <a:normAutofit/>
          </a:bodyPr>
          <a:lstStyle/>
          <a:p>
            <a:r>
              <a:rPr lang="en-US" sz="6000" b="1" dirty="0">
                <a:solidFill>
                  <a:schemeClr val="tx2"/>
                </a:solidFill>
              </a:rPr>
              <a:t>3. </a:t>
            </a:r>
            <a:r>
              <a:rPr lang="en-US" sz="6000" b="1" dirty="0" err="1">
                <a:solidFill>
                  <a:schemeClr val="tx2"/>
                </a:solidFill>
              </a:rPr>
              <a:t>Mục</a:t>
            </a:r>
            <a:r>
              <a:rPr lang="en-US" sz="6000" b="1" dirty="0">
                <a:solidFill>
                  <a:schemeClr val="tx2"/>
                </a:solidFill>
              </a:rPr>
              <a:t> </a:t>
            </a:r>
            <a:r>
              <a:rPr lang="en-US" sz="6000" b="1" dirty="0" err="1">
                <a:solidFill>
                  <a:schemeClr val="tx2"/>
                </a:solidFill>
              </a:rPr>
              <a:t>tiêu</a:t>
            </a:r>
            <a:r>
              <a:rPr lang="en-US" sz="6000" b="1" dirty="0">
                <a:solidFill>
                  <a:schemeClr val="tx2"/>
                </a:solidFill>
              </a:rPr>
              <a:t> </a:t>
            </a:r>
            <a:r>
              <a:rPr lang="en-US" sz="6000" b="1" dirty="0" err="1">
                <a:solidFill>
                  <a:schemeClr val="tx2"/>
                </a:solidFill>
              </a:rPr>
              <a:t>của</a:t>
            </a:r>
            <a:r>
              <a:rPr lang="en-US" sz="6000" b="1" dirty="0">
                <a:solidFill>
                  <a:schemeClr val="tx2"/>
                </a:solidFill>
              </a:rPr>
              <a:t> QTNL</a:t>
            </a:r>
            <a:endParaRPr lang="en-GB" sz="6000" b="1" dirty="0">
              <a:solidFill>
                <a:schemeClr val="tx2"/>
              </a:solidFill>
            </a:endParaRPr>
          </a:p>
        </p:txBody>
      </p:sp>
      <p:sp>
        <p:nvSpPr>
          <p:cNvPr id="3" name="Content Placeholder 2">
            <a:extLst>
              <a:ext uri="{FF2B5EF4-FFF2-40B4-BE49-F238E27FC236}">
                <a16:creationId xmlns:a16="http://schemas.microsoft.com/office/drawing/2014/main" id="{F07EAA45-AE83-4D4D-92EC-B470066A9412}"/>
              </a:ext>
            </a:extLst>
          </p:cNvPr>
          <p:cNvSpPr>
            <a:spLocks noGrp="1"/>
          </p:cNvSpPr>
          <p:nvPr>
            <p:ph idx="1"/>
          </p:nvPr>
        </p:nvSpPr>
        <p:spPr/>
        <p:txBody>
          <a:bodyPr>
            <a:normAutofit/>
          </a:bodyPr>
          <a:lstStyle/>
          <a:p>
            <a:r>
              <a:rPr lang="en-US" sz="4000" dirty="0" err="1"/>
              <a:t>Mục</a:t>
            </a:r>
            <a:r>
              <a:rPr lang="en-US" sz="4000" dirty="0"/>
              <a:t> </a:t>
            </a:r>
            <a:r>
              <a:rPr lang="en-US" sz="4000" dirty="0" err="1"/>
              <a:t>tiêu</a:t>
            </a:r>
            <a:r>
              <a:rPr lang="en-US" sz="4000" dirty="0"/>
              <a:t> </a:t>
            </a:r>
            <a:r>
              <a:rPr lang="en-US" sz="4000" dirty="0" err="1"/>
              <a:t>xã</a:t>
            </a:r>
            <a:r>
              <a:rPr lang="en-US" sz="4000" dirty="0"/>
              <a:t> </a:t>
            </a:r>
            <a:r>
              <a:rPr lang="en-US" sz="4000" dirty="0" err="1"/>
              <a:t>hội</a:t>
            </a:r>
            <a:endParaRPr lang="en-US" sz="4000" dirty="0"/>
          </a:p>
          <a:p>
            <a:r>
              <a:rPr lang="en-US" sz="4000" dirty="0" err="1"/>
              <a:t>Mục</a:t>
            </a:r>
            <a:r>
              <a:rPr lang="en-US" sz="4000" dirty="0"/>
              <a:t> </a:t>
            </a:r>
            <a:r>
              <a:rPr lang="en-US" sz="4000" dirty="0" err="1"/>
              <a:t>tiêu</a:t>
            </a:r>
            <a:r>
              <a:rPr lang="en-US" sz="4000" dirty="0"/>
              <a:t> </a:t>
            </a:r>
            <a:r>
              <a:rPr lang="en-US" sz="4000" dirty="0" err="1"/>
              <a:t>của</a:t>
            </a:r>
            <a:r>
              <a:rPr lang="en-US" sz="4000" dirty="0"/>
              <a:t> </a:t>
            </a:r>
            <a:r>
              <a:rPr lang="en-US" sz="4000" dirty="0" err="1"/>
              <a:t>toàn</a:t>
            </a:r>
            <a:r>
              <a:rPr lang="en-US" sz="4000" dirty="0"/>
              <a:t> </a:t>
            </a:r>
            <a:r>
              <a:rPr lang="en-US" sz="4000" dirty="0" err="1"/>
              <a:t>tổ</a:t>
            </a:r>
            <a:r>
              <a:rPr lang="en-US" sz="4000" dirty="0"/>
              <a:t> </a:t>
            </a:r>
            <a:r>
              <a:rPr lang="en-US" sz="4000" dirty="0" err="1"/>
              <a:t>chức</a:t>
            </a:r>
            <a:endParaRPr lang="en-US" sz="4000" dirty="0"/>
          </a:p>
          <a:p>
            <a:r>
              <a:rPr lang="en-US" sz="4000" dirty="0" err="1"/>
              <a:t>Mục</a:t>
            </a:r>
            <a:r>
              <a:rPr lang="en-US" sz="4000" dirty="0"/>
              <a:t> </a:t>
            </a:r>
            <a:r>
              <a:rPr lang="en-US" sz="4000" dirty="0" err="1"/>
              <a:t>tiêu</a:t>
            </a:r>
            <a:r>
              <a:rPr lang="en-US" sz="4000" dirty="0"/>
              <a:t> </a:t>
            </a:r>
            <a:r>
              <a:rPr lang="en-US" sz="4000" dirty="0" err="1"/>
              <a:t>của</a:t>
            </a:r>
            <a:r>
              <a:rPr lang="en-US" sz="4000" dirty="0"/>
              <a:t> </a:t>
            </a:r>
            <a:r>
              <a:rPr lang="en-US" sz="4000" dirty="0" err="1"/>
              <a:t>các</a:t>
            </a:r>
            <a:r>
              <a:rPr lang="en-US" sz="4000" dirty="0"/>
              <a:t> </a:t>
            </a:r>
            <a:r>
              <a:rPr lang="en-US" sz="4000" dirty="0" err="1"/>
              <a:t>bộ</a:t>
            </a:r>
            <a:r>
              <a:rPr lang="en-US" sz="4000" dirty="0"/>
              <a:t> </a:t>
            </a:r>
            <a:r>
              <a:rPr lang="en-US" sz="4000" dirty="0" err="1"/>
              <a:t>phận</a:t>
            </a:r>
            <a:r>
              <a:rPr lang="en-US" sz="4000" dirty="0"/>
              <a:t> </a:t>
            </a:r>
            <a:r>
              <a:rPr lang="en-US" sz="4000" dirty="0" err="1"/>
              <a:t>chức</a:t>
            </a:r>
            <a:r>
              <a:rPr lang="en-US" sz="4000" dirty="0"/>
              <a:t> </a:t>
            </a:r>
            <a:r>
              <a:rPr lang="en-US" sz="4000" dirty="0" err="1"/>
              <a:t>năng</a:t>
            </a:r>
            <a:endParaRPr lang="en-US" sz="4000" dirty="0"/>
          </a:p>
          <a:p>
            <a:r>
              <a:rPr lang="en-US" sz="4000" dirty="0" err="1"/>
              <a:t>Mục</a:t>
            </a:r>
            <a:r>
              <a:rPr lang="en-US" sz="4000" dirty="0"/>
              <a:t> </a:t>
            </a:r>
            <a:r>
              <a:rPr lang="en-US" sz="4000" dirty="0" err="1"/>
              <a:t>tiêu</a:t>
            </a:r>
            <a:r>
              <a:rPr lang="en-US" sz="4000" dirty="0"/>
              <a:t> </a:t>
            </a:r>
            <a:r>
              <a:rPr lang="en-US" sz="4000" dirty="0" err="1"/>
              <a:t>của</a:t>
            </a:r>
            <a:r>
              <a:rPr lang="en-US" sz="4000" dirty="0"/>
              <a:t> </a:t>
            </a:r>
            <a:r>
              <a:rPr lang="en-US" sz="4000" dirty="0" err="1"/>
              <a:t>cá</a:t>
            </a:r>
            <a:r>
              <a:rPr lang="en-US" sz="4000" dirty="0"/>
              <a:t> </a:t>
            </a:r>
            <a:r>
              <a:rPr lang="en-US" sz="4000" dirty="0" err="1"/>
              <a:t>nhân</a:t>
            </a:r>
            <a:endParaRPr lang="en-GB" sz="4000" dirty="0"/>
          </a:p>
        </p:txBody>
      </p:sp>
    </p:spTree>
    <p:extLst>
      <p:ext uri="{BB962C8B-B14F-4D97-AF65-F5344CB8AC3E}">
        <p14:creationId xmlns:p14="http://schemas.microsoft.com/office/powerpoint/2010/main" val="1014931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D5EF-3C61-4207-AE41-D29EE0FE273B}"/>
              </a:ext>
            </a:extLst>
          </p:cNvPr>
          <p:cNvSpPr>
            <a:spLocks noGrp="1"/>
          </p:cNvSpPr>
          <p:nvPr>
            <p:ph type="title"/>
          </p:nvPr>
        </p:nvSpPr>
        <p:spPr/>
        <p:txBody>
          <a:bodyPr>
            <a:noAutofit/>
          </a:bodyPr>
          <a:lstStyle/>
          <a:p>
            <a:r>
              <a:rPr lang="en-GB" sz="4800" b="1" i="1" dirty="0"/>
              <a:t>3.1.Mục </a:t>
            </a:r>
            <a:r>
              <a:rPr lang="en-GB" sz="4800" b="1" i="1" dirty="0" err="1"/>
              <a:t>tiêu</a:t>
            </a:r>
            <a:r>
              <a:rPr lang="en-GB" sz="4800" b="1" i="1" dirty="0"/>
              <a:t> </a:t>
            </a:r>
            <a:r>
              <a:rPr lang="en-GB" sz="4800" b="1" i="1" dirty="0" err="1"/>
              <a:t>xã</a:t>
            </a:r>
            <a:r>
              <a:rPr lang="en-GB" sz="4800" b="1" i="1" dirty="0"/>
              <a:t> </a:t>
            </a:r>
            <a:r>
              <a:rPr lang="en-GB" sz="4800" b="1" i="1" dirty="0" err="1"/>
              <a:t>hội</a:t>
            </a:r>
            <a:br>
              <a:rPr lang="en-GB" sz="4800" b="1" dirty="0"/>
            </a:br>
            <a:endParaRPr lang="en-GB" sz="4800" b="1" dirty="0"/>
          </a:p>
        </p:txBody>
      </p:sp>
      <p:sp>
        <p:nvSpPr>
          <p:cNvPr id="3" name="Content Placeholder 2">
            <a:extLst>
              <a:ext uri="{FF2B5EF4-FFF2-40B4-BE49-F238E27FC236}">
                <a16:creationId xmlns:a16="http://schemas.microsoft.com/office/drawing/2014/main" id="{45BD62CB-4AE8-46EC-B07D-F8E5EE76B2E0}"/>
              </a:ext>
            </a:extLst>
          </p:cNvPr>
          <p:cNvSpPr>
            <a:spLocks noGrp="1"/>
          </p:cNvSpPr>
          <p:nvPr>
            <p:ph idx="1"/>
          </p:nvPr>
        </p:nvSpPr>
        <p:spPr/>
        <p:txBody>
          <a:bodyPr>
            <a:normAutofit/>
          </a:bodyPr>
          <a:lstStyle/>
          <a:p>
            <a:r>
              <a:rPr lang="en-US" sz="4000" dirty="0" err="1"/>
              <a:t>Đáp</a:t>
            </a:r>
            <a:r>
              <a:rPr lang="en-US" sz="4000" dirty="0"/>
              <a:t> </a:t>
            </a:r>
            <a:r>
              <a:rPr lang="en-US" sz="4000" dirty="0" err="1"/>
              <a:t>ứng</a:t>
            </a:r>
            <a:r>
              <a:rPr lang="en-US" sz="4000" dirty="0"/>
              <a:t> </a:t>
            </a:r>
            <a:r>
              <a:rPr lang="en-US" sz="4000" dirty="0" err="1"/>
              <a:t>những</a:t>
            </a:r>
            <a:r>
              <a:rPr lang="en-US" sz="4000" dirty="0"/>
              <a:t> </a:t>
            </a:r>
            <a:r>
              <a:rPr lang="en-US" sz="4000" dirty="0" err="1"/>
              <a:t>yêu</a:t>
            </a:r>
            <a:r>
              <a:rPr lang="en-US" sz="4000" dirty="0"/>
              <a:t> </a:t>
            </a:r>
            <a:r>
              <a:rPr lang="en-US" sz="4000" dirty="0" err="1"/>
              <a:t>cầu</a:t>
            </a:r>
            <a:r>
              <a:rPr lang="en-US" sz="4000" dirty="0"/>
              <a:t> </a:t>
            </a:r>
            <a:r>
              <a:rPr lang="en-US" sz="4000" dirty="0" err="1"/>
              <a:t>và</a:t>
            </a:r>
            <a:r>
              <a:rPr lang="en-US" sz="4000" dirty="0"/>
              <a:t> </a:t>
            </a:r>
            <a:r>
              <a:rPr lang="en-US" sz="4000" dirty="0" err="1"/>
              <a:t>đòi</a:t>
            </a:r>
            <a:r>
              <a:rPr lang="en-US" sz="4000" dirty="0"/>
              <a:t> </a:t>
            </a:r>
            <a:r>
              <a:rPr lang="en-US" sz="4000" dirty="0" err="1"/>
              <a:t>hỏi</a:t>
            </a:r>
            <a:r>
              <a:rPr lang="en-US" sz="4000" dirty="0"/>
              <a:t> </a:t>
            </a:r>
            <a:r>
              <a:rPr lang="en-US" sz="4000" dirty="0" err="1"/>
              <a:t>của</a:t>
            </a:r>
            <a:r>
              <a:rPr lang="en-US" sz="4000" dirty="0"/>
              <a:t> </a:t>
            </a:r>
            <a:r>
              <a:rPr lang="en-US" sz="4000" dirty="0" err="1"/>
              <a:t>xã</a:t>
            </a:r>
            <a:r>
              <a:rPr lang="en-US" sz="4000" dirty="0"/>
              <a:t> </a:t>
            </a:r>
            <a:r>
              <a:rPr lang="en-US" sz="4000" dirty="0" err="1"/>
              <a:t>hội</a:t>
            </a:r>
            <a:r>
              <a:rPr lang="en-US" sz="4000" dirty="0"/>
              <a:t>/ </a:t>
            </a:r>
            <a:r>
              <a:rPr lang="en-US" sz="4000" dirty="0" err="1"/>
              <a:t>luật</a:t>
            </a:r>
            <a:r>
              <a:rPr lang="en-US" sz="4000" dirty="0"/>
              <a:t> </a:t>
            </a:r>
            <a:r>
              <a:rPr lang="en-US" sz="4000" dirty="0" err="1"/>
              <a:t>pháp</a:t>
            </a:r>
            <a:endParaRPr lang="en-US" sz="4000" dirty="0"/>
          </a:p>
          <a:p>
            <a:r>
              <a:rPr lang="en-GB" sz="4000" dirty="0" err="1"/>
              <a:t>Công</a:t>
            </a:r>
            <a:r>
              <a:rPr lang="en-GB" sz="4000" dirty="0"/>
              <a:t> ty </a:t>
            </a:r>
            <a:r>
              <a:rPr lang="en-GB" sz="4000" dirty="0" err="1"/>
              <a:t>không</a:t>
            </a:r>
            <a:r>
              <a:rPr lang="en-GB" sz="4000" dirty="0"/>
              <a:t> </a:t>
            </a:r>
            <a:r>
              <a:rPr lang="en-GB" sz="4000" dirty="0" err="1"/>
              <a:t>chỉ</a:t>
            </a:r>
            <a:r>
              <a:rPr lang="en-GB" sz="4000" dirty="0"/>
              <a:t> </a:t>
            </a:r>
            <a:r>
              <a:rPr lang="en-GB" sz="4000" dirty="0" err="1"/>
              <a:t>hoạt</a:t>
            </a:r>
            <a:r>
              <a:rPr lang="en-GB" sz="4000" dirty="0"/>
              <a:t> </a:t>
            </a:r>
            <a:r>
              <a:rPr lang="en-GB" sz="4000" dirty="0" err="1"/>
              <a:t>động</a:t>
            </a:r>
            <a:r>
              <a:rPr lang="en-GB" sz="4000" dirty="0"/>
              <a:t> </a:t>
            </a:r>
            <a:r>
              <a:rPr lang="en-GB" sz="4000" dirty="0" err="1"/>
              <a:t>vì</a:t>
            </a:r>
            <a:r>
              <a:rPr lang="en-GB" sz="4000" dirty="0"/>
              <a:t> </a:t>
            </a:r>
            <a:r>
              <a:rPr lang="en-GB" sz="4000" dirty="0" err="1"/>
              <a:t>mục</a:t>
            </a:r>
            <a:r>
              <a:rPr lang="en-GB" sz="4000" dirty="0"/>
              <a:t> </a:t>
            </a:r>
            <a:r>
              <a:rPr lang="en-GB" sz="4000" dirty="0" err="1"/>
              <a:t>tiêu</a:t>
            </a:r>
            <a:r>
              <a:rPr lang="en-GB" sz="4000" dirty="0"/>
              <a:t> </a:t>
            </a:r>
            <a:r>
              <a:rPr lang="en-GB" sz="4000" dirty="0" err="1"/>
              <a:t>lợi</a:t>
            </a:r>
            <a:r>
              <a:rPr lang="en-GB" sz="4000" dirty="0"/>
              <a:t> </a:t>
            </a:r>
            <a:r>
              <a:rPr lang="en-GB" sz="4000" dirty="0" err="1"/>
              <a:t>nhuận</a:t>
            </a:r>
            <a:r>
              <a:rPr lang="en-GB" sz="4000" dirty="0"/>
              <a:t> </a:t>
            </a:r>
            <a:r>
              <a:rPr lang="en-GB" sz="4000" dirty="0" err="1"/>
              <a:t>mà</a:t>
            </a:r>
            <a:r>
              <a:rPr lang="en-GB" sz="4000" dirty="0"/>
              <a:t> </a:t>
            </a:r>
            <a:r>
              <a:rPr lang="en-GB" sz="4000" dirty="0" err="1"/>
              <a:t>nó</a:t>
            </a:r>
            <a:r>
              <a:rPr lang="en-GB" sz="4000" dirty="0"/>
              <a:t> </a:t>
            </a:r>
            <a:r>
              <a:rPr lang="en-GB" sz="4000" dirty="0" err="1"/>
              <a:t>còn</a:t>
            </a:r>
            <a:r>
              <a:rPr lang="en-GB" sz="4000" dirty="0"/>
              <a:t> </a:t>
            </a:r>
            <a:r>
              <a:rPr lang="en-GB" sz="4000" dirty="0" err="1"/>
              <a:t>phải</a:t>
            </a:r>
            <a:r>
              <a:rPr lang="en-GB" sz="4000" dirty="0"/>
              <a:t> </a:t>
            </a:r>
            <a:r>
              <a:rPr lang="en-GB" sz="4000" dirty="0" err="1"/>
              <a:t>quan</a:t>
            </a:r>
            <a:r>
              <a:rPr lang="en-GB" sz="4000" dirty="0"/>
              <a:t> </a:t>
            </a:r>
            <a:r>
              <a:rPr lang="en-GB" sz="4000" dirty="0" err="1"/>
              <a:t>tâm</a:t>
            </a:r>
            <a:r>
              <a:rPr lang="en-GB" sz="4000" dirty="0"/>
              <a:t> </a:t>
            </a:r>
            <a:r>
              <a:rPr lang="en-GB" sz="4000" dirty="0" err="1"/>
              <a:t>đến</a:t>
            </a:r>
            <a:r>
              <a:rPr lang="en-GB" sz="4000" dirty="0"/>
              <a:t> </a:t>
            </a:r>
            <a:r>
              <a:rPr lang="en-GB" sz="4000" dirty="0" err="1"/>
              <a:t>các</a:t>
            </a:r>
            <a:r>
              <a:rPr lang="en-GB" sz="4000" dirty="0"/>
              <a:t> </a:t>
            </a:r>
            <a:r>
              <a:rPr lang="en-GB" sz="4000" dirty="0" err="1"/>
              <a:t>lợi</a:t>
            </a:r>
            <a:r>
              <a:rPr lang="en-GB" sz="4000" dirty="0"/>
              <a:t> </a:t>
            </a:r>
            <a:r>
              <a:rPr lang="en-GB" sz="4000" dirty="0" err="1"/>
              <a:t>ích</a:t>
            </a:r>
            <a:r>
              <a:rPr lang="en-GB" sz="4000" dirty="0"/>
              <a:t> </a:t>
            </a:r>
            <a:r>
              <a:rPr lang="en-GB" sz="4000" dirty="0" err="1"/>
              <a:t>của</a:t>
            </a:r>
            <a:r>
              <a:rPr lang="en-GB" sz="4000" dirty="0"/>
              <a:t> </a:t>
            </a:r>
            <a:r>
              <a:rPr lang="en-GB" sz="4000" dirty="0" err="1"/>
              <a:t>xã</a:t>
            </a:r>
            <a:r>
              <a:rPr lang="en-GB" sz="4000" dirty="0"/>
              <a:t> </a:t>
            </a:r>
            <a:r>
              <a:rPr lang="en-GB" sz="4000" dirty="0" err="1"/>
              <a:t>hội</a:t>
            </a:r>
            <a:br>
              <a:rPr lang="en-GB" sz="4000" dirty="0"/>
            </a:br>
            <a:endParaRPr lang="en-GB" sz="4000" dirty="0"/>
          </a:p>
        </p:txBody>
      </p:sp>
    </p:spTree>
    <p:extLst>
      <p:ext uri="{BB962C8B-B14F-4D97-AF65-F5344CB8AC3E}">
        <p14:creationId xmlns:p14="http://schemas.microsoft.com/office/powerpoint/2010/main" val="852289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F96CF-553C-4946-98B6-1AE28F1B6C6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98DCBEB-F58C-4970-98B8-F9E174A8AA5B}"/>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63DFC0D2-9F13-4F22-8AA4-A9C93A00EC76}"/>
              </a:ext>
            </a:extLst>
          </p:cNvPr>
          <p:cNvPicPr>
            <a:picLocks noChangeAspect="1"/>
          </p:cNvPicPr>
          <p:nvPr/>
        </p:nvPicPr>
        <p:blipFill>
          <a:blip r:embed="rId2"/>
          <a:stretch>
            <a:fillRect/>
          </a:stretch>
        </p:blipFill>
        <p:spPr>
          <a:xfrm>
            <a:off x="93199" y="-1503"/>
            <a:ext cx="4785408" cy="6858000"/>
          </a:xfrm>
          <a:prstGeom prst="rect">
            <a:avLst/>
          </a:prstGeom>
        </p:spPr>
      </p:pic>
      <p:pic>
        <p:nvPicPr>
          <p:cNvPr id="5" name="Picture 4">
            <a:extLst>
              <a:ext uri="{FF2B5EF4-FFF2-40B4-BE49-F238E27FC236}">
                <a16:creationId xmlns:a16="http://schemas.microsoft.com/office/drawing/2014/main" id="{1B22D358-9509-43D9-B8D5-4816326CA948}"/>
              </a:ext>
            </a:extLst>
          </p:cNvPr>
          <p:cNvPicPr>
            <a:picLocks noChangeAspect="1"/>
          </p:cNvPicPr>
          <p:nvPr/>
        </p:nvPicPr>
        <p:blipFill>
          <a:blip r:embed="rId3"/>
          <a:stretch>
            <a:fillRect/>
          </a:stretch>
        </p:blipFill>
        <p:spPr>
          <a:xfrm>
            <a:off x="4878607" y="-1503"/>
            <a:ext cx="7236269" cy="6718562"/>
          </a:xfrm>
          <a:prstGeom prst="rect">
            <a:avLst/>
          </a:prstGeom>
        </p:spPr>
      </p:pic>
    </p:spTree>
    <p:extLst>
      <p:ext uri="{BB962C8B-B14F-4D97-AF65-F5344CB8AC3E}">
        <p14:creationId xmlns:p14="http://schemas.microsoft.com/office/powerpoint/2010/main" val="3067944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CF6E-95A4-4E8A-B8E0-0F8370E8B9F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4601931-9BE1-44A5-A23F-CFC3994CDBDE}"/>
              </a:ext>
            </a:extLst>
          </p:cNvPr>
          <p:cNvSpPr>
            <a:spLocks noGrp="1"/>
          </p:cNvSpPr>
          <p:nvPr>
            <p:ph idx="1"/>
          </p:nvPr>
        </p:nvSpPr>
        <p:spPr/>
        <p:txBody>
          <a:bodyPr/>
          <a:lstStyle/>
          <a:p>
            <a:endParaRPr lang="en-GB" dirty="0"/>
          </a:p>
        </p:txBody>
      </p:sp>
      <p:pic>
        <p:nvPicPr>
          <p:cNvPr id="2052" name="Picture 4" descr="Dược phẩm Tâm Bình - 9 năm khẳng định thương hiệu | Đời sống và Phát triển  Online">
            <a:extLst>
              <a:ext uri="{FF2B5EF4-FFF2-40B4-BE49-F238E27FC236}">
                <a16:creationId xmlns:a16="http://schemas.microsoft.com/office/drawing/2014/main" id="{01D28E06-F2AB-4867-B71C-6081394BE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1449"/>
            <a:ext cx="6655915" cy="43244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ược phẩm Tâm Bình hết mình với hoạt động từ thiện">
            <a:extLst>
              <a:ext uri="{FF2B5EF4-FFF2-40B4-BE49-F238E27FC236}">
                <a16:creationId xmlns:a16="http://schemas.microsoft.com/office/drawing/2014/main" id="{5E9750E7-7ED9-4AD0-942A-E1706CCDCE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272" y="2273696"/>
            <a:ext cx="6808728" cy="4581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499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23059-F1A0-4E65-92BD-2F95AEA738FD}"/>
              </a:ext>
            </a:extLst>
          </p:cNvPr>
          <p:cNvSpPr>
            <a:spLocks noGrp="1"/>
          </p:cNvSpPr>
          <p:nvPr>
            <p:ph type="title"/>
          </p:nvPr>
        </p:nvSpPr>
        <p:spPr/>
        <p:txBody>
          <a:bodyPr/>
          <a:lstStyle/>
          <a:p>
            <a:r>
              <a:rPr lang="en-US" b="1" dirty="0"/>
              <a:t>3.2.Mục </a:t>
            </a:r>
            <a:r>
              <a:rPr lang="en-US" b="1" dirty="0" err="1"/>
              <a:t>tiêu</a:t>
            </a:r>
            <a:r>
              <a:rPr lang="en-US" b="1" dirty="0"/>
              <a:t> </a:t>
            </a:r>
            <a:r>
              <a:rPr lang="en-US" b="1" dirty="0" err="1"/>
              <a:t>của</a:t>
            </a:r>
            <a:r>
              <a:rPr lang="en-US" b="1" dirty="0"/>
              <a:t> </a:t>
            </a:r>
            <a:r>
              <a:rPr lang="en-US" b="1" dirty="0" err="1"/>
              <a:t>toàn</a:t>
            </a:r>
            <a:r>
              <a:rPr lang="en-US" b="1" dirty="0"/>
              <a:t> </a:t>
            </a:r>
            <a:r>
              <a:rPr lang="en-US" b="1" dirty="0" err="1"/>
              <a:t>tổ</a:t>
            </a:r>
            <a:r>
              <a:rPr lang="en-US" b="1" dirty="0"/>
              <a:t> </a:t>
            </a:r>
            <a:r>
              <a:rPr lang="en-US" b="1" dirty="0" err="1"/>
              <a:t>chức</a:t>
            </a:r>
            <a:endParaRPr lang="en-GB" b="1" dirty="0"/>
          </a:p>
        </p:txBody>
      </p:sp>
      <p:sp>
        <p:nvSpPr>
          <p:cNvPr id="3" name="Content Placeholder 2">
            <a:extLst>
              <a:ext uri="{FF2B5EF4-FFF2-40B4-BE49-F238E27FC236}">
                <a16:creationId xmlns:a16="http://schemas.microsoft.com/office/drawing/2014/main" id="{082D7A3D-FEB9-45A8-A634-3C904BCAC956}"/>
              </a:ext>
            </a:extLst>
          </p:cNvPr>
          <p:cNvSpPr>
            <a:spLocks noGrp="1"/>
          </p:cNvSpPr>
          <p:nvPr>
            <p:ph idx="1"/>
          </p:nvPr>
        </p:nvSpPr>
        <p:spPr/>
        <p:txBody>
          <a:bodyPr>
            <a:normAutofit/>
          </a:bodyPr>
          <a:lstStyle/>
          <a:p>
            <a:r>
              <a:rPr lang="en-US" sz="4000" dirty="0" err="1"/>
              <a:t>Đảm</a:t>
            </a:r>
            <a:r>
              <a:rPr lang="en-US" sz="4000" dirty="0"/>
              <a:t> </a:t>
            </a:r>
            <a:r>
              <a:rPr lang="en-US" sz="4000" dirty="0" err="1"/>
              <a:t>bảo</a:t>
            </a:r>
            <a:r>
              <a:rPr lang="en-US" sz="4000" dirty="0"/>
              <a:t> </a:t>
            </a:r>
            <a:r>
              <a:rPr lang="en-US" sz="4000" dirty="0" err="1"/>
              <a:t>các</a:t>
            </a:r>
            <a:r>
              <a:rPr lang="en-US" sz="4000" dirty="0"/>
              <a:t> </a:t>
            </a:r>
            <a:r>
              <a:rPr lang="en-US" sz="4000" dirty="0" err="1"/>
              <a:t>mục</a:t>
            </a:r>
            <a:r>
              <a:rPr lang="en-US" sz="4000" dirty="0"/>
              <a:t> </a:t>
            </a:r>
            <a:r>
              <a:rPr lang="en-US" sz="4000" dirty="0" err="1"/>
              <a:t>tiêu</a:t>
            </a:r>
            <a:r>
              <a:rPr lang="en-US" sz="4000" dirty="0"/>
              <a:t> </a:t>
            </a:r>
            <a:r>
              <a:rPr lang="en-US" sz="4000" dirty="0" err="1"/>
              <a:t>chung</a:t>
            </a:r>
            <a:r>
              <a:rPr lang="en-US" sz="4000" dirty="0"/>
              <a:t> </a:t>
            </a:r>
            <a:r>
              <a:rPr lang="en-US" sz="4000" dirty="0" err="1"/>
              <a:t>của</a:t>
            </a:r>
            <a:r>
              <a:rPr lang="en-US" sz="4000" dirty="0"/>
              <a:t> </a:t>
            </a:r>
            <a:r>
              <a:rPr lang="en-US" sz="4000" dirty="0" err="1"/>
              <a:t>tổ</a:t>
            </a:r>
            <a:r>
              <a:rPr lang="en-US" sz="4000" dirty="0"/>
              <a:t> </a:t>
            </a:r>
            <a:r>
              <a:rPr lang="en-US" sz="4000" dirty="0" err="1"/>
              <a:t>chức</a:t>
            </a:r>
            <a:r>
              <a:rPr lang="en-US" sz="4000" dirty="0"/>
              <a:t> </a:t>
            </a:r>
            <a:r>
              <a:rPr lang="en-US" sz="4000" dirty="0" err="1"/>
              <a:t>được</a:t>
            </a:r>
            <a:r>
              <a:rPr lang="en-US" sz="4000" dirty="0"/>
              <a:t> </a:t>
            </a:r>
            <a:r>
              <a:rPr lang="en-US" sz="4000" dirty="0" err="1"/>
              <a:t>thực</a:t>
            </a:r>
            <a:r>
              <a:rPr lang="en-US" sz="4000" dirty="0"/>
              <a:t> </a:t>
            </a:r>
            <a:r>
              <a:rPr lang="en-US" sz="4000" dirty="0" err="1"/>
              <a:t>hiện</a:t>
            </a:r>
            <a:r>
              <a:rPr lang="en-US" sz="4000" dirty="0"/>
              <a:t> </a:t>
            </a:r>
            <a:r>
              <a:rPr lang="en-US" sz="4000" dirty="0" err="1"/>
              <a:t>một</a:t>
            </a:r>
            <a:r>
              <a:rPr lang="en-US" sz="4000" dirty="0"/>
              <a:t> </a:t>
            </a:r>
            <a:r>
              <a:rPr lang="en-US" sz="4000" dirty="0" err="1"/>
              <a:t>cách</a:t>
            </a:r>
            <a:r>
              <a:rPr lang="en-US" sz="4000" dirty="0"/>
              <a:t> </a:t>
            </a:r>
            <a:r>
              <a:rPr lang="en-US" sz="4000" dirty="0" err="1"/>
              <a:t>có</a:t>
            </a:r>
            <a:r>
              <a:rPr lang="en-US" sz="4000" dirty="0"/>
              <a:t> </a:t>
            </a:r>
            <a:r>
              <a:rPr lang="en-US" sz="4000" dirty="0" err="1"/>
              <a:t>hiệu</a:t>
            </a:r>
            <a:r>
              <a:rPr lang="en-US" sz="4000" dirty="0"/>
              <a:t> </a:t>
            </a:r>
            <a:r>
              <a:rPr lang="en-US" sz="4000" dirty="0" err="1"/>
              <a:t>quả</a:t>
            </a:r>
            <a:r>
              <a:rPr lang="en-US" sz="4000" dirty="0"/>
              <a:t> </a:t>
            </a:r>
            <a:r>
              <a:rPr lang="en-US" sz="4000" dirty="0" err="1"/>
              <a:t>nhất</a:t>
            </a:r>
            <a:r>
              <a:rPr lang="en-US" sz="4000" dirty="0"/>
              <a:t> (</a:t>
            </a:r>
            <a:r>
              <a:rPr lang="en-US" sz="4000" dirty="0" err="1"/>
              <a:t>lợi</a:t>
            </a:r>
            <a:r>
              <a:rPr lang="en-US" sz="4000" dirty="0"/>
              <a:t> </a:t>
            </a:r>
            <a:r>
              <a:rPr lang="en-US" sz="4000" dirty="0" err="1"/>
              <a:t>nhuận</a:t>
            </a:r>
            <a:r>
              <a:rPr lang="en-US" sz="4000" dirty="0"/>
              <a:t>/ chi </a:t>
            </a:r>
            <a:r>
              <a:rPr lang="en-US" sz="4000" dirty="0" err="1"/>
              <a:t>phí</a:t>
            </a:r>
            <a:r>
              <a:rPr lang="en-US" sz="4000" dirty="0"/>
              <a:t>/ </a:t>
            </a:r>
            <a:r>
              <a:rPr lang="en-US" sz="4000" dirty="0" err="1"/>
              <a:t>tốc</a:t>
            </a:r>
            <a:r>
              <a:rPr lang="en-US" sz="4000" dirty="0"/>
              <a:t> </a:t>
            </a:r>
            <a:r>
              <a:rPr lang="en-US" sz="4000" dirty="0" err="1"/>
              <a:t>độ</a:t>
            </a:r>
            <a:r>
              <a:rPr lang="en-US" sz="4000" dirty="0"/>
              <a:t> </a:t>
            </a:r>
            <a:r>
              <a:rPr lang="en-US" sz="4000" dirty="0" err="1"/>
              <a:t>phát</a:t>
            </a:r>
            <a:r>
              <a:rPr lang="en-US" sz="4000" dirty="0"/>
              <a:t> </a:t>
            </a:r>
            <a:r>
              <a:rPr lang="en-US" sz="4000" dirty="0" err="1"/>
              <a:t>triển</a:t>
            </a:r>
            <a:r>
              <a:rPr lang="en-US" sz="4000" dirty="0"/>
              <a:t>…)</a:t>
            </a:r>
            <a:endParaRPr lang="en-GB" sz="4000" dirty="0"/>
          </a:p>
        </p:txBody>
      </p:sp>
    </p:spTree>
    <p:extLst>
      <p:ext uri="{BB962C8B-B14F-4D97-AF65-F5344CB8AC3E}">
        <p14:creationId xmlns:p14="http://schemas.microsoft.com/office/powerpoint/2010/main" val="3206549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C57A-4035-49C3-9A10-57C49167F33B}"/>
              </a:ext>
            </a:extLst>
          </p:cNvPr>
          <p:cNvSpPr>
            <a:spLocks noGrp="1"/>
          </p:cNvSpPr>
          <p:nvPr>
            <p:ph type="title"/>
          </p:nvPr>
        </p:nvSpPr>
        <p:spPr/>
        <p:txBody>
          <a:bodyPr>
            <a:normAutofit fontScale="90000"/>
          </a:bodyPr>
          <a:lstStyle/>
          <a:p>
            <a:r>
              <a:rPr lang="en-GB" b="1" i="1" dirty="0"/>
              <a:t>3.3. </a:t>
            </a:r>
            <a:r>
              <a:rPr lang="en-GB" b="1" i="1" dirty="0" err="1"/>
              <a:t>Mục</a:t>
            </a:r>
            <a:r>
              <a:rPr lang="en-GB" b="1" i="1" dirty="0"/>
              <a:t> </a:t>
            </a:r>
            <a:r>
              <a:rPr lang="en-GB" b="1" i="1" dirty="0" err="1"/>
              <a:t>tiêu</a:t>
            </a:r>
            <a:r>
              <a:rPr lang="en-GB" b="1" i="1" dirty="0"/>
              <a:t> </a:t>
            </a:r>
            <a:r>
              <a:rPr lang="en-GB" b="1" i="1" dirty="0" err="1"/>
              <a:t>của</a:t>
            </a:r>
            <a:r>
              <a:rPr lang="en-GB" b="1" i="1" dirty="0"/>
              <a:t> </a:t>
            </a:r>
            <a:r>
              <a:rPr lang="en-GB" b="1" i="1" dirty="0" err="1"/>
              <a:t>các</a:t>
            </a:r>
            <a:r>
              <a:rPr lang="en-GB" b="1" i="1" dirty="0"/>
              <a:t> </a:t>
            </a:r>
            <a:r>
              <a:rPr lang="en-GB" b="1" i="1" dirty="0" err="1"/>
              <a:t>bộ</a:t>
            </a:r>
            <a:r>
              <a:rPr lang="en-GB" b="1" i="1" dirty="0"/>
              <a:t> </a:t>
            </a:r>
            <a:r>
              <a:rPr lang="en-GB" b="1" i="1" dirty="0" err="1"/>
              <a:t>phận</a:t>
            </a:r>
            <a:r>
              <a:rPr lang="en-GB" b="1" i="1" dirty="0"/>
              <a:t> </a:t>
            </a:r>
            <a:r>
              <a:rPr lang="en-GB" b="1" i="1" dirty="0" err="1"/>
              <a:t>chức</a:t>
            </a:r>
            <a:r>
              <a:rPr lang="en-GB" b="1" i="1" dirty="0"/>
              <a:t> </a:t>
            </a:r>
            <a:r>
              <a:rPr lang="en-GB" b="1" i="1" dirty="0" err="1"/>
              <a:t>năng</a:t>
            </a:r>
            <a:br>
              <a:rPr lang="en-GB" dirty="0"/>
            </a:br>
            <a:endParaRPr lang="en-GB" dirty="0"/>
          </a:p>
        </p:txBody>
      </p:sp>
      <p:sp>
        <p:nvSpPr>
          <p:cNvPr id="3" name="Content Placeholder 2">
            <a:extLst>
              <a:ext uri="{FF2B5EF4-FFF2-40B4-BE49-F238E27FC236}">
                <a16:creationId xmlns:a16="http://schemas.microsoft.com/office/drawing/2014/main" id="{39D01F40-1229-405A-BCF4-8CEA2F244C98}"/>
              </a:ext>
            </a:extLst>
          </p:cNvPr>
          <p:cNvSpPr>
            <a:spLocks noGrp="1"/>
          </p:cNvSpPr>
          <p:nvPr>
            <p:ph idx="1"/>
          </p:nvPr>
        </p:nvSpPr>
        <p:spPr>
          <a:xfrm>
            <a:off x="609600" y="1600206"/>
            <a:ext cx="10972800" cy="4983474"/>
          </a:xfrm>
        </p:spPr>
        <p:txBody>
          <a:bodyPr>
            <a:normAutofit lnSpcReduction="10000"/>
          </a:bodyPr>
          <a:lstStyle/>
          <a:p>
            <a:r>
              <a:rPr lang="en-GB" sz="3600" dirty="0" err="1"/>
              <a:t>Mỗi</a:t>
            </a:r>
            <a:r>
              <a:rPr lang="en-GB" sz="3600" dirty="0"/>
              <a:t> </a:t>
            </a:r>
            <a:r>
              <a:rPr lang="en-GB" sz="3600" dirty="0" err="1"/>
              <a:t>bộ</a:t>
            </a:r>
            <a:r>
              <a:rPr lang="en-GB" sz="3600" dirty="0"/>
              <a:t> </a:t>
            </a:r>
            <a:r>
              <a:rPr lang="en-GB" sz="3600" dirty="0" err="1"/>
              <a:t>phận</a:t>
            </a:r>
            <a:r>
              <a:rPr lang="en-GB" sz="3600" dirty="0"/>
              <a:t> </a:t>
            </a:r>
            <a:r>
              <a:rPr lang="en-GB" sz="3600" dirty="0" err="1"/>
              <a:t>phòng</a:t>
            </a:r>
            <a:r>
              <a:rPr lang="en-GB" sz="3600" dirty="0"/>
              <a:t> ban </a:t>
            </a:r>
            <a:r>
              <a:rPr lang="en-GB" sz="3600" dirty="0" err="1"/>
              <a:t>đều</a:t>
            </a:r>
            <a:r>
              <a:rPr lang="en-GB" sz="3600" dirty="0"/>
              <a:t> </a:t>
            </a:r>
            <a:r>
              <a:rPr lang="en-GB" sz="3600" dirty="0" err="1"/>
              <a:t>có</a:t>
            </a:r>
            <a:r>
              <a:rPr lang="en-GB" sz="3600" dirty="0"/>
              <a:t> </a:t>
            </a:r>
            <a:r>
              <a:rPr lang="en-GB" sz="3600" dirty="0" err="1"/>
              <a:t>chức</a:t>
            </a:r>
            <a:r>
              <a:rPr lang="en-GB" sz="3600" dirty="0"/>
              <a:t> </a:t>
            </a:r>
            <a:r>
              <a:rPr lang="en-GB" sz="3600" dirty="0" err="1"/>
              <a:t>năng</a:t>
            </a:r>
            <a:r>
              <a:rPr lang="en-GB" sz="3600" dirty="0"/>
              <a:t> </a:t>
            </a:r>
            <a:r>
              <a:rPr lang="en-GB" sz="3600" dirty="0" err="1"/>
              <a:t>và</a:t>
            </a:r>
            <a:r>
              <a:rPr lang="en-GB" sz="3600" dirty="0"/>
              <a:t> </a:t>
            </a:r>
            <a:r>
              <a:rPr lang="en-GB" sz="3600" dirty="0" err="1"/>
              <a:t>nhiệm</a:t>
            </a:r>
            <a:r>
              <a:rPr lang="en-GB" sz="3600" dirty="0"/>
              <a:t> </a:t>
            </a:r>
            <a:r>
              <a:rPr lang="en-GB" sz="3600" dirty="0" err="1"/>
              <a:t>vụ</a:t>
            </a:r>
            <a:r>
              <a:rPr lang="en-GB" sz="3600" dirty="0"/>
              <a:t> </a:t>
            </a:r>
            <a:r>
              <a:rPr lang="en-GB" sz="3600" dirty="0" err="1"/>
              <a:t>riêng</a:t>
            </a:r>
            <a:r>
              <a:rPr lang="en-GB" sz="3600" dirty="0"/>
              <a:t>. </a:t>
            </a:r>
          </a:p>
          <a:p>
            <a:endParaRPr lang="en-GB" sz="3600" dirty="0"/>
          </a:p>
          <a:p>
            <a:r>
              <a:rPr lang="en-GB" sz="3600" dirty="0" err="1"/>
              <a:t>Mỗi</a:t>
            </a:r>
            <a:r>
              <a:rPr lang="en-GB" sz="3600" dirty="0"/>
              <a:t> </a:t>
            </a:r>
            <a:r>
              <a:rPr lang="en-GB" sz="3600" dirty="0" err="1"/>
              <a:t>bộ</a:t>
            </a:r>
            <a:r>
              <a:rPr lang="en-GB" sz="3600" dirty="0"/>
              <a:t> </a:t>
            </a:r>
            <a:r>
              <a:rPr lang="en-GB" sz="3600" dirty="0" err="1"/>
              <a:t>phận</a:t>
            </a:r>
            <a:r>
              <a:rPr lang="en-GB" sz="3600" dirty="0"/>
              <a:t> </a:t>
            </a:r>
            <a:r>
              <a:rPr lang="en-GB" sz="3600" dirty="0" err="1"/>
              <a:t>phòng</a:t>
            </a:r>
            <a:r>
              <a:rPr lang="en-GB" sz="3600" dirty="0"/>
              <a:t> ban </a:t>
            </a:r>
            <a:r>
              <a:rPr lang="en-GB" sz="3600" dirty="0" err="1"/>
              <a:t>phải</a:t>
            </a:r>
            <a:r>
              <a:rPr lang="en-GB" sz="3600" dirty="0"/>
              <a:t> </a:t>
            </a:r>
            <a:r>
              <a:rPr lang="en-GB" sz="3600" dirty="0" err="1"/>
              <a:t>có</a:t>
            </a:r>
            <a:r>
              <a:rPr lang="en-GB" sz="3600" dirty="0"/>
              <a:t> </a:t>
            </a:r>
            <a:r>
              <a:rPr lang="en-GB" sz="3600" dirty="0" err="1"/>
              <a:t>trách</a:t>
            </a:r>
            <a:r>
              <a:rPr lang="en-GB" sz="3600" dirty="0"/>
              <a:t> </a:t>
            </a:r>
            <a:r>
              <a:rPr lang="en-GB" sz="3600" dirty="0" err="1"/>
              <a:t>nhiệm</a:t>
            </a:r>
            <a:r>
              <a:rPr lang="en-GB" sz="3600" dirty="0"/>
              <a:t> </a:t>
            </a:r>
            <a:r>
              <a:rPr lang="en-GB" sz="3600" dirty="0" err="1"/>
              <a:t>đóng</a:t>
            </a:r>
            <a:r>
              <a:rPr lang="en-GB" sz="3600" dirty="0"/>
              <a:t> </a:t>
            </a:r>
            <a:r>
              <a:rPr lang="en-GB" sz="3600" dirty="0" err="1"/>
              <a:t>góp</a:t>
            </a:r>
            <a:r>
              <a:rPr lang="en-GB" sz="3600" dirty="0"/>
              <a:t> </a:t>
            </a:r>
            <a:r>
              <a:rPr lang="en-GB" sz="3600" dirty="0" err="1"/>
              <a:t>phục</a:t>
            </a:r>
            <a:r>
              <a:rPr lang="en-GB" sz="3600" dirty="0"/>
              <a:t> </a:t>
            </a:r>
            <a:r>
              <a:rPr lang="en-GB" sz="3600" dirty="0" err="1"/>
              <a:t>vụ</a:t>
            </a:r>
            <a:r>
              <a:rPr lang="en-GB" sz="3600" dirty="0"/>
              <a:t> </a:t>
            </a:r>
            <a:r>
              <a:rPr lang="en-GB" sz="3600" dirty="0" err="1"/>
              <a:t>cho</a:t>
            </a:r>
            <a:r>
              <a:rPr lang="en-GB" sz="3600" dirty="0"/>
              <a:t> </a:t>
            </a:r>
            <a:r>
              <a:rPr lang="en-GB" sz="3600" dirty="0" err="1"/>
              <a:t>việc</a:t>
            </a:r>
            <a:r>
              <a:rPr lang="en-GB" sz="3600" dirty="0"/>
              <a:t> </a:t>
            </a:r>
            <a:r>
              <a:rPr lang="en-GB" sz="3600" dirty="0" err="1"/>
              <a:t>thực</a:t>
            </a:r>
            <a:r>
              <a:rPr lang="en-GB" sz="3600" dirty="0"/>
              <a:t> </a:t>
            </a:r>
            <a:r>
              <a:rPr lang="en-GB" sz="3600" dirty="0" err="1"/>
              <a:t>hiện</a:t>
            </a:r>
            <a:r>
              <a:rPr lang="en-GB" sz="3600" dirty="0"/>
              <a:t> </a:t>
            </a:r>
            <a:r>
              <a:rPr lang="en-GB" sz="3600" dirty="0" err="1"/>
              <a:t>mục</a:t>
            </a:r>
            <a:r>
              <a:rPr lang="en-GB" sz="3600" dirty="0"/>
              <a:t> </a:t>
            </a:r>
            <a:r>
              <a:rPr lang="en-GB" sz="3600" dirty="0" err="1"/>
              <a:t>tiêu</a:t>
            </a:r>
            <a:r>
              <a:rPr lang="en-GB" sz="3600" dirty="0"/>
              <a:t> </a:t>
            </a:r>
            <a:r>
              <a:rPr lang="en-GB" sz="3600" dirty="0" err="1"/>
              <a:t>của</a:t>
            </a:r>
            <a:r>
              <a:rPr lang="en-GB" sz="3600" dirty="0"/>
              <a:t> </a:t>
            </a:r>
            <a:r>
              <a:rPr lang="en-GB" sz="3600" dirty="0" err="1"/>
              <a:t>toàn</a:t>
            </a:r>
            <a:r>
              <a:rPr lang="en-GB" sz="3600" dirty="0"/>
              <a:t> </a:t>
            </a:r>
            <a:r>
              <a:rPr lang="en-GB" sz="3600" dirty="0" err="1"/>
              <a:t>tổ</a:t>
            </a:r>
            <a:r>
              <a:rPr lang="en-GB" sz="3600" dirty="0"/>
              <a:t> </a:t>
            </a:r>
            <a:r>
              <a:rPr lang="en-GB" sz="3600" dirty="0" err="1"/>
              <a:t>chức</a:t>
            </a:r>
            <a:r>
              <a:rPr lang="en-GB" sz="3600" dirty="0"/>
              <a:t>. </a:t>
            </a:r>
          </a:p>
          <a:p>
            <a:endParaRPr lang="en-GB" sz="3600" dirty="0"/>
          </a:p>
          <a:p>
            <a:r>
              <a:rPr lang="en-GB" sz="3600" dirty="0" err="1"/>
              <a:t>Mục</a:t>
            </a:r>
            <a:r>
              <a:rPr lang="en-GB" sz="3600" dirty="0"/>
              <a:t> </a:t>
            </a:r>
            <a:r>
              <a:rPr lang="en-GB" sz="3600" dirty="0" err="1"/>
              <a:t>tiêu</a:t>
            </a:r>
            <a:r>
              <a:rPr lang="en-GB" sz="3600" dirty="0"/>
              <a:t> </a:t>
            </a:r>
            <a:r>
              <a:rPr lang="en-GB" sz="3600" dirty="0" err="1"/>
              <a:t>của</a:t>
            </a:r>
            <a:r>
              <a:rPr lang="en-GB" sz="3600" dirty="0"/>
              <a:t> </a:t>
            </a:r>
            <a:r>
              <a:rPr lang="en-GB" sz="3600" dirty="0" err="1"/>
              <a:t>bộ</a:t>
            </a:r>
            <a:r>
              <a:rPr lang="en-GB" sz="3600" dirty="0"/>
              <a:t> </a:t>
            </a:r>
            <a:r>
              <a:rPr lang="en-GB" sz="3600" dirty="0" err="1"/>
              <a:t>phận</a:t>
            </a:r>
            <a:r>
              <a:rPr lang="en-GB" sz="3600" dirty="0"/>
              <a:t> </a:t>
            </a:r>
            <a:r>
              <a:rPr lang="en-GB" sz="3600" dirty="0" err="1"/>
              <a:t>chức</a:t>
            </a:r>
            <a:r>
              <a:rPr lang="en-GB" sz="3600" dirty="0"/>
              <a:t> </a:t>
            </a:r>
            <a:r>
              <a:rPr lang="en-GB" sz="3600" dirty="0" err="1"/>
              <a:t>năng</a:t>
            </a:r>
            <a:r>
              <a:rPr lang="en-GB" sz="3600" dirty="0"/>
              <a:t> </a:t>
            </a:r>
            <a:r>
              <a:rPr lang="en-GB" sz="3600" dirty="0" err="1"/>
              <a:t>này</a:t>
            </a:r>
            <a:r>
              <a:rPr lang="en-GB" sz="3600" dirty="0"/>
              <a:t> </a:t>
            </a:r>
            <a:r>
              <a:rPr lang="en-GB" sz="3600" dirty="0" err="1"/>
              <a:t>phải</a:t>
            </a:r>
            <a:r>
              <a:rPr lang="en-GB" sz="3600" dirty="0"/>
              <a:t> </a:t>
            </a:r>
            <a:r>
              <a:rPr lang="en-GB" sz="3600" dirty="0" err="1"/>
              <a:t>phù</a:t>
            </a:r>
            <a:r>
              <a:rPr lang="en-GB" sz="3600" dirty="0"/>
              <a:t> </a:t>
            </a:r>
            <a:r>
              <a:rPr lang="en-GB" sz="3600" dirty="0" err="1"/>
              <a:t>hợp</a:t>
            </a:r>
            <a:r>
              <a:rPr lang="en-GB" sz="3600" dirty="0"/>
              <a:t> </a:t>
            </a:r>
            <a:r>
              <a:rPr lang="en-GB" sz="3600" dirty="0" err="1"/>
              <a:t>với</a:t>
            </a:r>
            <a:r>
              <a:rPr lang="en-GB" sz="3600" dirty="0"/>
              <a:t> </a:t>
            </a:r>
            <a:r>
              <a:rPr lang="en-GB" sz="3600" dirty="0" err="1"/>
              <a:t>mục</a:t>
            </a:r>
            <a:r>
              <a:rPr lang="en-GB" sz="3600" dirty="0"/>
              <a:t> </a:t>
            </a:r>
            <a:r>
              <a:rPr lang="en-GB" sz="3600" dirty="0" err="1"/>
              <a:t>tiêu</a:t>
            </a:r>
            <a:r>
              <a:rPr lang="en-GB" sz="3600" dirty="0"/>
              <a:t> </a:t>
            </a:r>
            <a:r>
              <a:rPr lang="en-GB" sz="3600" dirty="0" err="1"/>
              <a:t>chung</a:t>
            </a:r>
            <a:r>
              <a:rPr lang="en-GB" sz="3600" dirty="0"/>
              <a:t> </a:t>
            </a:r>
            <a:r>
              <a:rPr lang="en-GB" sz="3600" dirty="0" err="1"/>
              <a:t>của</a:t>
            </a:r>
            <a:r>
              <a:rPr lang="en-GB" sz="3600" dirty="0"/>
              <a:t> </a:t>
            </a:r>
            <a:r>
              <a:rPr lang="en-GB" sz="3600" dirty="0" err="1"/>
              <a:t>tổ</a:t>
            </a:r>
            <a:r>
              <a:rPr lang="en-GB" sz="3600" dirty="0"/>
              <a:t> </a:t>
            </a:r>
            <a:r>
              <a:rPr lang="en-GB" sz="3600" dirty="0" err="1"/>
              <a:t>chức</a:t>
            </a:r>
            <a:br>
              <a:rPr lang="en-GB" dirty="0"/>
            </a:br>
            <a:endParaRPr lang="en-GB" dirty="0"/>
          </a:p>
        </p:txBody>
      </p:sp>
    </p:spTree>
    <p:extLst>
      <p:ext uri="{BB962C8B-B14F-4D97-AF65-F5344CB8AC3E}">
        <p14:creationId xmlns:p14="http://schemas.microsoft.com/office/powerpoint/2010/main" val="603651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B4AE-50A9-4044-9EB8-3DFD04637CB9}"/>
              </a:ext>
            </a:extLst>
          </p:cNvPr>
          <p:cNvSpPr>
            <a:spLocks noGrp="1"/>
          </p:cNvSpPr>
          <p:nvPr>
            <p:ph type="title"/>
          </p:nvPr>
        </p:nvSpPr>
        <p:spPr/>
        <p:txBody>
          <a:bodyPr>
            <a:noAutofit/>
          </a:bodyPr>
          <a:lstStyle/>
          <a:p>
            <a:r>
              <a:rPr lang="pt-BR" b="1" i="1" dirty="0"/>
              <a:t>3.4.Mục tiêu của cá nhân</a:t>
            </a:r>
            <a:br>
              <a:rPr lang="pt-BR" b="1" dirty="0"/>
            </a:br>
            <a:endParaRPr lang="en-GB" b="1" dirty="0"/>
          </a:p>
        </p:txBody>
      </p:sp>
      <p:sp>
        <p:nvSpPr>
          <p:cNvPr id="3" name="Content Placeholder 2">
            <a:extLst>
              <a:ext uri="{FF2B5EF4-FFF2-40B4-BE49-F238E27FC236}">
                <a16:creationId xmlns:a16="http://schemas.microsoft.com/office/drawing/2014/main" id="{80362DFB-894A-461B-84D6-6B63A5A02CF7}"/>
              </a:ext>
            </a:extLst>
          </p:cNvPr>
          <p:cNvSpPr>
            <a:spLocks noGrp="1"/>
          </p:cNvSpPr>
          <p:nvPr>
            <p:ph idx="1"/>
          </p:nvPr>
        </p:nvSpPr>
        <p:spPr/>
        <p:txBody>
          <a:bodyPr>
            <a:normAutofit lnSpcReduction="10000"/>
          </a:bodyPr>
          <a:lstStyle/>
          <a:p>
            <a:r>
              <a:rPr lang="vi-VN" sz="3600" dirty="0">
                <a:latin typeface="Calibri" panose="020F0502020204030204" pitchFamily="34" charset="0"/>
              </a:rPr>
              <a:t>Nhà quản trị phải giúp nhân viên mình đạt được các mục tiêu cá nhân của họ. </a:t>
            </a:r>
            <a:endParaRPr lang="en-US" sz="3600" dirty="0"/>
          </a:p>
          <a:p>
            <a:r>
              <a:rPr lang="en-US" sz="3600" dirty="0" err="1"/>
              <a:t>Nếu</a:t>
            </a:r>
            <a:r>
              <a:rPr lang="en-US" sz="3600" dirty="0"/>
              <a:t> </a:t>
            </a:r>
            <a:r>
              <a:rPr lang="en-US" sz="3600" dirty="0" err="1"/>
              <a:t>mục</a:t>
            </a:r>
            <a:r>
              <a:rPr lang="en-US" sz="3600" dirty="0"/>
              <a:t> </a:t>
            </a:r>
            <a:r>
              <a:rPr lang="en-US" sz="3600" dirty="0" err="1"/>
              <a:t>tiêu</a:t>
            </a:r>
            <a:r>
              <a:rPr lang="en-US" sz="3600" dirty="0"/>
              <a:t> </a:t>
            </a:r>
            <a:r>
              <a:rPr lang="en-US" sz="3600" dirty="0" err="1"/>
              <a:t>cá</a:t>
            </a:r>
            <a:r>
              <a:rPr lang="en-US" sz="3600" dirty="0"/>
              <a:t> </a:t>
            </a:r>
            <a:r>
              <a:rPr lang="en-US" sz="3600" dirty="0" err="1"/>
              <a:t>nhân</a:t>
            </a:r>
            <a:r>
              <a:rPr lang="en-US" sz="3600" dirty="0"/>
              <a:t> </a:t>
            </a:r>
            <a:r>
              <a:rPr lang="en-US" sz="3600" dirty="0" err="1"/>
              <a:t>không</a:t>
            </a:r>
            <a:r>
              <a:rPr lang="en-US" sz="3600" dirty="0"/>
              <a:t> </a:t>
            </a:r>
            <a:r>
              <a:rPr lang="en-US" sz="3600" dirty="0" err="1"/>
              <a:t>đạt</a:t>
            </a:r>
            <a:r>
              <a:rPr lang="en-US" sz="3600" dirty="0"/>
              <a:t> </a:t>
            </a:r>
            <a:r>
              <a:rPr lang="en-US" sz="3600" dirty="0" err="1"/>
              <a:t>được,nguy</a:t>
            </a:r>
            <a:r>
              <a:rPr lang="en-US" sz="3600" dirty="0"/>
              <a:t> c</a:t>
            </a:r>
            <a:r>
              <a:rPr lang="vi-VN" sz="3600" dirty="0">
                <a:latin typeface="Calibri" panose="020F0502020204030204" pitchFamily="34" charset="0"/>
              </a:rPr>
              <a:t>ơ</a:t>
            </a:r>
            <a:r>
              <a:rPr lang="en-US" sz="3600" dirty="0"/>
              <a:t> </a:t>
            </a:r>
            <a:r>
              <a:rPr lang="en-US" sz="3600" dirty="0" err="1"/>
              <a:t>hiện</a:t>
            </a:r>
            <a:r>
              <a:rPr lang="en-US" sz="3600" dirty="0"/>
              <a:t> </a:t>
            </a:r>
            <a:r>
              <a:rPr lang="en-US" sz="3600" dirty="0" err="1"/>
              <a:t>hữu</a:t>
            </a:r>
            <a:r>
              <a:rPr lang="en-US" sz="3600" dirty="0"/>
              <a:t>:</a:t>
            </a:r>
          </a:p>
          <a:p>
            <a:pPr>
              <a:buNone/>
            </a:pPr>
            <a:r>
              <a:rPr lang="en-US" sz="3600" dirty="0">
                <a:latin typeface="Calibri" panose="020F0502020204030204" pitchFamily="34" charset="0"/>
              </a:rPr>
              <a:t>   - N</a:t>
            </a:r>
            <a:r>
              <a:rPr lang="vi-VN" sz="3600" dirty="0">
                <a:latin typeface="Calibri" panose="020F0502020204030204" pitchFamily="34" charset="0"/>
              </a:rPr>
              <a:t>ăng suất lao động sẽ giảm</a:t>
            </a:r>
            <a:endParaRPr lang="en-US" sz="3600" dirty="0"/>
          </a:p>
          <a:p>
            <a:pPr>
              <a:buNone/>
            </a:pPr>
            <a:r>
              <a:rPr lang="en-US" sz="3600" dirty="0"/>
              <a:t>   - </a:t>
            </a:r>
            <a:r>
              <a:rPr lang="en-US" sz="3600" dirty="0" err="1"/>
              <a:t>Hiệu</a:t>
            </a:r>
            <a:r>
              <a:rPr lang="en-US" sz="3600" dirty="0"/>
              <a:t> </a:t>
            </a:r>
            <a:r>
              <a:rPr lang="en-US" sz="3600" dirty="0" err="1"/>
              <a:t>quả</a:t>
            </a:r>
            <a:r>
              <a:rPr lang="en-US" sz="3600" dirty="0"/>
              <a:t> </a:t>
            </a:r>
            <a:r>
              <a:rPr lang="en-US" sz="3600" dirty="0" err="1"/>
              <a:t>công</a:t>
            </a:r>
            <a:r>
              <a:rPr lang="en-US" sz="3600" dirty="0"/>
              <a:t> </a:t>
            </a:r>
            <a:r>
              <a:rPr lang="en-US" sz="3600" dirty="0" err="1"/>
              <a:t>việc</a:t>
            </a:r>
            <a:r>
              <a:rPr lang="vi-VN" sz="3600" dirty="0">
                <a:latin typeface="Calibri" panose="020F0502020204030204" pitchFamily="34" charset="0"/>
              </a:rPr>
              <a:t> suy giảm</a:t>
            </a:r>
            <a:endParaRPr lang="en-US" sz="3600" dirty="0"/>
          </a:p>
          <a:p>
            <a:pPr>
              <a:buNone/>
            </a:pPr>
            <a:r>
              <a:rPr lang="en-US" sz="3600" dirty="0"/>
              <a:t>   - N</a:t>
            </a:r>
            <a:r>
              <a:rPr lang="vi-VN" sz="3600" dirty="0">
                <a:latin typeface="Calibri" panose="020F0502020204030204" pitchFamily="34" charset="0"/>
              </a:rPr>
              <a:t>hân viên</a:t>
            </a:r>
            <a:r>
              <a:rPr lang="en-US" sz="3600" dirty="0"/>
              <a:t> </a:t>
            </a:r>
            <a:r>
              <a:rPr lang="en-US" sz="3600" dirty="0" err="1"/>
              <a:t>nghỉ</a:t>
            </a:r>
            <a:r>
              <a:rPr lang="en-US" sz="3600" dirty="0"/>
              <a:t> </a:t>
            </a:r>
            <a:r>
              <a:rPr lang="en-US" sz="3600" dirty="0" err="1"/>
              <a:t>việc</a:t>
            </a:r>
            <a:br>
              <a:rPr lang="vi-VN" dirty="0">
                <a:latin typeface="Calibri" panose="020F0502020204030204" pitchFamily="34" charset="0"/>
              </a:rPr>
            </a:br>
            <a:endParaRPr lang="en-GB" dirty="0"/>
          </a:p>
        </p:txBody>
      </p:sp>
    </p:spTree>
    <p:extLst>
      <p:ext uri="{BB962C8B-B14F-4D97-AF65-F5344CB8AC3E}">
        <p14:creationId xmlns:p14="http://schemas.microsoft.com/office/powerpoint/2010/main" val="1069201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76" name="Rectangle 70">
            <a:extLst>
              <a:ext uri="{FF2B5EF4-FFF2-40B4-BE49-F238E27FC236}">
                <a16:creationId xmlns:a16="http://schemas.microsoft.com/office/drawing/2014/main" id="{53BB5D57-6178-4F62-B472-0312F6D95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44A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4800B320-C486-4967-AFB8-58E3EBDA9E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0624" y="0"/>
            <a:ext cx="12584115" cy="6853238"/>
            <a:chOff x="-417513" y="0"/>
            <a:chExt cx="12584114" cy="6853238"/>
          </a:xfrm>
        </p:grpSpPr>
        <p:sp>
          <p:nvSpPr>
            <p:cNvPr id="74" name="Freeform 5">
              <a:extLst>
                <a:ext uri="{FF2B5EF4-FFF2-40B4-BE49-F238E27FC236}">
                  <a16:creationId xmlns:a16="http://schemas.microsoft.com/office/drawing/2014/main" id="{B6E6BEB2-753A-4253-9BE2-9E569A8A5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6">
              <a:extLst>
                <a:ext uri="{FF2B5EF4-FFF2-40B4-BE49-F238E27FC236}">
                  <a16:creationId xmlns:a16="http://schemas.microsoft.com/office/drawing/2014/main" id="{196A6026-E2E2-4401-BB72-F8314907AB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7">
              <a:extLst>
                <a:ext uri="{FF2B5EF4-FFF2-40B4-BE49-F238E27FC236}">
                  <a16:creationId xmlns:a16="http://schemas.microsoft.com/office/drawing/2014/main" id="{C852B828-3E4B-4404-AEE7-815B0B6EE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8">
              <a:extLst>
                <a:ext uri="{FF2B5EF4-FFF2-40B4-BE49-F238E27FC236}">
                  <a16:creationId xmlns:a16="http://schemas.microsoft.com/office/drawing/2014/main" id="{B2BAC571-023A-4027-9689-5A7375FE53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 name="Freeform 9">
              <a:extLst>
                <a:ext uri="{FF2B5EF4-FFF2-40B4-BE49-F238E27FC236}">
                  <a16:creationId xmlns:a16="http://schemas.microsoft.com/office/drawing/2014/main" id="{6BB424FB-2158-48AB-9A28-A11889AA5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10">
              <a:extLst>
                <a:ext uri="{FF2B5EF4-FFF2-40B4-BE49-F238E27FC236}">
                  <a16:creationId xmlns:a16="http://schemas.microsoft.com/office/drawing/2014/main" id="{BE5FA512-D3FE-4F91-AE23-51DAAAA74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1">
              <a:extLst>
                <a:ext uri="{FF2B5EF4-FFF2-40B4-BE49-F238E27FC236}">
                  <a16:creationId xmlns:a16="http://schemas.microsoft.com/office/drawing/2014/main" id="{83CF3A0A-06AA-4987-8182-4F86E662E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12">
              <a:extLst>
                <a:ext uri="{FF2B5EF4-FFF2-40B4-BE49-F238E27FC236}">
                  <a16:creationId xmlns:a16="http://schemas.microsoft.com/office/drawing/2014/main" id="{969C6F15-1F6D-46D5-8C47-3FBC31253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3">
              <a:extLst>
                <a:ext uri="{FF2B5EF4-FFF2-40B4-BE49-F238E27FC236}">
                  <a16:creationId xmlns:a16="http://schemas.microsoft.com/office/drawing/2014/main" id="{01E2B94D-4E93-4C11-A1FC-B3A6E8CC5F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4">
              <a:extLst>
                <a:ext uri="{FF2B5EF4-FFF2-40B4-BE49-F238E27FC236}">
                  <a16:creationId xmlns:a16="http://schemas.microsoft.com/office/drawing/2014/main" id="{F47C1110-8C08-4C26-BD0D-3083BFAC1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5">
              <a:extLst>
                <a:ext uri="{FF2B5EF4-FFF2-40B4-BE49-F238E27FC236}">
                  <a16:creationId xmlns:a16="http://schemas.microsoft.com/office/drawing/2014/main" id="{3085CEBC-D1F5-4F82-93C8-8ED38B7CBE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6">
              <a:extLst>
                <a:ext uri="{FF2B5EF4-FFF2-40B4-BE49-F238E27FC236}">
                  <a16:creationId xmlns:a16="http://schemas.microsoft.com/office/drawing/2014/main" id="{3ED8F25D-E867-46B6-A62D-3B2114768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7">
              <a:extLst>
                <a:ext uri="{FF2B5EF4-FFF2-40B4-BE49-F238E27FC236}">
                  <a16:creationId xmlns:a16="http://schemas.microsoft.com/office/drawing/2014/main" id="{6BB81545-0C01-4B56-BADD-6B7D5B72A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8">
              <a:extLst>
                <a:ext uri="{FF2B5EF4-FFF2-40B4-BE49-F238E27FC236}">
                  <a16:creationId xmlns:a16="http://schemas.microsoft.com/office/drawing/2014/main" id="{A1574FCC-646A-4771-AB54-A44212F19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9">
              <a:extLst>
                <a:ext uri="{FF2B5EF4-FFF2-40B4-BE49-F238E27FC236}">
                  <a16:creationId xmlns:a16="http://schemas.microsoft.com/office/drawing/2014/main" id="{A56CC2BC-E51D-4A79-AA80-770FAA7844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20">
              <a:extLst>
                <a:ext uri="{FF2B5EF4-FFF2-40B4-BE49-F238E27FC236}">
                  <a16:creationId xmlns:a16="http://schemas.microsoft.com/office/drawing/2014/main" id="{C95E0495-B7F8-44C5-AD1F-5F3C8633E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21">
              <a:extLst>
                <a:ext uri="{FF2B5EF4-FFF2-40B4-BE49-F238E27FC236}">
                  <a16:creationId xmlns:a16="http://schemas.microsoft.com/office/drawing/2014/main" id="{28C1E7AA-A198-498A-9426-7632D7AA3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1" name="Freeform 22">
              <a:extLst>
                <a:ext uri="{FF2B5EF4-FFF2-40B4-BE49-F238E27FC236}">
                  <a16:creationId xmlns:a16="http://schemas.microsoft.com/office/drawing/2014/main" id="{96410611-0DF8-42D3-91B1-B87AE692EB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3">
              <a:extLst>
                <a:ext uri="{FF2B5EF4-FFF2-40B4-BE49-F238E27FC236}">
                  <a16:creationId xmlns:a16="http://schemas.microsoft.com/office/drawing/2014/main" id="{EACF821F-24B2-49B5-8688-744B0EADF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4">
              <a:extLst>
                <a:ext uri="{FF2B5EF4-FFF2-40B4-BE49-F238E27FC236}">
                  <a16:creationId xmlns:a16="http://schemas.microsoft.com/office/drawing/2014/main" id="{418BD791-FEEE-4A18-A5EF-F3815F184C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5">
              <a:extLst>
                <a:ext uri="{FF2B5EF4-FFF2-40B4-BE49-F238E27FC236}">
                  <a16:creationId xmlns:a16="http://schemas.microsoft.com/office/drawing/2014/main" id="{D5D16C8F-EA4F-447C-934A-06E7BFAE9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pic>
        <p:nvPicPr>
          <p:cNvPr id="3074" name="Picture 2" descr="12 Bước hướng dẫn Thiết lập mục tiêu của BRIAN TRACY">
            <a:extLst>
              <a:ext uri="{FF2B5EF4-FFF2-40B4-BE49-F238E27FC236}">
                <a16:creationId xmlns:a16="http://schemas.microsoft.com/office/drawing/2014/main" id="{D372AC70-FE66-46E0-AF93-F6B1E3E469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61379" y="643467"/>
            <a:ext cx="10269247"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05931"/>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09B737-5F6B-407F-998D-1DD92EF1A41B}"/>
              </a:ext>
            </a:extLst>
          </p:cNvPr>
          <p:cNvPicPr>
            <a:picLocks noChangeAspect="1"/>
          </p:cNvPicPr>
          <p:nvPr/>
        </p:nvPicPr>
        <p:blipFill>
          <a:blip r:embed="rId2"/>
          <a:stretch>
            <a:fillRect/>
          </a:stretch>
        </p:blipFill>
        <p:spPr>
          <a:xfrm>
            <a:off x="1049868" y="-78745"/>
            <a:ext cx="10092267" cy="7015490"/>
          </a:xfrm>
          <a:prstGeom prst="rect">
            <a:avLst/>
          </a:prstGeom>
        </p:spPr>
      </p:pic>
    </p:spTree>
    <p:extLst>
      <p:ext uri="{BB962C8B-B14F-4D97-AF65-F5344CB8AC3E}">
        <p14:creationId xmlns:p14="http://schemas.microsoft.com/office/powerpoint/2010/main" val="2070252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3"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0" name="Group 29">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6" y="1186487"/>
            <a:ext cx="8848345" cy="4477933"/>
            <a:chOff x="1669293" y="1186483"/>
            <a:chExt cx="8848345" cy="4477933"/>
          </a:xfrm>
        </p:grpSpPr>
        <p:sp>
          <p:nvSpPr>
            <p:cNvPr id="31" name="Rectangle 30">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35" name="Rectangle 34">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 y="6419"/>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38"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p:spPr>
        </p:sp>
        <p:sp>
          <p:nvSpPr>
            <p:cNvPr id="39"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40"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p:spPr>
        </p:sp>
        <p:sp>
          <p:nvSpPr>
            <p:cNvPr id="41"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p:spPr>
        </p:sp>
        <p:sp>
          <p:nvSpPr>
            <p:cNvPr id="42"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p:spPr>
        </p:sp>
        <p:sp>
          <p:nvSpPr>
            <p:cNvPr id="43"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p:spPr>
        </p:sp>
        <p:sp>
          <p:nvSpPr>
            <p:cNvPr id="44"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p:spPr>
        </p:sp>
        <p:sp>
          <p:nvSpPr>
            <p:cNvPr id="45"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p:spPr>
        </p:sp>
        <p:sp>
          <p:nvSpPr>
            <p:cNvPr id="46"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p:spPr>
        </p:sp>
        <p:sp>
          <p:nvSpPr>
            <p:cNvPr id="47"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p:spPr>
        </p:sp>
        <p:sp>
          <p:nvSpPr>
            <p:cNvPr id="48"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p:spPr>
        </p:sp>
        <p:sp>
          <p:nvSpPr>
            <p:cNvPr id="49"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p:spPr>
        </p:sp>
        <p:sp>
          <p:nvSpPr>
            <p:cNvPr id="50"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p:spPr>
        </p:sp>
        <p:sp>
          <p:nvSpPr>
            <p:cNvPr id="51"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p:spPr>
        </p:sp>
        <p:sp>
          <p:nvSpPr>
            <p:cNvPr id="52"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p:spPr>
        </p:sp>
        <p:sp>
          <p:nvSpPr>
            <p:cNvPr id="53"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p:spPr>
        </p:sp>
        <p:sp>
          <p:nvSpPr>
            <p:cNvPr id="54"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p:spPr>
        </p:sp>
        <p:sp>
          <p:nvSpPr>
            <p:cNvPr id="55"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p:spPr>
        </p:sp>
        <p:sp>
          <p:nvSpPr>
            <p:cNvPr id="56"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p:spPr>
        </p:sp>
      </p:grpSp>
      <p:sp>
        <p:nvSpPr>
          <p:cNvPr id="2" name="Title 1">
            <a:extLst>
              <a:ext uri="{FF2B5EF4-FFF2-40B4-BE49-F238E27FC236}">
                <a16:creationId xmlns:a16="http://schemas.microsoft.com/office/drawing/2014/main" id="{EA7A77C1-825A-4E03-BEFE-EA8CD245E94A}"/>
              </a:ext>
            </a:extLst>
          </p:cNvPr>
          <p:cNvSpPr>
            <a:spLocks noGrp="1"/>
          </p:cNvSpPr>
          <p:nvPr>
            <p:ph type="title"/>
          </p:nvPr>
        </p:nvSpPr>
        <p:spPr>
          <a:xfrm>
            <a:off x="2004718" y="1263408"/>
            <a:ext cx="8239252" cy="3115075"/>
          </a:xfrm>
        </p:spPr>
        <p:txBody>
          <a:bodyPr vert="horz" lIns="228600" tIns="228600" rIns="228600" bIns="0" rtlCol="0" anchor="b">
            <a:normAutofit/>
          </a:bodyPr>
          <a:lstStyle/>
          <a:p>
            <a:pPr algn="l">
              <a:lnSpc>
                <a:spcPct val="80000"/>
              </a:lnSpc>
            </a:pPr>
            <a:r>
              <a:rPr lang="en-US" sz="7200" dirty="0">
                <a:solidFill>
                  <a:schemeClr val="tx1"/>
                </a:solidFill>
              </a:rPr>
              <a:t>4. </a:t>
            </a:r>
            <a:r>
              <a:rPr lang="en-US" sz="7200" dirty="0" err="1">
                <a:solidFill>
                  <a:schemeClr val="tx1"/>
                </a:solidFill>
              </a:rPr>
              <a:t>Vai</a:t>
            </a:r>
            <a:r>
              <a:rPr lang="en-US" sz="7200" dirty="0">
                <a:solidFill>
                  <a:schemeClr val="tx1"/>
                </a:solidFill>
              </a:rPr>
              <a:t> </a:t>
            </a:r>
            <a:r>
              <a:rPr lang="en-US" sz="7200" dirty="0" err="1">
                <a:solidFill>
                  <a:schemeClr val="tx1"/>
                </a:solidFill>
              </a:rPr>
              <a:t>trò</a:t>
            </a:r>
            <a:r>
              <a:rPr lang="en-US" sz="7200" dirty="0">
                <a:solidFill>
                  <a:schemeClr val="tx1"/>
                </a:solidFill>
              </a:rPr>
              <a:t> </a:t>
            </a:r>
            <a:r>
              <a:rPr lang="en-US" sz="7200" dirty="0" err="1">
                <a:solidFill>
                  <a:schemeClr val="tx1"/>
                </a:solidFill>
              </a:rPr>
              <a:t>của</a:t>
            </a:r>
            <a:r>
              <a:rPr lang="en-US" sz="7200" dirty="0">
                <a:solidFill>
                  <a:schemeClr val="tx1"/>
                </a:solidFill>
              </a:rPr>
              <a:t> </a:t>
            </a:r>
            <a:r>
              <a:rPr lang="en-US" sz="7200" dirty="0" err="1">
                <a:solidFill>
                  <a:schemeClr val="tx1"/>
                </a:solidFill>
              </a:rPr>
              <a:t>Quản</a:t>
            </a:r>
            <a:r>
              <a:rPr lang="en-US" sz="7200" dirty="0">
                <a:solidFill>
                  <a:schemeClr val="tx1"/>
                </a:solidFill>
              </a:rPr>
              <a:t> </a:t>
            </a:r>
            <a:r>
              <a:rPr lang="en-US" sz="7200" dirty="0" err="1">
                <a:solidFill>
                  <a:schemeClr val="tx1"/>
                </a:solidFill>
              </a:rPr>
              <a:t>trị</a:t>
            </a:r>
            <a:r>
              <a:rPr lang="en-US" sz="7200" dirty="0">
                <a:solidFill>
                  <a:schemeClr val="tx1"/>
                </a:solidFill>
              </a:rPr>
              <a:t> </a:t>
            </a:r>
            <a:r>
              <a:rPr lang="en-US" sz="7200" dirty="0" err="1">
                <a:solidFill>
                  <a:schemeClr val="tx1"/>
                </a:solidFill>
              </a:rPr>
              <a:t>nhân</a:t>
            </a:r>
            <a:r>
              <a:rPr lang="en-US" sz="7200" dirty="0">
                <a:solidFill>
                  <a:schemeClr val="tx1"/>
                </a:solidFill>
              </a:rPr>
              <a:t> </a:t>
            </a:r>
            <a:r>
              <a:rPr lang="en-US" sz="7200" dirty="0" err="1">
                <a:solidFill>
                  <a:schemeClr val="tx1"/>
                </a:solidFill>
              </a:rPr>
              <a:t>lực</a:t>
            </a:r>
            <a:endParaRPr lang="en-US" sz="7200" dirty="0">
              <a:solidFill>
                <a:schemeClr val="tx1"/>
              </a:solidFill>
            </a:endParaRPr>
          </a:p>
        </p:txBody>
      </p:sp>
      <p:sp>
        <p:nvSpPr>
          <p:cNvPr id="4" name="Text Placeholder 3">
            <a:extLst>
              <a:ext uri="{FF2B5EF4-FFF2-40B4-BE49-F238E27FC236}">
                <a16:creationId xmlns:a16="http://schemas.microsoft.com/office/drawing/2014/main" id="{5C148CCB-BD27-4B81-8B37-50FA1E652A1B}"/>
              </a:ext>
            </a:extLst>
          </p:cNvPr>
          <p:cNvSpPr>
            <a:spLocks noGrp="1"/>
          </p:cNvSpPr>
          <p:nvPr>
            <p:ph type="body" idx="1"/>
          </p:nvPr>
        </p:nvSpPr>
        <p:spPr>
          <a:xfrm>
            <a:off x="2004716" y="4560436"/>
            <a:ext cx="8239253" cy="1228171"/>
          </a:xfrm>
        </p:spPr>
        <p:txBody>
          <a:bodyPr vert="horz" lIns="91440" tIns="0" rIns="91440" bIns="45720" rtlCol="0">
            <a:normAutofit/>
          </a:bodyPr>
          <a:lstStyle/>
          <a:p>
            <a:pPr algn="l">
              <a:lnSpc>
                <a:spcPct val="100000"/>
              </a:lnSpc>
            </a:pPr>
            <a:endParaRPr lang="en-US" sz="2400">
              <a:solidFill>
                <a:schemeClr val="tx1"/>
              </a:solidFill>
            </a:endParaRPr>
          </a:p>
        </p:txBody>
      </p:sp>
      <p:sp>
        <p:nvSpPr>
          <p:cNvPr id="58" name="Isosceles Triangle 57">
            <a:extLst>
              <a:ext uri="{FF2B5EF4-FFF2-40B4-BE49-F238E27FC236}">
                <a16:creationId xmlns:a16="http://schemas.microsoft.com/office/drawing/2014/main" id="{A4CD35EF-7348-4E64-8700-827E64EA4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35825" y="3320139"/>
            <a:ext cx="300775" cy="25928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tx1"/>
              </a:solidFill>
            </a:endParaRPr>
          </a:p>
        </p:txBody>
      </p:sp>
    </p:spTree>
    <p:extLst>
      <p:ext uri="{BB962C8B-B14F-4D97-AF65-F5344CB8AC3E}">
        <p14:creationId xmlns:p14="http://schemas.microsoft.com/office/powerpoint/2010/main" val="2975948281"/>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3"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9F7AE3B9-B22F-4735-AF33-98E9983AA936}"/>
              </a:ext>
            </a:extLst>
          </p:cNvPr>
          <p:cNvSpPr>
            <a:spLocks noGrp="1"/>
          </p:cNvSpPr>
          <p:nvPr>
            <p:ph type="title"/>
          </p:nvPr>
        </p:nvSpPr>
        <p:spPr>
          <a:xfrm>
            <a:off x="1759289" y="798885"/>
            <a:ext cx="8673427" cy="1048945"/>
          </a:xfrm>
        </p:spPr>
        <p:txBody>
          <a:bodyPr>
            <a:normAutofit/>
          </a:bodyPr>
          <a:lstStyle/>
          <a:p>
            <a:r>
              <a:rPr lang="en-US" b="1" dirty="0" err="1">
                <a:solidFill>
                  <a:schemeClr val="tx1"/>
                </a:solidFill>
              </a:rPr>
              <a:t>Vai</a:t>
            </a:r>
            <a:r>
              <a:rPr lang="en-US" b="1" dirty="0">
                <a:solidFill>
                  <a:schemeClr val="tx1"/>
                </a:solidFill>
              </a:rPr>
              <a:t> </a:t>
            </a:r>
            <a:r>
              <a:rPr lang="en-US" b="1" dirty="0" err="1">
                <a:solidFill>
                  <a:schemeClr val="tx1"/>
                </a:solidFill>
              </a:rPr>
              <a:t>trò</a:t>
            </a:r>
            <a:r>
              <a:rPr lang="en-US" b="1" dirty="0">
                <a:solidFill>
                  <a:schemeClr val="tx1"/>
                </a:solidFill>
              </a:rPr>
              <a:t> </a:t>
            </a:r>
            <a:r>
              <a:rPr lang="en-US" b="1" dirty="0" err="1">
                <a:solidFill>
                  <a:schemeClr val="tx1"/>
                </a:solidFill>
              </a:rPr>
              <a:t>của</a:t>
            </a:r>
            <a:r>
              <a:rPr lang="en-US" b="1" dirty="0">
                <a:solidFill>
                  <a:schemeClr val="tx1"/>
                </a:solidFill>
              </a:rPr>
              <a:t> </a:t>
            </a:r>
            <a:r>
              <a:rPr lang="en-US" b="1" dirty="0" err="1">
                <a:solidFill>
                  <a:schemeClr val="tx1"/>
                </a:solidFill>
              </a:rPr>
              <a:t>quản</a:t>
            </a:r>
            <a:r>
              <a:rPr lang="en-US" b="1" dirty="0">
                <a:solidFill>
                  <a:schemeClr val="tx1"/>
                </a:solidFill>
              </a:rPr>
              <a:t> </a:t>
            </a:r>
            <a:r>
              <a:rPr lang="en-US" b="1" dirty="0" err="1">
                <a:solidFill>
                  <a:schemeClr val="tx1"/>
                </a:solidFill>
              </a:rPr>
              <a:t>trị</a:t>
            </a:r>
            <a:r>
              <a:rPr lang="en-US" b="1" dirty="0">
                <a:solidFill>
                  <a:schemeClr val="tx1"/>
                </a:solidFill>
              </a:rPr>
              <a:t> </a:t>
            </a:r>
            <a:r>
              <a:rPr lang="en-US" b="1" dirty="0" err="1">
                <a:solidFill>
                  <a:schemeClr val="tx1"/>
                </a:solidFill>
              </a:rPr>
              <a:t>nhân</a:t>
            </a:r>
            <a:r>
              <a:rPr lang="en-US" b="1" dirty="0">
                <a:solidFill>
                  <a:schemeClr val="tx1"/>
                </a:solidFill>
              </a:rPr>
              <a:t> </a:t>
            </a:r>
            <a:r>
              <a:rPr lang="en-US" b="1" dirty="0" err="1">
                <a:solidFill>
                  <a:schemeClr val="tx1"/>
                </a:solidFill>
              </a:rPr>
              <a:t>lực</a:t>
            </a:r>
            <a:endParaRPr lang="en-GB" b="1" dirty="0">
              <a:solidFill>
                <a:schemeClr val="tx1"/>
              </a:solidFill>
            </a:endParaRPr>
          </a:p>
        </p:txBody>
      </p:sp>
      <p:graphicFrame>
        <p:nvGraphicFramePr>
          <p:cNvPr id="5" name="Content Placeholder 2">
            <a:extLst>
              <a:ext uri="{FF2B5EF4-FFF2-40B4-BE49-F238E27FC236}">
                <a16:creationId xmlns:a16="http://schemas.microsoft.com/office/drawing/2014/main" id="{A10A36EE-D803-400D-8257-59B0EA90EB72}"/>
              </a:ext>
            </a:extLst>
          </p:cNvPr>
          <p:cNvGraphicFramePr>
            <a:graphicFrameLocks noGrp="1"/>
          </p:cNvGraphicFramePr>
          <p:nvPr>
            <p:ph idx="1"/>
            <p:extLst>
              <p:ext uri="{D42A27DB-BD31-4B8C-83A1-F6EECF244321}">
                <p14:modId xmlns:p14="http://schemas.microsoft.com/office/powerpoint/2010/main" val="416163025"/>
              </p:ext>
            </p:extLst>
          </p:nvPr>
        </p:nvGraphicFramePr>
        <p:xfrm>
          <a:off x="807723" y="2004039"/>
          <a:ext cx="10576559" cy="417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6690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6E39E-82B8-44CE-A2F3-BBC7D139593B}"/>
              </a:ext>
            </a:extLst>
          </p:cNvPr>
          <p:cNvSpPr>
            <a:spLocks noGrp="1"/>
          </p:cNvSpPr>
          <p:nvPr>
            <p:ph type="title"/>
          </p:nvPr>
        </p:nvSpPr>
        <p:spPr/>
        <p:txBody>
          <a:bodyPr/>
          <a:lstStyle/>
          <a:p>
            <a:r>
              <a:rPr lang="en-US" b="1" dirty="0"/>
              <a:t>4.1.Vai </a:t>
            </a:r>
            <a:r>
              <a:rPr lang="en-US" b="1" dirty="0" err="1"/>
              <a:t>trò</a:t>
            </a:r>
            <a:r>
              <a:rPr lang="en-US" b="1" dirty="0"/>
              <a:t> </a:t>
            </a:r>
            <a:r>
              <a:rPr lang="en-US" b="1" dirty="0" err="1"/>
              <a:t>về</a:t>
            </a:r>
            <a:r>
              <a:rPr lang="en-US" b="1" dirty="0"/>
              <a:t> </a:t>
            </a:r>
            <a:r>
              <a:rPr lang="en-US" b="1" dirty="0" err="1"/>
              <a:t>chính</a:t>
            </a:r>
            <a:r>
              <a:rPr lang="en-US" b="1" dirty="0"/>
              <a:t> </a:t>
            </a:r>
            <a:r>
              <a:rPr lang="en-US" b="1" dirty="0" err="1"/>
              <a:t>sách</a:t>
            </a:r>
            <a:endParaRPr lang="en-GB" b="1" dirty="0"/>
          </a:p>
        </p:txBody>
      </p:sp>
      <p:sp>
        <p:nvSpPr>
          <p:cNvPr id="3" name="Content Placeholder 2">
            <a:extLst>
              <a:ext uri="{FF2B5EF4-FFF2-40B4-BE49-F238E27FC236}">
                <a16:creationId xmlns:a16="http://schemas.microsoft.com/office/drawing/2014/main" id="{EABFB7DA-EF3C-4FF0-BF16-1A9E8BFB99A5}"/>
              </a:ext>
            </a:extLst>
          </p:cNvPr>
          <p:cNvSpPr>
            <a:spLocks noGrp="1"/>
          </p:cNvSpPr>
          <p:nvPr>
            <p:ph idx="1"/>
          </p:nvPr>
        </p:nvSpPr>
        <p:spPr/>
        <p:txBody>
          <a:bodyPr/>
          <a:lstStyle/>
          <a:p>
            <a:r>
              <a:rPr lang="en-GB" dirty="0" err="1"/>
              <a:t>Đề</a:t>
            </a:r>
            <a:r>
              <a:rPr lang="en-GB" dirty="0"/>
              <a:t> </a:t>
            </a:r>
            <a:r>
              <a:rPr lang="en-GB" dirty="0" err="1"/>
              <a:t>ra</a:t>
            </a:r>
            <a:r>
              <a:rPr lang="en-GB" dirty="0"/>
              <a:t> </a:t>
            </a:r>
            <a:r>
              <a:rPr lang="en-GB" dirty="0" err="1"/>
              <a:t>các</a:t>
            </a:r>
            <a:r>
              <a:rPr lang="en-GB" dirty="0"/>
              <a:t> </a:t>
            </a:r>
            <a:r>
              <a:rPr lang="en-GB" dirty="0" err="1"/>
              <a:t>chính</a:t>
            </a:r>
            <a:r>
              <a:rPr lang="en-GB" dirty="0"/>
              <a:t> </a:t>
            </a:r>
            <a:r>
              <a:rPr lang="en-GB" dirty="0" err="1"/>
              <a:t>sách</a:t>
            </a:r>
            <a:r>
              <a:rPr lang="en-GB" dirty="0"/>
              <a:t> </a:t>
            </a:r>
            <a:r>
              <a:rPr lang="en-GB" dirty="0" err="1"/>
              <a:t>hoặc</a:t>
            </a:r>
            <a:r>
              <a:rPr lang="en-GB" dirty="0"/>
              <a:t> </a:t>
            </a:r>
            <a:r>
              <a:rPr lang="en-GB" dirty="0" err="1"/>
              <a:t>cố</a:t>
            </a:r>
            <a:r>
              <a:rPr lang="en-GB" dirty="0"/>
              <a:t> </a:t>
            </a:r>
            <a:r>
              <a:rPr lang="en-GB" dirty="0" err="1"/>
              <a:t>vấn</a:t>
            </a:r>
            <a:r>
              <a:rPr lang="en-GB" dirty="0"/>
              <a:t> </a:t>
            </a:r>
            <a:r>
              <a:rPr lang="en-GB" dirty="0" err="1"/>
              <a:t>cho</a:t>
            </a:r>
            <a:r>
              <a:rPr lang="en-GB" dirty="0"/>
              <a:t> </a:t>
            </a:r>
            <a:r>
              <a:rPr lang="en-GB" dirty="0" err="1"/>
              <a:t>lãnh</a:t>
            </a:r>
            <a:r>
              <a:rPr lang="en-GB" dirty="0"/>
              <a:t> </a:t>
            </a:r>
            <a:r>
              <a:rPr lang="en-GB" dirty="0" err="1"/>
              <a:t>đạo</a:t>
            </a:r>
            <a:r>
              <a:rPr lang="en-GB" dirty="0"/>
              <a:t> </a:t>
            </a:r>
            <a:r>
              <a:rPr lang="en-GB" dirty="0" err="1"/>
              <a:t>cấp</a:t>
            </a:r>
            <a:r>
              <a:rPr lang="en-GB" dirty="0"/>
              <a:t> </a:t>
            </a:r>
            <a:r>
              <a:rPr lang="en-GB" dirty="0" err="1"/>
              <a:t>cao</a:t>
            </a:r>
            <a:r>
              <a:rPr lang="en-GB" dirty="0"/>
              <a:t> </a:t>
            </a:r>
            <a:r>
              <a:rPr lang="en-GB" dirty="0" err="1"/>
              <a:t>trong</a:t>
            </a:r>
            <a:r>
              <a:rPr lang="en-GB" dirty="0"/>
              <a:t> </a:t>
            </a:r>
            <a:r>
              <a:rPr lang="en-GB" dirty="0" err="1"/>
              <a:t>việc</a:t>
            </a:r>
            <a:r>
              <a:rPr lang="en-GB" dirty="0"/>
              <a:t> </a:t>
            </a:r>
            <a:r>
              <a:rPr lang="en-GB" dirty="0" err="1"/>
              <a:t>đề</a:t>
            </a:r>
            <a:r>
              <a:rPr lang="en-GB" dirty="0"/>
              <a:t> </a:t>
            </a:r>
            <a:r>
              <a:rPr lang="en-GB" dirty="0" err="1"/>
              <a:t>ra</a:t>
            </a:r>
            <a:r>
              <a:rPr lang="en-GB" dirty="0"/>
              <a:t> </a:t>
            </a:r>
            <a:r>
              <a:rPr lang="en-GB" dirty="0" err="1"/>
              <a:t>chính</a:t>
            </a:r>
            <a:r>
              <a:rPr lang="en-GB" dirty="0"/>
              <a:t> </a:t>
            </a:r>
            <a:r>
              <a:rPr lang="en-GB" dirty="0" err="1"/>
              <a:t>sách</a:t>
            </a:r>
            <a:r>
              <a:rPr lang="en-GB" dirty="0"/>
              <a:t> </a:t>
            </a:r>
            <a:r>
              <a:rPr lang="en-GB" dirty="0" err="1"/>
              <a:t>liên</a:t>
            </a:r>
            <a:r>
              <a:rPr lang="en-GB" dirty="0"/>
              <a:t> </a:t>
            </a:r>
            <a:r>
              <a:rPr lang="en-GB" dirty="0" err="1"/>
              <a:t>quan</a:t>
            </a:r>
            <a:r>
              <a:rPr lang="en-GB" dirty="0"/>
              <a:t> </a:t>
            </a:r>
            <a:r>
              <a:rPr lang="en-GB" dirty="0" err="1"/>
              <a:t>đến</a:t>
            </a:r>
            <a:r>
              <a:rPr lang="en-GB" dirty="0"/>
              <a:t> </a:t>
            </a:r>
            <a:r>
              <a:rPr lang="en-GB" dirty="0" err="1"/>
              <a:t>tài</a:t>
            </a:r>
            <a:r>
              <a:rPr lang="en-GB" dirty="0"/>
              <a:t> </a:t>
            </a:r>
            <a:r>
              <a:rPr lang="en-GB" dirty="0" err="1"/>
              <a:t>nguyên</a:t>
            </a:r>
            <a:r>
              <a:rPr lang="en-GB" dirty="0"/>
              <a:t> </a:t>
            </a:r>
            <a:r>
              <a:rPr lang="en-GB" dirty="0" err="1"/>
              <a:t>nhân</a:t>
            </a:r>
            <a:r>
              <a:rPr lang="en-GB" dirty="0"/>
              <a:t> </a:t>
            </a:r>
            <a:r>
              <a:rPr lang="en-GB" dirty="0" err="1"/>
              <a:t>sự</a:t>
            </a:r>
            <a:r>
              <a:rPr lang="en-GB" dirty="0"/>
              <a:t> </a:t>
            </a:r>
          </a:p>
          <a:p>
            <a:r>
              <a:rPr lang="en-GB" dirty="0" err="1"/>
              <a:t>Đảm</a:t>
            </a:r>
            <a:r>
              <a:rPr lang="en-GB" dirty="0"/>
              <a:t> </a:t>
            </a:r>
            <a:r>
              <a:rPr lang="en-GB" dirty="0" err="1"/>
              <a:t>bảo</a:t>
            </a:r>
            <a:r>
              <a:rPr lang="en-GB" dirty="0"/>
              <a:t> </a:t>
            </a:r>
            <a:r>
              <a:rPr lang="en-GB" dirty="0" err="1"/>
              <a:t>các</a:t>
            </a:r>
            <a:r>
              <a:rPr lang="en-GB" dirty="0"/>
              <a:t> </a:t>
            </a:r>
            <a:r>
              <a:rPr lang="en-GB" dirty="0" err="1"/>
              <a:t>chính</a:t>
            </a:r>
            <a:r>
              <a:rPr lang="en-GB" dirty="0"/>
              <a:t> </a:t>
            </a:r>
            <a:r>
              <a:rPr lang="en-GB" dirty="0" err="1"/>
              <a:t>sách</a:t>
            </a:r>
            <a:r>
              <a:rPr lang="en-GB" dirty="0"/>
              <a:t> </a:t>
            </a:r>
            <a:r>
              <a:rPr lang="en-GB" dirty="0" err="1"/>
              <a:t>đó</a:t>
            </a:r>
            <a:r>
              <a:rPr lang="en-GB" dirty="0"/>
              <a:t> đ</a:t>
            </a:r>
            <a:r>
              <a:rPr lang="vi-VN" dirty="0">
                <a:latin typeface="Calibri" panose="020F0502020204030204" pitchFamily="34" charset="0"/>
              </a:rPr>
              <a:t>ư</a:t>
            </a:r>
            <a:r>
              <a:rPr lang="en-US" dirty="0" err="1"/>
              <a:t>ợc</a:t>
            </a:r>
            <a:r>
              <a:rPr lang="en-US" dirty="0"/>
              <a:t> </a:t>
            </a:r>
            <a:r>
              <a:rPr lang="en-US" dirty="0" err="1"/>
              <a:t>thi</a:t>
            </a:r>
            <a:r>
              <a:rPr lang="en-US" dirty="0"/>
              <a:t> </a:t>
            </a:r>
            <a:r>
              <a:rPr lang="en-US" dirty="0" err="1"/>
              <a:t>hành</a:t>
            </a:r>
            <a:br>
              <a:rPr lang="en-GB" dirty="0"/>
            </a:br>
            <a:endParaRPr lang="en-GB" dirty="0"/>
          </a:p>
        </p:txBody>
      </p:sp>
    </p:spTree>
    <p:extLst>
      <p:ext uri="{BB962C8B-B14F-4D97-AF65-F5344CB8AC3E}">
        <p14:creationId xmlns:p14="http://schemas.microsoft.com/office/powerpoint/2010/main" val="640884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0DF8-38CE-4BE8-A745-9C2E7F9A3BA6}"/>
              </a:ext>
            </a:extLst>
          </p:cNvPr>
          <p:cNvSpPr>
            <a:spLocks noGrp="1"/>
          </p:cNvSpPr>
          <p:nvPr>
            <p:ph type="title"/>
          </p:nvPr>
        </p:nvSpPr>
        <p:spPr/>
        <p:txBody>
          <a:bodyPr>
            <a:normAutofit fontScale="90000"/>
          </a:bodyPr>
          <a:lstStyle/>
          <a:p>
            <a:r>
              <a:rPr lang="en-US" b="1" i="1" dirty="0">
                <a:latin typeface="Calibri" panose="020F0502020204030204" pitchFamily="34" charset="0"/>
              </a:rPr>
              <a:t>4.2.</a:t>
            </a:r>
            <a:r>
              <a:rPr lang="vi-VN" b="1" i="1" dirty="0">
                <a:latin typeface="Calibri" panose="020F0502020204030204" pitchFamily="34" charset="0"/>
              </a:rPr>
              <a:t>Cố vấn và tư vấn</a:t>
            </a:r>
            <a:br>
              <a:rPr lang="vi-VN" b="1" dirty="0">
                <a:latin typeface="Calibri" panose="020F0502020204030204" pitchFamily="34" charset="0"/>
              </a:rPr>
            </a:br>
            <a:endParaRPr lang="en-GB" dirty="0"/>
          </a:p>
        </p:txBody>
      </p:sp>
      <p:sp>
        <p:nvSpPr>
          <p:cNvPr id="3" name="Content Placeholder 2">
            <a:extLst>
              <a:ext uri="{FF2B5EF4-FFF2-40B4-BE49-F238E27FC236}">
                <a16:creationId xmlns:a16="http://schemas.microsoft.com/office/drawing/2014/main" id="{196E578E-256D-4328-A044-90C4338C19F2}"/>
              </a:ext>
            </a:extLst>
          </p:cNvPr>
          <p:cNvSpPr>
            <a:spLocks noGrp="1"/>
          </p:cNvSpPr>
          <p:nvPr>
            <p:ph idx="1"/>
          </p:nvPr>
        </p:nvSpPr>
        <p:spPr/>
        <p:txBody>
          <a:bodyPr>
            <a:normAutofit/>
          </a:bodyPr>
          <a:lstStyle/>
          <a:p>
            <a:r>
              <a:rPr lang="en-US" dirty="0">
                <a:latin typeface="Calibri" panose="020F0502020204030204" pitchFamily="34" charset="0"/>
              </a:rPr>
              <a:t>T</a:t>
            </a:r>
            <a:r>
              <a:rPr lang="vi-VN" dirty="0">
                <a:latin typeface="Calibri" panose="020F0502020204030204" pitchFamily="34" charset="0"/>
              </a:rPr>
              <a:t>ư vấn (counselling) và cố vấn (advising) cho các cấp quản trị khác bằng các lời khuyến cáo thích hợp đối với các vấn đề</a:t>
            </a:r>
            <a:r>
              <a:rPr lang="en-US" dirty="0"/>
              <a:t>: </a:t>
            </a:r>
          </a:p>
          <a:p>
            <a:pPr lvl="1">
              <a:buNone/>
            </a:pPr>
            <a:r>
              <a:rPr lang="en-US" sz="3200" dirty="0">
                <a:latin typeface="Calibri" panose="020F0502020204030204" pitchFamily="34" charset="0"/>
              </a:rPr>
              <a:t>- Q</a:t>
            </a:r>
            <a:r>
              <a:rPr lang="vi-VN" sz="3200" dirty="0">
                <a:latin typeface="Calibri" panose="020F0502020204030204" pitchFamily="34" charset="0"/>
              </a:rPr>
              <a:t>uan hệ lao động</a:t>
            </a:r>
            <a:endParaRPr lang="en-US" sz="3200" dirty="0"/>
          </a:p>
          <a:p>
            <a:pPr lvl="1">
              <a:buNone/>
            </a:pPr>
            <a:r>
              <a:rPr lang="en-US" sz="3200" dirty="0">
                <a:latin typeface="Calibri" panose="020F0502020204030204" pitchFamily="34" charset="0"/>
              </a:rPr>
              <a:t>- A</a:t>
            </a:r>
            <a:r>
              <a:rPr lang="vi-VN" sz="3200" dirty="0">
                <a:latin typeface="Calibri" panose="020F0502020204030204" pitchFamily="34" charset="0"/>
              </a:rPr>
              <a:t>n toàn lao động</a:t>
            </a:r>
            <a:endParaRPr lang="en-US" sz="3200" dirty="0"/>
          </a:p>
          <a:p>
            <a:pPr lvl="1">
              <a:buNone/>
            </a:pPr>
            <a:r>
              <a:rPr lang="en-US" sz="3200" dirty="0">
                <a:latin typeface="Calibri" panose="020F0502020204030204" pitchFamily="34" charset="0"/>
              </a:rPr>
              <a:t>- Y</a:t>
            </a:r>
            <a:r>
              <a:rPr lang="vi-VN" sz="3200" dirty="0">
                <a:latin typeface="Calibri" panose="020F0502020204030204" pitchFamily="34" charset="0"/>
              </a:rPr>
              <a:t> tế</a:t>
            </a:r>
            <a:endParaRPr lang="en-US" sz="3200" dirty="0"/>
          </a:p>
          <a:p>
            <a:pPr lvl="1">
              <a:buNone/>
            </a:pPr>
            <a:r>
              <a:rPr lang="en-US" sz="3200" dirty="0">
                <a:latin typeface="Calibri" panose="020F0502020204030204" pitchFamily="34" charset="0"/>
              </a:rPr>
              <a:t>- S</a:t>
            </a:r>
            <a:r>
              <a:rPr lang="vi-VN" sz="3200" dirty="0">
                <a:latin typeface="Calibri" panose="020F0502020204030204" pitchFamily="34" charset="0"/>
              </a:rPr>
              <a:t>ức khỏe</a:t>
            </a:r>
            <a:endParaRPr lang="en-US" sz="3200" dirty="0"/>
          </a:p>
          <a:p>
            <a:pPr lvl="1">
              <a:buNone/>
            </a:pPr>
            <a:r>
              <a:rPr lang="en-US" sz="3200" dirty="0">
                <a:latin typeface="Calibri" panose="020F0502020204030204" pitchFamily="34" charset="0"/>
              </a:rPr>
              <a:t>- K</a:t>
            </a:r>
            <a:r>
              <a:rPr lang="vi-VN" sz="3200" dirty="0">
                <a:latin typeface="Calibri" panose="020F0502020204030204" pitchFamily="34" charset="0"/>
              </a:rPr>
              <a:t>ỷ luật.</a:t>
            </a:r>
            <a:br>
              <a:rPr lang="vi-VN" sz="3200" dirty="0">
                <a:latin typeface="Calibri" panose="020F0502020204030204" pitchFamily="34" charset="0"/>
              </a:rPr>
            </a:br>
            <a:endParaRPr lang="en-GB" sz="3200" dirty="0"/>
          </a:p>
        </p:txBody>
      </p:sp>
    </p:spTree>
    <p:extLst>
      <p:ext uri="{BB962C8B-B14F-4D97-AF65-F5344CB8AC3E}">
        <p14:creationId xmlns:p14="http://schemas.microsoft.com/office/powerpoint/2010/main" val="1211997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FF56C-72AB-4404-AF66-3B8A2CBE8574}"/>
              </a:ext>
            </a:extLst>
          </p:cNvPr>
          <p:cNvSpPr>
            <a:spLocks noGrp="1"/>
          </p:cNvSpPr>
          <p:nvPr>
            <p:ph type="title"/>
          </p:nvPr>
        </p:nvSpPr>
        <p:spPr/>
        <p:txBody>
          <a:bodyPr>
            <a:normAutofit fontScale="90000"/>
          </a:bodyPr>
          <a:lstStyle/>
          <a:p>
            <a:r>
              <a:rPr lang="en-GB" sz="5300" b="1" i="1" dirty="0"/>
              <a:t>4.3.Vai </a:t>
            </a:r>
            <a:r>
              <a:rPr lang="en-GB" sz="5300" b="1" i="1" dirty="0" err="1"/>
              <a:t>trò</a:t>
            </a:r>
            <a:r>
              <a:rPr lang="en-GB" sz="5300" b="1" i="1" dirty="0"/>
              <a:t> </a:t>
            </a:r>
            <a:r>
              <a:rPr lang="en-GB" sz="5300" b="1" i="1" dirty="0" err="1"/>
              <a:t>về</a:t>
            </a:r>
            <a:r>
              <a:rPr lang="en-GB" sz="5300" b="1" i="1" dirty="0"/>
              <a:t> </a:t>
            </a:r>
            <a:r>
              <a:rPr lang="en-GB" sz="5300" b="1" i="1" dirty="0" err="1"/>
              <a:t>dịch</a:t>
            </a:r>
            <a:r>
              <a:rPr lang="en-GB" sz="5300" b="1" i="1" dirty="0"/>
              <a:t> </a:t>
            </a:r>
            <a:r>
              <a:rPr lang="en-GB" sz="5300" b="1" i="1" dirty="0" err="1"/>
              <a:t>vụ</a:t>
            </a:r>
            <a:br>
              <a:rPr lang="en-GB" b="1" dirty="0"/>
            </a:br>
            <a:endParaRPr lang="en-GB" dirty="0"/>
          </a:p>
        </p:txBody>
      </p:sp>
      <p:sp>
        <p:nvSpPr>
          <p:cNvPr id="3" name="Content Placeholder 2">
            <a:extLst>
              <a:ext uri="{FF2B5EF4-FFF2-40B4-BE49-F238E27FC236}">
                <a16:creationId xmlns:a16="http://schemas.microsoft.com/office/drawing/2014/main" id="{316F607C-9EA6-4DD2-BAF4-8A17850D28E7}"/>
              </a:ext>
            </a:extLst>
          </p:cNvPr>
          <p:cNvSpPr>
            <a:spLocks noGrp="1"/>
          </p:cNvSpPr>
          <p:nvPr>
            <p:ph idx="1"/>
          </p:nvPr>
        </p:nvSpPr>
        <p:spPr/>
        <p:txBody>
          <a:bodyPr>
            <a:noAutofit/>
          </a:bodyPr>
          <a:lstStyle/>
          <a:p>
            <a:r>
              <a:rPr lang="vi-VN" dirty="0">
                <a:latin typeface="Calibri" panose="020F0502020204030204" pitchFamily="34" charset="0"/>
              </a:rPr>
              <a:t>Cung cấp dịch vụ về tuyển dụng đào tạo phát triển nhân viên cho các bộ phận khác. </a:t>
            </a:r>
            <a:endParaRPr lang="en-US" dirty="0"/>
          </a:p>
          <a:p>
            <a:r>
              <a:rPr lang="vi-VN" dirty="0">
                <a:latin typeface="Calibri" panose="020F0502020204030204" pitchFamily="34" charset="0"/>
              </a:rPr>
              <a:t>Quản lí việc </a:t>
            </a:r>
            <a:endParaRPr lang="en-US" dirty="0"/>
          </a:p>
          <a:p>
            <a:pPr lvl="1">
              <a:buNone/>
            </a:pPr>
            <a:r>
              <a:rPr lang="en-US" sz="3200" dirty="0">
                <a:latin typeface="Calibri" panose="020F0502020204030204" pitchFamily="34" charset="0"/>
              </a:rPr>
              <a:t>- T</a:t>
            </a:r>
            <a:r>
              <a:rPr lang="vi-VN" sz="3200" dirty="0">
                <a:latin typeface="Calibri" panose="020F0502020204030204" pitchFamily="34" charset="0"/>
              </a:rPr>
              <a:t>rả lương, </a:t>
            </a:r>
            <a:endParaRPr lang="en-US" sz="3200" dirty="0"/>
          </a:p>
          <a:p>
            <a:pPr lvl="1">
              <a:buNone/>
            </a:pPr>
            <a:r>
              <a:rPr lang="en-US" sz="3200" dirty="0">
                <a:latin typeface="Calibri" panose="020F0502020204030204" pitchFamily="34" charset="0"/>
              </a:rPr>
              <a:t>- H</a:t>
            </a:r>
            <a:r>
              <a:rPr lang="vi-VN" sz="3200" dirty="0">
                <a:latin typeface="Calibri" panose="020F0502020204030204" pitchFamily="34" charset="0"/>
              </a:rPr>
              <a:t>ưu trí, </a:t>
            </a:r>
            <a:endParaRPr lang="en-US" sz="3200" dirty="0"/>
          </a:p>
          <a:p>
            <a:pPr lvl="1">
              <a:buNone/>
            </a:pPr>
            <a:r>
              <a:rPr lang="en-US" sz="3200" dirty="0">
                <a:latin typeface="Calibri" panose="020F0502020204030204" pitchFamily="34" charset="0"/>
              </a:rPr>
              <a:t>- B</a:t>
            </a:r>
            <a:r>
              <a:rPr lang="vi-VN" sz="3200" dirty="0">
                <a:latin typeface="Calibri" panose="020F0502020204030204" pitchFamily="34" charset="0"/>
              </a:rPr>
              <a:t>ảo hiểm, </a:t>
            </a:r>
            <a:endParaRPr lang="en-US" sz="3200" dirty="0"/>
          </a:p>
          <a:p>
            <a:pPr lvl="1">
              <a:buNone/>
            </a:pPr>
            <a:r>
              <a:rPr lang="en-US" sz="3200" dirty="0">
                <a:latin typeface="Calibri" panose="020F0502020204030204" pitchFamily="34" charset="0"/>
              </a:rPr>
              <a:t>- A</a:t>
            </a:r>
            <a:r>
              <a:rPr lang="vi-VN" sz="3200" dirty="0">
                <a:latin typeface="Calibri" panose="020F0502020204030204" pitchFamily="34" charset="0"/>
              </a:rPr>
              <a:t>n toàn lao động và y tế; </a:t>
            </a:r>
            <a:endParaRPr lang="en-US" sz="3200" dirty="0"/>
          </a:p>
          <a:p>
            <a:r>
              <a:rPr lang="en-US" dirty="0">
                <a:latin typeface="Calibri" panose="020F0502020204030204" pitchFamily="34" charset="0"/>
              </a:rPr>
              <a:t>L</a:t>
            </a:r>
            <a:r>
              <a:rPr lang="vi-VN" dirty="0">
                <a:latin typeface="Calibri" panose="020F0502020204030204" pitchFamily="34" charset="0"/>
              </a:rPr>
              <a:t>ưu trữ và bảo quản, sử dụng hồ sơ có hiệu quả. </a:t>
            </a:r>
            <a:br>
              <a:rPr lang="vi-VN" dirty="0">
                <a:latin typeface="Calibri" panose="020F0502020204030204" pitchFamily="34" charset="0"/>
              </a:rPr>
            </a:br>
            <a:endParaRPr lang="en-GB" dirty="0"/>
          </a:p>
        </p:txBody>
      </p:sp>
    </p:spTree>
    <p:extLst>
      <p:ext uri="{BB962C8B-B14F-4D97-AF65-F5344CB8AC3E}">
        <p14:creationId xmlns:p14="http://schemas.microsoft.com/office/powerpoint/2010/main" val="1875943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70D7-ED30-40CF-A89A-5B4CD53F0220}"/>
              </a:ext>
            </a:extLst>
          </p:cNvPr>
          <p:cNvSpPr>
            <a:spLocks noGrp="1"/>
          </p:cNvSpPr>
          <p:nvPr>
            <p:ph type="title"/>
          </p:nvPr>
        </p:nvSpPr>
        <p:spPr/>
        <p:txBody>
          <a:bodyPr>
            <a:normAutofit fontScale="90000"/>
          </a:bodyPr>
          <a:lstStyle/>
          <a:p>
            <a:r>
              <a:rPr lang="en-GB" b="1" i="1" dirty="0"/>
              <a:t>4.4. </a:t>
            </a:r>
            <a:r>
              <a:rPr lang="en-GB" b="1" i="1" dirty="0" err="1"/>
              <a:t>Vai</a:t>
            </a:r>
            <a:r>
              <a:rPr lang="en-GB" b="1" i="1" dirty="0"/>
              <a:t> </a:t>
            </a:r>
            <a:r>
              <a:rPr lang="en-GB" b="1" i="1" dirty="0" err="1"/>
              <a:t>trò</a:t>
            </a:r>
            <a:r>
              <a:rPr lang="en-GB" b="1" i="1" dirty="0"/>
              <a:t> </a:t>
            </a:r>
            <a:r>
              <a:rPr lang="en-GB" b="1" i="1" dirty="0" err="1"/>
              <a:t>kiểm</a:t>
            </a:r>
            <a:r>
              <a:rPr lang="en-GB" b="1" i="1" dirty="0"/>
              <a:t> </a:t>
            </a:r>
            <a:r>
              <a:rPr lang="en-GB" b="1" i="1" dirty="0" err="1"/>
              <a:t>tra</a:t>
            </a:r>
            <a:r>
              <a:rPr lang="en-GB" b="1" i="1" dirty="0"/>
              <a:t>, </a:t>
            </a:r>
            <a:r>
              <a:rPr lang="en-GB" b="1" i="1" dirty="0" err="1"/>
              <a:t>giám</a:t>
            </a:r>
            <a:r>
              <a:rPr lang="en-GB" b="1" i="1" dirty="0"/>
              <a:t> </a:t>
            </a:r>
            <a:r>
              <a:rPr lang="en-GB" b="1" i="1" dirty="0" err="1"/>
              <a:t>sát</a:t>
            </a:r>
            <a:br>
              <a:rPr lang="en-GB" b="1" dirty="0"/>
            </a:br>
            <a:endParaRPr lang="en-GB" dirty="0"/>
          </a:p>
        </p:txBody>
      </p:sp>
      <p:sp>
        <p:nvSpPr>
          <p:cNvPr id="3" name="Content Placeholder 2">
            <a:extLst>
              <a:ext uri="{FF2B5EF4-FFF2-40B4-BE49-F238E27FC236}">
                <a16:creationId xmlns:a16="http://schemas.microsoft.com/office/drawing/2014/main" id="{E8270CEE-C4E7-4A62-8D9F-A6E1C9E76C80}"/>
              </a:ext>
            </a:extLst>
          </p:cNvPr>
          <p:cNvSpPr>
            <a:spLocks noGrp="1"/>
          </p:cNvSpPr>
          <p:nvPr>
            <p:ph idx="1"/>
          </p:nvPr>
        </p:nvSpPr>
        <p:spPr/>
        <p:txBody>
          <a:bodyPr>
            <a:normAutofit/>
          </a:bodyPr>
          <a:lstStyle/>
          <a:p>
            <a:r>
              <a:rPr lang="en-US" sz="3600" dirty="0">
                <a:latin typeface="Calibri" panose="020F0502020204030204" pitchFamily="34" charset="0"/>
              </a:rPr>
              <a:t>G</a:t>
            </a:r>
            <a:r>
              <a:rPr lang="vi-VN" sz="3600" dirty="0">
                <a:latin typeface="Calibri" panose="020F0502020204030204" pitchFamily="34" charset="0"/>
              </a:rPr>
              <a:t>iám sát các bộ phận khác có đảm bảo thực hiện các chính sách, các chương trình thuộc về nhân sự đã đề ra hay không</a:t>
            </a:r>
            <a:endParaRPr lang="en-US" sz="3600" dirty="0">
              <a:latin typeface="Calibri" panose="020F0502020204030204" pitchFamily="34" charset="0"/>
            </a:endParaRPr>
          </a:p>
          <a:p>
            <a:r>
              <a:rPr lang="en-US" sz="3600" dirty="0" err="1">
                <a:latin typeface="Calibri" panose="020F0502020204030204" pitchFamily="34" charset="0"/>
              </a:rPr>
              <a:t>Đưa</a:t>
            </a:r>
            <a:r>
              <a:rPr lang="en-US" sz="3600" dirty="0">
                <a:latin typeface="Calibri" panose="020F0502020204030204" pitchFamily="34" charset="0"/>
              </a:rPr>
              <a:t> </a:t>
            </a:r>
            <a:r>
              <a:rPr lang="en-US" sz="3600" dirty="0" err="1">
                <a:latin typeface="Calibri" panose="020F0502020204030204" pitchFamily="34" charset="0"/>
              </a:rPr>
              <a:t>ra</a:t>
            </a:r>
            <a:r>
              <a:rPr lang="en-US" sz="3600" dirty="0">
                <a:latin typeface="Calibri" panose="020F0502020204030204" pitchFamily="34" charset="0"/>
              </a:rPr>
              <a:t> </a:t>
            </a:r>
            <a:r>
              <a:rPr lang="en-US" sz="3600" dirty="0" err="1">
                <a:latin typeface="Calibri" panose="020F0502020204030204" pitchFamily="34" charset="0"/>
              </a:rPr>
              <a:t>các</a:t>
            </a:r>
            <a:r>
              <a:rPr lang="en-US" sz="3600" dirty="0">
                <a:latin typeface="Calibri" panose="020F0502020204030204" pitchFamily="34" charset="0"/>
              </a:rPr>
              <a:t>  </a:t>
            </a:r>
            <a:r>
              <a:rPr lang="en-US" sz="3600" dirty="0" err="1">
                <a:latin typeface="Calibri" panose="020F0502020204030204" pitchFamily="34" charset="0"/>
              </a:rPr>
              <a:t>công</a:t>
            </a:r>
            <a:r>
              <a:rPr lang="en-US" sz="3600" dirty="0">
                <a:latin typeface="Calibri" panose="020F0502020204030204" pitchFamily="34" charset="0"/>
              </a:rPr>
              <a:t> </a:t>
            </a:r>
            <a:r>
              <a:rPr lang="en-US" sz="3600" dirty="0" err="1">
                <a:latin typeface="Calibri" panose="020F0502020204030204" pitchFamily="34" charset="0"/>
              </a:rPr>
              <a:t>cụ</a:t>
            </a:r>
            <a:r>
              <a:rPr lang="en-US" sz="3600" dirty="0">
                <a:latin typeface="Calibri" panose="020F0502020204030204" pitchFamily="34" charset="0"/>
              </a:rPr>
              <a:t> </a:t>
            </a:r>
            <a:r>
              <a:rPr lang="en-US" sz="3600" dirty="0" err="1">
                <a:latin typeface="Calibri" panose="020F0502020204030204" pitchFamily="34" charset="0"/>
              </a:rPr>
              <a:t>giám</a:t>
            </a:r>
            <a:r>
              <a:rPr lang="en-US" sz="3600" dirty="0">
                <a:latin typeface="Calibri" panose="020F0502020204030204" pitchFamily="34" charset="0"/>
              </a:rPr>
              <a:t> </a:t>
            </a:r>
            <a:r>
              <a:rPr lang="en-US" sz="3600" dirty="0" err="1">
                <a:latin typeface="Calibri" panose="020F0502020204030204" pitchFamily="34" charset="0"/>
              </a:rPr>
              <a:t>sát</a:t>
            </a:r>
            <a:r>
              <a:rPr lang="en-US" sz="3600" dirty="0">
                <a:latin typeface="Calibri" panose="020F0502020204030204" pitchFamily="34" charset="0"/>
              </a:rPr>
              <a:t>: </a:t>
            </a:r>
            <a:r>
              <a:rPr lang="en-US" sz="3600" dirty="0" err="1">
                <a:latin typeface="Calibri" panose="020F0502020204030204" pitchFamily="34" charset="0"/>
              </a:rPr>
              <a:t>Điểm</a:t>
            </a:r>
            <a:r>
              <a:rPr lang="en-US" sz="3600" dirty="0">
                <a:latin typeface="Calibri" panose="020F0502020204030204" pitchFamily="34" charset="0"/>
              </a:rPr>
              <a:t> </a:t>
            </a:r>
            <a:r>
              <a:rPr lang="en-US" sz="3600" dirty="0" err="1">
                <a:latin typeface="Calibri" panose="020F0502020204030204" pitchFamily="34" charset="0"/>
              </a:rPr>
              <a:t>danh</a:t>
            </a:r>
            <a:r>
              <a:rPr lang="en-US" sz="3600" dirty="0">
                <a:latin typeface="Calibri" panose="020F0502020204030204" pitchFamily="34" charset="0"/>
              </a:rPr>
              <a:t>, </a:t>
            </a:r>
            <a:r>
              <a:rPr lang="en-US" sz="3600" dirty="0" err="1">
                <a:latin typeface="Calibri" panose="020F0502020204030204" pitchFamily="34" charset="0"/>
              </a:rPr>
              <a:t>bản</a:t>
            </a:r>
            <a:r>
              <a:rPr lang="en-US" sz="3600" dirty="0">
                <a:latin typeface="Calibri" panose="020F0502020204030204" pitchFamily="34" charset="0"/>
              </a:rPr>
              <a:t> </a:t>
            </a:r>
            <a:r>
              <a:rPr lang="en-US" sz="3600" dirty="0" err="1">
                <a:latin typeface="Calibri" panose="020F0502020204030204" pitchFamily="34" charset="0"/>
              </a:rPr>
              <a:t>mô</a:t>
            </a:r>
            <a:r>
              <a:rPr lang="en-US" sz="3600" dirty="0">
                <a:latin typeface="Calibri" panose="020F0502020204030204" pitchFamily="34" charset="0"/>
              </a:rPr>
              <a:t> </a:t>
            </a:r>
            <a:r>
              <a:rPr lang="en-US" sz="3600" dirty="0" err="1">
                <a:latin typeface="Calibri" panose="020F0502020204030204" pitchFamily="34" charset="0"/>
              </a:rPr>
              <a:t>tả</a:t>
            </a:r>
            <a:r>
              <a:rPr lang="en-US" sz="3600" dirty="0">
                <a:latin typeface="Calibri" panose="020F0502020204030204" pitchFamily="34" charset="0"/>
              </a:rPr>
              <a:t> </a:t>
            </a:r>
            <a:r>
              <a:rPr lang="en-US" sz="3600" dirty="0" err="1">
                <a:latin typeface="Calibri" panose="020F0502020204030204" pitchFamily="34" charset="0"/>
              </a:rPr>
              <a:t>công</a:t>
            </a:r>
            <a:r>
              <a:rPr lang="en-US" sz="3600" dirty="0">
                <a:latin typeface="Calibri" panose="020F0502020204030204" pitchFamily="34" charset="0"/>
              </a:rPr>
              <a:t> </a:t>
            </a:r>
            <a:r>
              <a:rPr lang="en-US" sz="3600" dirty="0" err="1">
                <a:latin typeface="Calibri" panose="020F0502020204030204" pitchFamily="34" charset="0"/>
              </a:rPr>
              <a:t>việc</a:t>
            </a:r>
            <a:r>
              <a:rPr lang="en-US" sz="3600" dirty="0">
                <a:latin typeface="Calibri" panose="020F0502020204030204" pitchFamily="34" charset="0"/>
              </a:rPr>
              <a:t>, </a:t>
            </a:r>
            <a:r>
              <a:rPr lang="en-US" sz="3600" dirty="0" err="1">
                <a:latin typeface="Calibri" panose="020F0502020204030204" pitchFamily="34" charset="0"/>
              </a:rPr>
              <a:t>xây</a:t>
            </a:r>
            <a:r>
              <a:rPr lang="en-US" sz="3600" dirty="0">
                <a:latin typeface="Calibri" panose="020F0502020204030204" pitchFamily="34" charset="0"/>
              </a:rPr>
              <a:t> </a:t>
            </a:r>
            <a:r>
              <a:rPr lang="en-US" sz="3600" dirty="0" err="1">
                <a:latin typeface="Calibri" panose="020F0502020204030204" pitchFamily="34" charset="0"/>
              </a:rPr>
              <a:t>dựng</a:t>
            </a:r>
            <a:r>
              <a:rPr lang="en-US" sz="3600" dirty="0">
                <a:latin typeface="Calibri" panose="020F0502020204030204" pitchFamily="34" charset="0"/>
              </a:rPr>
              <a:t> KPI (Key Performance Indicator)…..</a:t>
            </a:r>
            <a:br>
              <a:rPr lang="vi-VN" sz="3600" dirty="0">
                <a:latin typeface="Calibri" panose="020F0502020204030204" pitchFamily="34" charset="0"/>
              </a:rPr>
            </a:br>
            <a:endParaRPr lang="en-GB" sz="3600" dirty="0"/>
          </a:p>
        </p:txBody>
      </p:sp>
    </p:spTree>
    <p:extLst>
      <p:ext uri="{BB962C8B-B14F-4D97-AF65-F5344CB8AC3E}">
        <p14:creationId xmlns:p14="http://schemas.microsoft.com/office/powerpoint/2010/main" val="434516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3" name="Group 8">
            <a:extLst>
              <a:ext uri="{FF2B5EF4-FFF2-40B4-BE49-F238E27FC236}">
                <a16:creationId xmlns:a16="http://schemas.microsoft.com/office/drawing/2014/main" id="{84DB7353-7D7A-431B-A5B6-A3845E6F2B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10" name="Freeform 5">
              <a:extLst>
                <a:ext uri="{FF2B5EF4-FFF2-40B4-BE49-F238E27FC236}">
                  <a16:creationId xmlns:a16="http://schemas.microsoft.com/office/drawing/2014/main" id="{9E8D15D6-6183-4BE1-A315-C7EC9C1A5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1" name="Freeform 6">
              <a:extLst>
                <a:ext uri="{FF2B5EF4-FFF2-40B4-BE49-F238E27FC236}">
                  <a16:creationId xmlns:a16="http://schemas.microsoft.com/office/drawing/2014/main" id="{82A253FA-4E60-4B4D-94B0-93ECFCF30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7">
              <a:extLst>
                <a:ext uri="{FF2B5EF4-FFF2-40B4-BE49-F238E27FC236}">
                  <a16:creationId xmlns:a16="http://schemas.microsoft.com/office/drawing/2014/main" id="{E1B39AD1-11BD-457B-822C-A873607F41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3" name="Freeform 8">
              <a:extLst>
                <a:ext uri="{FF2B5EF4-FFF2-40B4-BE49-F238E27FC236}">
                  <a16:creationId xmlns:a16="http://schemas.microsoft.com/office/drawing/2014/main" id="{CC286005-78D5-4BE4-AA8B-75CDC07E7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9">
              <a:extLst>
                <a:ext uri="{FF2B5EF4-FFF2-40B4-BE49-F238E27FC236}">
                  <a16:creationId xmlns:a16="http://schemas.microsoft.com/office/drawing/2014/main" id="{09E4A22D-7E83-4F24-97FE-931A93CAC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5" name="Freeform 10">
              <a:extLst>
                <a:ext uri="{FF2B5EF4-FFF2-40B4-BE49-F238E27FC236}">
                  <a16:creationId xmlns:a16="http://schemas.microsoft.com/office/drawing/2014/main" id="{4351E96B-8DD4-4D5E-A9F0-C47F5F337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6" name="Freeform 11">
              <a:extLst>
                <a:ext uri="{FF2B5EF4-FFF2-40B4-BE49-F238E27FC236}">
                  <a16:creationId xmlns:a16="http://schemas.microsoft.com/office/drawing/2014/main" id="{BFF78610-2475-4756-9EC8-5DA7D8902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7" name="Freeform 12">
              <a:extLst>
                <a:ext uri="{FF2B5EF4-FFF2-40B4-BE49-F238E27FC236}">
                  <a16:creationId xmlns:a16="http://schemas.microsoft.com/office/drawing/2014/main" id="{C7ACAE44-681D-4CBC-B2AB-E5131DF5A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3">
              <a:extLst>
                <a:ext uri="{FF2B5EF4-FFF2-40B4-BE49-F238E27FC236}">
                  <a16:creationId xmlns:a16="http://schemas.microsoft.com/office/drawing/2014/main" id="{CA22E4A0-73AA-4722-9C16-F3AF9A33E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9" name="Freeform 14">
              <a:extLst>
                <a:ext uri="{FF2B5EF4-FFF2-40B4-BE49-F238E27FC236}">
                  <a16:creationId xmlns:a16="http://schemas.microsoft.com/office/drawing/2014/main" id="{BB36E626-EBEB-41C0-B224-8DB049DB4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15">
              <a:extLst>
                <a:ext uri="{FF2B5EF4-FFF2-40B4-BE49-F238E27FC236}">
                  <a16:creationId xmlns:a16="http://schemas.microsoft.com/office/drawing/2014/main" id="{D603DEC5-BED4-4DB6-A253-F61CC3674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1" name="Freeform 16">
              <a:extLst>
                <a:ext uri="{FF2B5EF4-FFF2-40B4-BE49-F238E27FC236}">
                  <a16:creationId xmlns:a16="http://schemas.microsoft.com/office/drawing/2014/main" id="{86AE9DE6-CA9A-479B-A0FB-0E1BAC7A6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2" name="Freeform 17">
              <a:extLst>
                <a:ext uri="{FF2B5EF4-FFF2-40B4-BE49-F238E27FC236}">
                  <a16:creationId xmlns:a16="http://schemas.microsoft.com/office/drawing/2014/main" id="{16CB8DC8-E75F-4574-A290-AAB7031BE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8">
              <a:extLst>
                <a:ext uri="{FF2B5EF4-FFF2-40B4-BE49-F238E27FC236}">
                  <a16:creationId xmlns:a16="http://schemas.microsoft.com/office/drawing/2014/main" id="{1CA657E1-3A52-4C23-AA47-EBB2D5C414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9">
              <a:extLst>
                <a:ext uri="{FF2B5EF4-FFF2-40B4-BE49-F238E27FC236}">
                  <a16:creationId xmlns:a16="http://schemas.microsoft.com/office/drawing/2014/main" id="{ED4F701B-2A93-464F-A673-54EED5C4C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20">
              <a:extLst>
                <a:ext uri="{FF2B5EF4-FFF2-40B4-BE49-F238E27FC236}">
                  <a16:creationId xmlns:a16="http://schemas.microsoft.com/office/drawing/2014/main" id="{9977C34F-F6C9-4749-B201-7B928802D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1">
              <a:extLst>
                <a:ext uri="{FF2B5EF4-FFF2-40B4-BE49-F238E27FC236}">
                  <a16:creationId xmlns:a16="http://schemas.microsoft.com/office/drawing/2014/main" id="{3A913E6B-DBE9-4291-A34C-36069ECB8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22">
              <a:extLst>
                <a:ext uri="{FF2B5EF4-FFF2-40B4-BE49-F238E27FC236}">
                  <a16:creationId xmlns:a16="http://schemas.microsoft.com/office/drawing/2014/main" id="{7D415C04-AB5C-4B76-9E49-EEBAEE64D0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23">
              <a:extLst>
                <a:ext uri="{FF2B5EF4-FFF2-40B4-BE49-F238E27FC236}">
                  <a16:creationId xmlns:a16="http://schemas.microsoft.com/office/drawing/2014/main" id="{151FDC11-E872-4EAE-A597-822F9FE17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4" name="Group 29">
            <a:extLst>
              <a:ext uri="{FF2B5EF4-FFF2-40B4-BE49-F238E27FC236}">
                <a16:creationId xmlns:a16="http://schemas.microsoft.com/office/drawing/2014/main" id="{1B24766B-81CA-44C7-BF11-77A12BA424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69296" y="1186487"/>
            <a:ext cx="8848345" cy="4477933"/>
            <a:chOff x="1669293" y="1186483"/>
            <a:chExt cx="8848345" cy="4477933"/>
          </a:xfrm>
        </p:grpSpPr>
        <p:sp>
          <p:nvSpPr>
            <p:cNvPr id="31" name="Rectangle 30">
              <a:extLst>
                <a:ext uri="{FF2B5EF4-FFF2-40B4-BE49-F238E27FC236}">
                  <a16:creationId xmlns:a16="http://schemas.microsoft.com/office/drawing/2014/main" id="{1A2F9962-DEB8-461C-8B4C-C0ED0D8A7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31">
              <a:extLst>
                <a:ext uri="{FF2B5EF4-FFF2-40B4-BE49-F238E27FC236}">
                  <a16:creationId xmlns:a16="http://schemas.microsoft.com/office/drawing/2014/main" id="{C0672E08-EB09-4B8E-8522-24BBC2CFFD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a:extLst>
                <a:ext uri="{FF2B5EF4-FFF2-40B4-BE49-F238E27FC236}">
                  <a16:creationId xmlns:a16="http://schemas.microsoft.com/office/drawing/2014/main" id="{3447AB64-F3EC-4A1F-BFD4-F0F9DB3DA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useBgFill="1">
        <p:nvSpPr>
          <p:cNvPr id="65" name="Rectangle 34">
            <a:extLst>
              <a:ext uri="{FF2B5EF4-FFF2-40B4-BE49-F238E27FC236}">
                <a16:creationId xmlns:a16="http://schemas.microsoft.com/office/drawing/2014/main" id="{10CE3618-1D7A-4256-B2AF-9DB692996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 y="6419"/>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36">
            <a:extLst>
              <a:ext uri="{FF2B5EF4-FFF2-40B4-BE49-F238E27FC236}">
                <a16:creationId xmlns:a16="http://schemas.microsoft.com/office/drawing/2014/main" id="{D91A9185-A7D5-460B-98BC-0BF2EBD3EE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a:noFill/>
        </p:grpSpPr>
        <p:sp>
          <p:nvSpPr>
            <p:cNvPr id="38" name="Freeform 5">
              <a:extLst>
                <a:ext uri="{FF2B5EF4-FFF2-40B4-BE49-F238E27FC236}">
                  <a16:creationId xmlns:a16="http://schemas.microsoft.com/office/drawing/2014/main" id="{8AFC1764-6516-4F77-BF30-B8ADB3C9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17000"/>
                </a:schemeClr>
              </a:solidFill>
              <a:prstDash val="solid"/>
              <a:miter lim="800000"/>
              <a:headEnd/>
              <a:tailEnd/>
            </a:ln>
          </p:spPr>
        </p:sp>
        <p:sp>
          <p:nvSpPr>
            <p:cNvPr id="39" name="Freeform 6">
              <a:extLst>
                <a:ext uri="{FF2B5EF4-FFF2-40B4-BE49-F238E27FC236}">
                  <a16:creationId xmlns:a16="http://schemas.microsoft.com/office/drawing/2014/main" id="{FCAFF9F9-F806-47EC-BCAC-9921E719F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p:spPr>
        </p:sp>
        <p:sp>
          <p:nvSpPr>
            <p:cNvPr id="40" name="Freeform 7">
              <a:extLst>
                <a:ext uri="{FF2B5EF4-FFF2-40B4-BE49-F238E27FC236}">
                  <a16:creationId xmlns:a16="http://schemas.microsoft.com/office/drawing/2014/main" id="{09D92491-36BD-4861-BA54-DD88E6089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18000"/>
                </a:schemeClr>
              </a:solidFill>
              <a:prstDash val="dash"/>
              <a:miter lim="800000"/>
              <a:headEnd/>
              <a:tailEnd/>
            </a:ln>
          </p:spPr>
        </p:sp>
        <p:sp>
          <p:nvSpPr>
            <p:cNvPr id="41" name="Freeform 8">
              <a:extLst>
                <a:ext uri="{FF2B5EF4-FFF2-40B4-BE49-F238E27FC236}">
                  <a16:creationId xmlns:a16="http://schemas.microsoft.com/office/drawing/2014/main" id="{23740E15-AB86-4E5C-A137-07E0DDC03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15000"/>
                </a:schemeClr>
              </a:solidFill>
              <a:prstDash val="solid"/>
              <a:miter lim="800000"/>
              <a:headEnd/>
              <a:tailEnd/>
            </a:ln>
          </p:spPr>
        </p:sp>
        <p:sp>
          <p:nvSpPr>
            <p:cNvPr id="42" name="Freeform 9">
              <a:extLst>
                <a:ext uri="{FF2B5EF4-FFF2-40B4-BE49-F238E27FC236}">
                  <a16:creationId xmlns:a16="http://schemas.microsoft.com/office/drawing/2014/main" id="{BE097852-1F54-4EF0-A1BE-561272FCD6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15000"/>
                </a:schemeClr>
              </a:solidFill>
              <a:prstDash val="solid"/>
              <a:miter lim="800000"/>
              <a:headEnd/>
              <a:tailEnd/>
            </a:ln>
          </p:spPr>
        </p:sp>
        <p:sp>
          <p:nvSpPr>
            <p:cNvPr id="43" name="Freeform 10">
              <a:extLst>
                <a:ext uri="{FF2B5EF4-FFF2-40B4-BE49-F238E27FC236}">
                  <a16:creationId xmlns:a16="http://schemas.microsoft.com/office/drawing/2014/main" id="{5C2DF1F9-21CC-430E-84C8-356C73C6F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14000"/>
                </a:schemeClr>
              </a:solidFill>
              <a:prstDash val="solid"/>
              <a:miter lim="800000"/>
              <a:headEnd/>
              <a:tailEnd/>
            </a:ln>
          </p:spPr>
        </p:sp>
        <p:sp>
          <p:nvSpPr>
            <p:cNvPr id="44" name="Freeform 11">
              <a:extLst>
                <a:ext uri="{FF2B5EF4-FFF2-40B4-BE49-F238E27FC236}">
                  <a16:creationId xmlns:a16="http://schemas.microsoft.com/office/drawing/2014/main" id="{7F11B45B-3EDE-4B6A-903B-0AE6E9DD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13000"/>
                </a:schemeClr>
              </a:solidFill>
              <a:prstDash val="solid"/>
              <a:miter lim="800000"/>
              <a:headEnd/>
              <a:tailEnd/>
            </a:ln>
          </p:spPr>
        </p:sp>
        <p:sp>
          <p:nvSpPr>
            <p:cNvPr id="45" name="Freeform 12">
              <a:extLst>
                <a:ext uri="{FF2B5EF4-FFF2-40B4-BE49-F238E27FC236}">
                  <a16:creationId xmlns:a16="http://schemas.microsoft.com/office/drawing/2014/main" id="{F77FDDC5-477E-420D-B98F-42ABA24772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13000"/>
                </a:schemeClr>
              </a:solidFill>
              <a:prstDash val="solid"/>
              <a:miter lim="800000"/>
              <a:headEnd/>
              <a:tailEnd/>
            </a:ln>
          </p:spPr>
        </p:sp>
        <p:sp>
          <p:nvSpPr>
            <p:cNvPr id="46" name="Freeform 13">
              <a:extLst>
                <a:ext uri="{FF2B5EF4-FFF2-40B4-BE49-F238E27FC236}">
                  <a16:creationId xmlns:a16="http://schemas.microsoft.com/office/drawing/2014/main" id="{A92C0474-B573-45C5-84C5-194CE1715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12000"/>
                </a:schemeClr>
              </a:solidFill>
              <a:prstDash val="dash"/>
              <a:miter lim="800000"/>
              <a:headEnd/>
              <a:tailEnd/>
            </a:ln>
          </p:spPr>
        </p:sp>
        <p:sp>
          <p:nvSpPr>
            <p:cNvPr id="47" name="Freeform 14">
              <a:extLst>
                <a:ext uri="{FF2B5EF4-FFF2-40B4-BE49-F238E27FC236}">
                  <a16:creationId xmlns:a16="http://schemas.microsoft.com/office/drawing/2014/main" id="{2FBC62F8-64D0-4025-99AE-A04E291D9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12000"/>
                </a:schemeClr>
              </a:solidFill>
              <a:prstDash val="dash"/>
              <a:miter lim="800000"/>
              <a:headEnd/>
              <a:tailEnd/>
            </a:ln>
          </p:spPr>
        </p:sp>
        <p:sp>
          <p:nvSpPr>
            <p:cNvPr id="48" name="Freeform 15">
              <a:extLst>
                <a:ext uri="{FF2B5EF4-FFF2-40B4-BE49-F238E27FC236}">
                  <a16:creationId xmlns:a16="http://schemas.microsoft.com/office/drawing/2014/main" id="{7632F945-80B5-4575-A538-29495BF8F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12000"/>
                </a:schemeClr>
              </a:solidFill>
              <a:prstDash val="dashDot"/>
              <a:miter lim="800000"/>
              <a:headEnd/>
              <a:tailEnd/>
            </a:ln>
          </p:spPr>
        </p:sp>
        <p:sp>
          <p:nvSpPr>
            <p:cNvPr id="49" name="Freeform 16">
              <a:extLst>
                <a:ext uri="{FF2B5EF4-FFF2-40B4-BE49-F238E27FC236}">
                  <a16:creationId xmlns:a16="http://schemas.microsoft.com/office/drawing/2014/main" id="{5562CC17-43D4-4E57-AE08-83952EE5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12000"/>
                </a:schemeClr>
              </a:solidFill>
              <a:prstDash val="dashDot"/>
              <a:miter lim="800000"/>
              <a:headEnd/>
              <a:tailEnd/>
            </a:ln>
          </p:spPr>
        </p:sp>
        <p:sp>
          <p:nvSpPr>
            <p:cNvPr id="50" name="Freeform 17">
              <a:extLst>
                <a:ext uri="{FF2B5EF4-FFF2-40B4-BE49-F238E27FC236}">
                  <a16:creationId xmlns:a16="http://schemas.microsoft.com/office/drawing/2014/main" id="{E1D78CFE-04CA-4101-AFCF-196940B2D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12000"/>
                </a:schemeClr>
              </a:solidFill>
              <a:prstDash val="solid"/>
              <a:miter lim="800000"/>
              <a:headEnd/>
              <a:tailEnd/>
            </a:ln>
          </p:spPr>
        </p:sp>
        <p:sp>
          <p:nvSpPr>
            <p:cNvPr id="51" name="Freeform 18">
              <a:extLst>
                <a:ext uri="{FF2B5EF4-FFF2-40B4-BE49-F238E27FC236}">
                  <a16:creationId xmlns:a16="http://schemas.microsoft.com/office/drawing/2014/main" id="{41F2A149-A64E-4690-B049-18C156A8E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12000"/>
                </a:schemeClr>
              </a:solidFill>
              <a:prstDash val="solid"/>
              <a:miter lim="800000"/>
              <a:headEnd/>
              <a:tailEnd/>
            </a:ln>
          </p:spPr>
        </p:sp>
        <p:sp>
          <p:nvSpPr>
            <p:cNvPr id="52" name="Freeform 19">
              <a:extLst>
                <a:ext uri="{FF2B5EF4-FFF2-40B4-BE49-F238E27FC236}">
                  <a16:creationId xmlns:a16="http://schemas.microsoft.com/office/drawing/2014/main" id="{D9313C72-D62D-4416-A6AE-7EB7D6B54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11000"/>
                </a:schemeClr>
              </a:solidFill>
              <a:prstDash val="solid"/>
              <a:miter lim="800000"/>
              <a:headEnd/>
              <a:tailEnd/>
            </a:ln>
          </p:spPr>
        </p:sp>
        <p:sp>
          <p:nvSpPr>
            <p:cNvPr id="53" name="Freeform 20">
              <a:extLst>
                <a:ext uri="{FF2B5EF4-FFF2-40B4-BE49-F238E27FC236}">
                  <a16:creationId xmlns:a16="http://schemas.microsoft.com/office/drawing/2014/main" id="{77B03BEA-76E5-4ECB-B9BB-D89D27509E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11000"/>
                </a:schemeClr>
              </a:solidFill>
              <a:prstDash val="solid"/>
              <a:miter lim="800000"/>
              <a:headEnd/>
              <a:tailEnd/>
            </a:ln>
          </p:spPr>
        </p:sp>
        <p:sp>
          <p:nvSpPr>
            <p:cNvPr id="54" name="Freeform 21">
              <a:extLst>
                <a:ext uri="{FF2B5EF4-FFF2-40B4-BE49-F238E27FC236}">
                  <a16:creationId xmlns:a16="http://schemas.microsoft.com/office/drawing/2014/main" id="{6AF6BECE-416D-4C3A-AD6F-68B08F3CA7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10000"/>
                </a:schemeClr>
              </a:solidFill>
              <a:prstDash val="solid"/>
              <a:miter lim="800000"/>
              <a:headEnd/>
              <a:tailEnd/>
            </a:ln>
          </p:spPr>
        </p:sp>
        <p:sp>
          <p:nvSpPr>
            <p:cNvPr id="55" name="Freeform 22">
              <a:extLst>
                <a:ext uri="{FF2B5EF4-FFF2-40B4-BE49-F238E27FC236}">
                  <a16:creationId xmlns:a16="http://schemas.microsoft.com/office/drawing/2014/main" id="{B9197E2A-A098-480D-A2A6-3F3B889E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10000"/>
                </a:schemeClr>
              </a:solidFill>
              <a:prstDash val="dash"/>
              <a:miter lim="800000"/>
              <a:headEnd/>
              <a:tailEnd/>
            </a:ln>
          </p:spPr>
        </p:sp>
        <p:sp>
          <p:nvSpPr>
            <p:cNvPr id="56" name="Freeform 23">
              <a:extLst>
                <a:ext uri="{FF2B5EF4-FFF2-40B4-BE49-F238E27FC236}">
                  <a16:creationId xmlns:a16="http://schemas.microsoft.com/office/drawing/2014/main" id="{5A493EDB-6C9E-483F-86A6-0F473E590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10000"/>
                </a:schemeClr>
              </a:solidFill>
              <a:prstDash val="solid"/>
              <a:miter lim="800000"/>
              <a:headEnd/>
              <a:tailEnd/>
            </a:ln>
          </p:spPr>
        </p:sp>
      </p:grpSp>
      <p:sp>
        <p:nvSpPr>
          <p:cNvPr id="2" name="Title 1">
            <a:extLst>
              <a:ext uri="{FF2B5EF4-FFF2-40B4-BE49-F238E27FC236}">
                <a16:creationId xmlns:a16="http://schemas.microsoft.com/office/drawing/2014/main" id="{EA7A77C1-825A-4E03-BEFE-EA8CD245E94A}"/>
              </a:ext>
            </a:extLst>
          </p:cNvPr>
          <p:cNvSpPr>
            <a:spLocks noGrp="1"/>
          </p:cNvSpPr>
          <p:nvPr>
            <p:ph type="title"/>
          </p:nvPr>
        </p:nvSpPr>
        <p:spPr>
          <a:xfrm>
            <a:off x="2004718" y="1263408"/>
            <a:ext cx="9333842" cy="3115075"/>
          </a:xfrm>
        </p:spPr>
        <p:txBody>
          <a:bodyPr vert="horz" lIns="228600" tIns="228600" rIns="228600" bIns="0" rtlCol="0" anchor="b">
            <a:normAutofit/>
          </a:bodyPr>
          <a:lstStyle/>
          <a:p>
            <a:pPr algn="l">
              <a:lnSpc>
                <a:spcPct val="80000"/>
              </a:lnSpc>
            </a:pPr>
            <a:r>
              <a:rPr lang="en-US" sz="6000" dirty="0">
                <a:solidFill>
                  <a:schemeClr val="tx1"/>
                </a:solidFill>
              </a:rPr>
              <a:t>5. </a:t>
            </a:r>
            <a:r>
              <a:rPr lang="en-US" sz="6000" dirty="0" err="1">
                <a:solidFill>
                  <a:schemeClr val="tx1"/>
                </a:solidFill>
              </a:rPr>
              <a:t>Xu</a:t>
            </a:r>
            <a:r>
              <a:rPr lang="en-US" sz="6000" dirty="0">
                <a:solidFill>
                  <a:schemeClr val="tx1"/>
                </a:solidFill>
              </a:rPr>
              <a:t> </a:t>
            </a:r>
            <a:r>
              <a:rPr lang="en-US" sz="6000" dirty="0" err="1">
                <a:solidFill>
                  <a:schemeClr val="tx1"/>
                </a:solidFill>
              </a:rPr>
              <a:t>hướng</a:t>
            </a:r>
            <a:r>
              <a:rPr lang="en-US" sz="6000" dirty="0">
                <a:solidFill>
                  <a:schemeClr val="tx1"/>
                </a:solidFill>
              </a:rPr>
              <a:t> </a:t>
            </a:r>
            <a:r>
              <a:rPr lang="en-US" sz="6000" dirty="0" err="1">
                <a:solidFill>
                  <a:schemeClr val="tx1"/>
                </a:solidFill>
              </a:rPr>
              <a:t>và</a:t>
            </a:r>
            <a:r>
              <a:rPr lang="en-US" sz="6000" dirty="0">
                <a:solidFill>
                  <a:schemeClr val="tx1"/>
                </a:solidFill>
              </a:rPr>
              <a:t> </a:t>
            </a:r>
            <a:r>
              <a:rPr lang="en-US" sz="6000" dirty="0"/>
              <a:t>NHU CẦU CỦA NGƯỜI LAO ĐỘNG</a:t>
            </a:r>
            <a:endParaRPr lang="en-US" sz="6000" dirty="0">
              <a:solidFill>
                <a:schemeClr val="tx1"/>
              </a:solidFill>
            </a:endParaRPr>
          </a:p>
        </p:txBody>
      </p:sp>
      <p:sp>
        <p:nvSpPr>
          <p:cNvPr id="4" name="Text Placeholder 3">
            <a:extLst>
              <a:ext uri="{FF2B5EF4-FFF2-40B4-BE49-F238E27FC236}">
                <a16:creationId xmlns:a16="http://schemas.microsoft.com/office/drawing/2014/main" id="{5C148CCB-BD27-4B81-8B37-50FA1E652A1B}"/>
              </a:ext>
            </a:extLst>
          </p:cNvPr>
          <p:cNvSpPr>
            <a:spLocks noGrp="1"/>
          </p:cNvSpPr>
          <p:nvPr>
            <p:ph type="body" idx="1"/>
          </p:nvPr>
        </p:nvSpPr>
        <p:spPr>
          <a:xfrm>
            <a:off x="2004716" y="4560436"/>
            <a:ext cx="8239253" cy="1228171"/>
          </a:xfrm>
        </p:spPr>
        <p:txBody>
          <a:bodyPr vert="horz" lIns="91440" tIns="0" rIns="91440" bIns="45720" rtlCol="0">
            <a:normAutofit/>
          </a:bodyPr>
          <a:lstStyle/>
          <a:p>
            <a:pPr algn="l">
              <a:lnSpc>
                <a:spcPct val="100000"/>
              </a:lnSpc>
            </a:pPr>
            <a:endParaRPr lang="en-US" sz="2400">
              <a:solidFill>
                <a:schemeClr val="tx1"/>
              </a:solidFill>
            </a:endParaRPr>
          </a:p>
        </p:txBody>
      </p:sp>
      <p:sp>
        <p:nvSpPr>
          <p:cNvPr id="67" name="Isosceles Triangle 57">
            <a:extLst>
              <a:ext uri="{FF2B5EF4-FFF2-40B4-BE49-F238E27FC236}">
                <a16:creationId xmlns:a16="http://schemas.microsoft.com/office/drawing/2014/main" id="{A4CD35EF-7348-4E64-8700-827E64EA4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435825" y="3320139"/>
            <a:ext cx="300775" cy="25928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solidFill>
                <a:schemeClr val="tx1"/>
              </a:solidFill>
            </a:endParaRPr>
          </a:p>
        </p:txBody>
      </p:sp>
    </p:spTree>
    <p:extLst>
      <p:ext uri="{BB962C8B-B14F-4D97-AF65-F5344CB8AC3E}">
        <p14:creationId xmlns:p14="http://schemas.microsoft.com/office/powerpoint/2010/main" val="853449131"/>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6"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0"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1"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2"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8"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2"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33"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4"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5"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6"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8" name="Rectangle 37">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5F0238DC-52B1-4AE4-A116-D6A2A0A48B93}"/>
              </a:ext>
            </a:extLst>
          </p:cNvPr>
          <p:cNvSpPr>
            <a:spLocks noGrp="1"/>
          </p:cNvSpPr>
          <p:nvPr>
            <p:ph type="title"/>
          </p:nvPr>
        </p:nvSpPr>
        <p:spPr>
          <a:xfrm>
            <a:off x="645462" y="960120"/>
            <a:ext cx="3865695" cy="4171278"/>
          </a:xfrm>
        </p:spPr>
        <p:txBody>
          <a:bodyPr>
            <a:normAutofit/>
          </a:bodyPr>
          <a:lstStyle/>
          <a:p>
            <a:pPr algn="r"/>
            <a:r>
              <a:rPr lang="en-US" sz="4400" b="1" dirty="0">
                <a:solidFill>
                  <a:schemeClr val="tx1"/>
                </a:solidFill>
              </a:rPr>
              <a:t>5.1.XU HƯỚNG</a:t>
            </a:r>
            <a:endParaRPr lang="en-GB" sz="4400" b="1" dirty="0">
              <a:solidFill>
                <a:schemeClr val="tx1"/>
              </a:solidFill>
            </a:endParaRPr>
          </a:p>
        </p:txBody>
      </p:sp>
      <p:sp>
        <p:nvSpPr>
          <p:cNvPr id="8" name="Content Placeholder 7">
            <a:extLst>
              <a:ext uri="{FF2B5EF4-FFF2-40B4-BE49-F238E27FC236}">
                <a16:creationId xmlns:a16="http://schemas.microsoft.com/office/drawing/2014/main" id="{C9D127DB-A62D-4BB5-916E-9263262604DD}"/>
              </a:ext>
            </a:extLst>
          </p:cNvPr>
          <p:cNvSpPr>
            <a:spLocks noGrp="1"/>
          </p:cNvSpPr>
          <p:nvPr>
            <p:ph idx="1"/>
          </p:nvPr>
        </p:nvSpPr>
        <p:spPr>
          <a:xfrm>
            <a:off x="4983164" y="960120"/>
            <a:ext cx="5511800" cy="4171278"/>
          </a:xfrm>
        </p:spPr>
        <p:txBody>
          <a:bodyPr>
            <a:normAutofit/>
          </a:bodyPr>
          <a:lstStyle/>
          <a:p>
            <a:r>
              <a:rPr lang="en-US" dirty="0" err="1"/>
              <a:t>Bùng</a:t>
            </a:r>
            <a:r>
              <a:rPr lang="en-US" dirty="0"/>
              <a:t> </a:t>
            </a:r>
            <a:r>
              <a:rPr lang="en-US" dirty="0" err="1"/>
              <a:t>nổ</a:t>
            </a:r>
            <a:r>
              <a:rPr lang="en-US" dirty="0"/>
              <a:t> </a:t>
            </a:r>
            <a:r>
              <a:rPr lang="en-US" dirty="0" err="1"/>
              <a:t>thông</a:t>
            </a:r>
            <a:r>
              <a:rPr lang="en-US" dirty="0"/>
              <a:t> tin</a:t>
            </a:r>
          </a:p>
          <a:p>
            <a:r>
              <a:rPr lang="en-US" dirty="0" err="1"/>
              <a:t>Thay</a:t>
            </a:r>
            <a:r>
              <a:rPr lang="en-US" dirty="0"/>
              <a:t> </a:t>
            </a:r>
            <a:r>
              <a:rPr lang="en-US" dirty="0" err="1"/>
              <a:t>đổi</a:t>
            </a:r>
            <a:r>
              <a:rPr lang="en-US" dirty="0"/>
              <a:t> </a:t>
            </a:r>
            <a:r>
              <a:rPr lang="en-US" dirty="0" err="1"/>
              <a:t>chất</a:t>
            </a:r>
            <a:r>
              <a:rPr lang="en-US" dirty="0"/>
              <a:t> l</a:t>
            </a:r>
            <a:r>
              <a:rPr lang="vi-VN" dirty="0">
                <a:latin typeface="Calibri" panose="020F0502020204030204" pitchFamily="34" charset="0"/>
              </a:rPr>
              <a:t>ư</a:t>
            </a:r>
            <a:r>
              <a:rPr lang="en-US" dirty="0" err="1"/>
              <a:t>ợng</a:t>
            </a:r>
            <a:r>
              <a:rPr lang="en-US" dirty="0"/>
              <a:t> </a:t>
            </a:r>
            <a:r>
              <a:rPr lang="en-US" dirty="0" err="1"/>
              <a:t>cuộc</a:t>
            </a:r>
            <a:r>
              <a:rPr lang="en-US" dirty="0"/>
              <a:t> </a:t>
            </a:r>
            <a:r>
              <a:rPr lang="en-US" dirty="0" err="1"/>
              <a:t>sống</a:t>
            </a:r>
            <a:endParaRPr lang="en-US" dirty="0"/>
          </a:p>
          <a:p>
            <a:r>
              <a:rPr lang="en-US" dirty="0" err="1"/>
              <a:t>Nhàm</a:t>
            </a:r>
            <a:r>
              <a:rPr lang="en-US" dirty="0"/>
              <a:t> </a:t>
            </a:r>
            <a:r>
              <a:rPr lang="en-US" dirty="0" err="1"/>
              <a:t>chán</a:t>
            </a:r>
            <a:r>
              <a:rPr lang="en-US" dirty="0"/>
              <a:t> </a:t>
            </a:r>
            <a:r>
              <a:rPr lang="en-US" dirty="0" err="1"/>
              <a:t>trong</a:t>
            </a:r>
            <a:r>
              <a:rPr lang="en-US" dirty="0"/>
              <a:t> </a:t>
            </a:r>
            <a:r>
              <a:rPr lang="en-US" dirty="0" err="1"/>
              <a:t>công</a:t>
            </a:r>
            <a:r>
              <a:rPr lang="en-US" dirty="0"/>
              <a:t> </a:t>
            </a:r>
            <a:r>
              <a:rPr lang="en-US" dirty="0" err="1"/>
              <a:t>việc</a:t>
            </a:r>
            <a:endParaRPr lang="en-US" dirty="0"/>
          </a:p>
          <a:p>
            <a:r>
              <a:rPr lang="en-US" dirty="0" err="1"/>
              <a:t>Căng</a:t>
            </a:r>
            <a:r>
              <a:rPr lang="en-US" dirty="0"/>
              <a:t> </a:t>
            </a:r>
            <a:r>
              <a:rPr lang="en-US" dirty="0" err="1"/>
              <a:t>thẳng</a:t>
            </a:r>
            <a:r>
              <a:rPr lang="en-US" dirty="0"/>
              <a:t> </a:t>
            </a:r>
            <a:r>
              <a:rPr lang="en-US" dirty="0" err="1"/>
              <a:t>nghề</a:t>
            </a:r>
            <a:r>
              <a:rPr lang="en-US" dirty="0"/>
              <a:t> </a:t>
            </a:r>
            <a:r>
              <a:rPr lang="en-US" dirty="0" err="1"/>
              <a:t>nghiệp</a:t>
            </a:r>
            <a:endParaRPr lang="en-US" dirty="0"/>
          </a:p>
          <a:p>
            <a:r>
              <a:rPr lang="en-US" dirty="0" err="1"/>
              <a:t>Phong</a:t>
            </a:r>
            <a:r>
              <a:rPr lang="en-US" dirty="0"/>
              <a:t> </a:t>
            </a:r>
            <a:r>
              <a:rPr lang="en-US" dirty="0" err="1"/>
              <a:t>phú</a:t>
            </a:r>
            <a:r>
              <a:rPr lang="en-US" dirty="0"/>
              <a:t> </a:t>
            </a:r>
            <a:r>
              <a:rPr lang="en-US" dirty="0" err="1"/>
              <a:t>hoá</a:t>
            </a:r>
            <a:r>
              <a:rPr lang="en-US" dirty="0"/>
              <a:t> </a:t>
            </a:r>
            <a:r>
              <a:rPr lang="en-US" dirty="0" err="1"/>
              <a:t>công</a:t>
            </a:r>
            <a:r>
              <a:rPr lang="en-US" dirty="0"/>
              <a:t> </a:t>
            </a:r>
            <a:r>
              <a:rPr lang="en-US" dirty="0" err="1"/>
              <a:t>việc</a:t>
            </a:r>
            <a:endParaRPr lang="en-US" dirty="0"/>
          </a:p>
          <a:p>
            <a:r>
              <a:rPr lang="en-US" dirty="0" err="1"/>
              <a:t>Trách</a:t>
            </a:r>
            <a:r>
              <a:rPr lang="en-US" dirty="0"/>
              <a:t> </a:t>
            </a:r>
            <a:r>
              <a:rPr lang="en-US" dirty="0" err="1"/>
              <a:t>nhiệm</a:t>
            </a:r>
            <a:r>
              <a:rPr lang="en-US" dirty="0"/>
              <a:t> </a:t>
            </a:r>
            <a:r>
              <a:rPr lang="en-US" dirty="0" err="1"/>
              <a:t>xã</a:t>
            </a:r>
            <a:r>
              <a:rPr lang="en-US" dirty="0"/>
              <a:t> </a:t>
            </a:r>
            <a:r>
              <a:rPr lang="en-US" dirty="0" err="1"/>
              <a:t>hội</a:t>
            </a:r>
            <a:endParaRPr lang="en-GB" dirty="0"/>
          </a:p>
        </p:txBody>
      </p:sp>
      <p:cxnSp>
        <p:nvCxnSpPr>
          <p:cNvPr id="44" name="Straight Connector 39">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1753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3"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77DEE25F-CEFC-4991-818F-2E16BE003D86}"/>
              </a:ext>
            </a:extLst>
          </p:cNvPr>
          <p:cNvSpPr>
            <a:spLocks noGrp="1"/>
          </p:cNvSpPr>
          <p:nvPr>
            <p:ph type="title"/>
          </p:nvPr>
        </p:nvSpPr>
        <p:spPr>
          <a:xfrm>
            <a:off x="1759289" y="798885"/>
            <a:ext cx="8673427" cy="1048945"/>
          </a:xfrm>
        </p:spPr>
        <p:txBody>
          <a:bodyPr>
            <a:normAutofit fontScale="90000"/>
          </a:bodyPr>
          <a:lstStyle/>
          <a:p>
            <a:r>
              <a:rPr lang="en-US" b="1" dirty="0">
                <a:solidFill>
                  <a:srgbClr val="FF0000"/>
                </a:solidFill>
              </a:rPr>
              <a:t>5.2.NHU CẦU CỦA NGƯỜI LAO ĐỘNG</a:t>
            </a:r>
            <a:endParaRPr lang="en-GB" b="1" dirty="0">
              <a:solidFill>
                <a:srgbClr val="FF0000"/>
              </a:solidFill>
            </a:endParaRPr>
          </a:p>
        </p:txBody>
      </p:sp>
      <p:graphicFrame>
        <p:nvGraphicFramePr>
          <p:cNvPr id="5" name="Content Placeholder 2">
            <a:extLst>
              <a:ext uri="{FF2B5EF4-FFF2-40B4-BE49-F238E27FC236}">
                <a16:creationId xmlns:a16="http://schemas.microsoft.com/office/drawing/2014/main" id="{4C99ACC9-B22D-4FCA-863E-3E16AD9B7E9A}"/>
              </a:ext>
            </a:extLst>
          </p:cNvPr>
          <p:cNvGraphicFramePr>
            <a:graphicFrameLocks noGrp="1"/>
          </p:cNvGraphicFramePr>
          <p:nvPr>
            <p:ph idx="1"/>
            <p:extLst>
              <p:ext uri="{D42A27DB-BD31-4B8C-83A1-F6EECF244321}">
                <p14:modId xmlns:p14="http://schemas.microsoft.com/office/powerpoint/2010/main" val="417336299"/>
              </p:ext>
            </p:extLst>
          </p:nvPr>
        </p:nvGraphicFramePr>
        <p:xfrm>
          <a:off x="807723" y="1990976"/>
          <a:ext cx="10576559" cy="417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935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56FADC-DF63-4211-AB98-67CD6D3BE826}"/>
              </a:ext>
            </a:extLst>
          </p:cNvPr>
          <p:cNvSpPr>
            <a:spLocks noGrp="1"/>
          </p:cNvSpPr>
          <p:nvPr>
            <p:ph type="title"/>
          </p:nvPr>
        </p:nvSpPr>
        <p:spPr>
          <a:xfrm>
            <a:off x="645462" y="960120"/>
            <a:ext cx="3865695" cy="4171278"/>
          </a:xfrm>
        </p:spPr>
        <p:txBody>
          <a:bodyPr>
            <a:normAutofit/>
          </a:bodyPr>
          <a:lstStyle/>
          <a:p>
            <a:pPr algn="r"/>
            <a:r>
              <a:rPr lang="en-GB" sz="4400" i="1" dirty="0" err="1">
                <a:solidFill>
                  <a:schemeClr val="tx1"/>
                </a:solidFill>
                <a:latin typeface="Calibri" panose="020F0502020204030204" pitchFamily="34" charset="0"/>
                <a:cs typeface="Calibri" panose="020F0502020204030204" pitchFamily="34" charset="0"/>
              </a:rPr>
              <a:t>Công</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việc</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và</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điều</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kiện</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làm</a:t>
            </a:r>
            <a:r>
              <a:rPr lang="en-GB" sz="4400" i="1" dirty="0">
                <a:solidFill>
                  <a:schemeClr val="tx1"/>
                </a:solidFill>
                <a:latin typeface="Calibri" panose="020F0502020204030204" pitchFamily="34" charset="0"/>
                <a:cs typeface="Calibri" panose="020F0502020204030204" pitchFamily="34" charset="0"/>
              </a:rPr>
              <a:t> </a:t>
            </a:r>
            <a:r>
              <a:rPr lang="en-GB" sz="4400" i="1" dirty="0" err="1">
                <a:solidFill>
                  <a:schemeClr val="tx1"/>
                </a:solidFill>
                <a:latin typeface="Calibri" panose="020F0502020204030204" pitchFamily="34" charset="0"/>
                <a:cs typeface="Calibri" panose="020F0502020204030204" pitchFamily="34" charset="0"/>
              </a:rPr>
              <a:t>việc</a:t>
            </a:r>
            <a:br>
              <a:rPr lang="en-GB" sz="4400" dirty="0">
                <a:solidFill>
                  <a:schemeClr val="tx1"/>
                </a:solidFill>
                <a:latin typeface="Calibri" panose="020F0502020204030204" pitchFamily="34" charset="0"/>
                <a:cs typeface="Calibri" panose="020F0502020204030204" pitchFamily="34" charset="0"/>
              </a:rPr>
            </a:br>
            <a:endParaRPr lang="en-GB" sz="4400" dirty="0">
              <a:solidFill>
                <a:schemeClr val="tx1"/>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C285354-2D49-4A1D-9D59-43CD2A7881D2}"/>
              </a:ext>
            </a:extLst>
          </p:cNvPr>
          <p:cNvSpPr>
            <a:spLocks noGrp="1"/>
          </p:cNvSpPr>
          <p:nvPr>
            <p:ph idx="1"/>
          </p:nvPr>
        </p:nvSpPr>
        <p:spPr>
          <a:xfrm>
            <a:off x="4983163" y="960120"/>
            <a:ext cx="6982414" cy="4171278"/>
          </a:xfrm>
        </p:spPr>
        <p:txBody>
          <a:bodyPr>
            <a:noAutofit/>
          </a:bodyPr>
          <a:lstStyle/>
          <a:p>
            <a:r>
              <a:rPr lang="en-US" sz="3600" dirty="0"/>
              <a:t>V</a:t>
            </a:r>
            <a:r>
              <a:rPr lang="vi-VN" sz="3600" dirty="0">
                <a:latin typeface="Calibri" panose="020F0502020204030204" pitchFamily="34" charset="0"/>
              </a:rPr>
              <a:t>iệc làm an toàn và không nhàm chán. </a:t>
            </a:r>
            <a:endParaRPr lang="en-US" sz="3600" dirty="0"/>
          </a:p>
          <a:p>
            <a:r>
              <a:rPr lang="en-US" sz="3600" dirty="0"/>
              <a:t>M</a:t>
            </a:r>
            <a:r>
              <a:rPr lang="vi-VN" sz="3600" dirty="0">
                <a:latin typeface="Calibri" panose="020F0502020204030204" pitchFamily="34" charset="0"/>
              </a:rPr>
              <a:t>ôi trường làm việc khỏe mạnh.</a:t>
            </a:r>
            <a:endParaRPr lang="en-US" sz="3600" dirty="0"/>
          </a:p>
          <a:p>
            <a:r>
              <a:rPr lang="vi-VN" sz="3600" dirty="0">
                <a:latin typeface="Calibri" panose="020F0502020204030204" pitchFamily="34" charset="0"/>
              </a:rPr>
              <a:t>Sử dụng được mọi khả năng của mình.</a:t>
            </a:r>
            <a:endParaRPr lang="en-US" sz="3600" dirty="0"/>
          </a:p>
          <a:p>
            <a:r>
              <a:rPr lang="en-US" sz="3600" dirty="0"/>
              <a:t>G</a:t>
            </a:r>
            <a:r>
              <a:rPr lang="vi-VN" sz="3600" dirty="0">
                <a:latin typeface="Calibri" panose="020F0502020204030204" pitchFamily="34" charset="0"/>
              </a:rPr>
              <a:t>iờ làm việc hợp lí. </a:t>
            </a:r>
            <a:endParaRPr lang="en-US" sz="3600" dirty="0"/>
          </a:p>
          <a:p>
            <a:r>
              <a:rPr lang="en-US" sz="3600" dirty="0" err="1">
                <a:latin typeface="Calibri" panose="020F0502020204030204" pitchFamily="34" charset="0"/>
              </a:rPr>
              <a:t>Công</a:t>
            </a:r>
            <a:r>
              <a:rPr lang="en-US" sz="3600" dirty="0">
                <a:latin typeface="Calibri" panose="020F0502020204030204" pitchFamily="34" charset="0"/>
              </a:rPr>
              <a:t> </a:t>
            </a:r>
            <a:r>
              <a:rPr lang="en-US" sz="3600" dirty="0" err="1">
                <a:latin typeface="Calibri" panose="020F0502020204030204" pitchFamily="34" charset="0"/>
              </a:rPr>
              <a:t>việc</a:t>
            </a:r>
            <a:r>
              <a:rPr lang="vi-VN" sz="3600" dirty="0">
                <a:latin typeface="Calibri" panose="020F0502020204030204" pitchFamily="34" charset="0"/>
              </a:rPr>
              <a:t> ổn định</a:t>
            </a:r>
            <a:br>
              <a:rPr lang="vi-VN" sz="3600" dirty="0">
                <a:latin typeface="Calibri" panose="020F0502020204030204" pitchFamily="34" charset="0"/>
              </a:rPr>
            </a:br>
            <a:endParaRPr lang="en-GB" sz="3600" dirty="0"/>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823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BE9891-E092-4283-A8ED-DEDDBE22ADBA}"/>
              </a:ext>
            </a:extLst>
          </p:cNvPr>
          <p:cNvSpPr>
            <a:spLocks noGrp="1"/>
          </p:cNvSpPr>
          <p:nvPr>
            <p:ph type="title"/>
          </p:nvPr>
        </p:nvSpPr>
        <p:spPr>
          <a:xfrm>
            <a:off x="0" y="894806"/>
            <a:ext cx="3865695" cy="4171278"/>
          </a:xfrm>
        </p:spPr>
        <p:txBody>
          <a:bodyPr>
            <a:normAutofit/>
          </a:bodyPr>
          <a:lstStyle/>
          <a:p>
            <a:pPr algn="r"/>
            <a:r>
              <a:rPr lang="vi-VN" sz="4400" i="1" dirty="0">
                <a:solidFill>
                  <a:schemeClr val="tx1"/>
                </a:solidFill>
                <a:latin typeface="Calibri" panose="020F0502020204030204" pitchFamily="34" charset="0"/>
              </a:rPr>
              <a:t>Các quyền lợi cá nhân và lương bổng</a:t>
            </a:r>
            <a:br>
              <a:rPr lang="vi-VN" sz="4400" dirty="0">
                <a:solidFill>
                  <a:schemeClr val="tx1"/>
                </a:solidFill>
                <a:latin typeface="Calibri" panose="020F0502020204030204" pitchFamily="34" charset="0"/>
              </a:rPr>
            </a:br>
            <a:endParaRPr lang="en-GB" sz="4400" dirty="0">
              <a:solidFill>
                <a:schemeClr val="tx1"/>
              </a:solidFill>
            </a:endParaRPr>
          </a:p>
        </p:txBody>
      </p:sp>
      <p:sp>
        <p:nvSpPr>
          <p:cNvPr id="3" name="Content Placeholder 2">
            <a:extLst>
              <a:ext uri="{FF2B5EF4-FFF2-40B4-BE49-F238E27FC236}">
                <a16:creationId xmlns:a16="http://schemas.microsoft.com/office/drawing/2014/main" id="{1FE14953-585E-4ED3-8336-2D213440F76E}"/>
              </a:ext>
            </a:extLst>
          </p:cNvPr>
          <p:cNvSpPr>
            <a:spLocks noGrp="1"/>
          </p:cNvSpPr>
          <p:nvPr>
            <p:ph idx="1"/>
          </p:nvPr>
        </p:nvSpPr>
        <p:spPr>
          <a:xfrm>
            <a:off x="4519750" y="228600"/>
            <a:ext cx="7432764" cy="4171278"/>
          </a:xfrm>
        </p:spPr>
        <p:txBody>
          <a:bodyPr>
            <a:noAutofit/>
          </a:bodyPr>
          <a:lstStyle/>
          <a:p>
            <a:pPr>
              <a:lnSpc>
                <a:spcPct val="110000"/>
              </a:lnSpc>
            </a:pPr>
            <a:r>
              <a:rPr lang="vi-VN" sz="2800" dirty="0">
                <a:latin typeface="Calibri" panose="020F0502020204030204" pitchFamily="34" charset="0"/>
              </a:rPr>
              <a:t>Được tôn trọng giá trị của bản thân. </a:t>
            </a:r>
            <a:endParaRPr lang="en-US" sz="2800" dirty="0"/>
          </a:p>
          <a:p>
            <a:pPr>
              <a:lnSpc>
                <a:spcPct val="110000"/>
              </a:lnSpc>
            </a:pPr>
            <a:r>
              <a:rPr lang="vi-VN" sz="2800" dirty="0">
                <a:latin typeface="Calibri" panose="020F0502020204030204" pitchFamily="34" charset="0"/>
              </a:rPr>
              <a:t>Được thừa nhận vai trò quan trọng và cần thiết của cá nhân đối với công ti.</a:t>
            </a:r>
            <a:endParaRPr lang="en-US" sz="2800" dirty="0"/>
          </a:p>
          <a:p>
            <a:pPr>
              <a:lnSpc>
                <a:spcPct val="110000"/>
              </a:lnSpc>
            </a:pPr>
            <a:r>
              <a:rPr lang="vi-VN" sz="2800" dirty="0">
                <a:latin typeface="Calibri" panose="020F0502020204030204" pitchFamily="34" charset="0"/>
              </a:rPr>
              <a:t>Được cấp trên l</a:t>
            </a:r>
            <a:r>
              <a:rPr lang="en-US" sz="2800" dirty="0">
                <a:latin typeface="Calibri" panose="020F0502020204030204" pitchFamily="34" charset="0"/>
              </a:rPr>
              <a:t>ắ</a:t>
            </a:r>
            <a:r>
              <a:rPr lang="vi-VN" sz="2800" dirty="0">
                <a:latin typeface="Calibri" panose="020F0502020204030204" pitchFamily="34" charset="0"/>
              </a:rPr>
              <a:t>ng nghe.</a:t>
            </a:r>
            <a:endParaRPr lang="en-US" sz="2800" dirty="0"/>
          </a:p>
          <a:p>
            <a:pPr>
              <a:lnSpc>
                <a:spcPct val="110000"/>
              </a:lnSpc>
            </a:pPr>
            <a:r>
              <a:rPr lang="vi-VN" sz="2800" dirty="0">
                <a:latin typeface="Calibri" panose="020F0502020204030204" pitchFamily="34" charset="0"/>
              </a:rPr>
              <a:t>Được tham gia vào việc ra các quyết định chung liên quan đến bản thân. </a:t>
            </a:r>
            <a:endParaRPr lang="en-US" sz="2800" dirty="0"/>
          </a:p>
          <a:p>
            <a:pPr>
              <a:lnSpc>
                <a:spcPct val="110000"/>
              </a:lnSpc>
            </a:pPr>
            <a:r>
              <a:rPr lang="vi-VN" sz="2800" dirty="0">
                <a:latin typeface="Calibri" panose="020F0502020204030204" pitchFamily="34" charset="0"/>
              </a:rPr>
              <a:t>Biết được điều mà cấp trên mong đợi trong công việc của mình. </a:t>
            </a:r>
            <a:endParaRPr lang="en-US" sz="2800" dirty="0"/>
          </a:p>
          <a:p>
            <a:pPr>
              <a:lnSpc>
                <a:spcPct val="110000"/>
              </a:lnSpc>
            </a:pPr>
            <a:r>
              <a:rPr lang="en-US" sz="2800" dirty="0"/>
              <a:t>L</a:t>
            </a:r>
            <a:r>
              <a:rPr lang="vi-VN" sz="2800" dirty="0">
                <a:latin typeface="Calibri" panose="020F0502020204030204" pitchFamily="34" charset="0"/>
              </a:rPr>
              <a:t>ương bổng công bằng phù hợp</a:t>
            </a:r>
            <a:r>
              <a:rPr lang="en-US" sz="2800" dirty="0"/>
              <a:t>.</a:t>
            </a:r>
            <a:r>
              <a:rPr lang="vi-VN" sz="2800" dirty="0">
                <a:latin typeface="Calibri" panose="020F0502020204030204" pitchFamily="34" charset="0"/>
              </a:rPr>
              <a:t> </a:t>
            </a:r>
            <a:endParaRPr lang="en-US" sz="2800" dirty="0"/>
          </a:p>
          <a:p>
            <a:pPr>
              <a:lnSpc>
                <a:spcPct val="110000"/>
              </a:lnSpc>
            </a:pPr>
            <a:r>
              <a:rPr lang="vi-VN" sz="2800" dirty="0">
                <a:latin typeface="Calibri" panose="020F0502020204030204" pitchFamily="34" charset="0"/>
              </a:rPr>
              <a:t>Phúc lợi hợp lí. </a:t>
            </a:r>
            <a:endParaRPr lang="en-US" sz="2800" dirty="0"/>
          </a:p>
          <a:p>
            <a:pPr>
              <a:lnSpc>
                <a:spcPct val="110000"/>
              </a:lnSpc>
            </a:pPr>
            <a:r>
              <a:rPr lang="vi-VN" sz="2800" dirty="0">
                <a:latin typeface="Calibri" panose="020F0502020204030204" pitchFamily="34" charset="0"/>
              </a:rPr>
              <a:t>Cấp trên biết làm tốt công tác giao tiếp nhân sự</a:t>
            </a:r>
            <a:br>
              <a:rPr lang="vi-VN" sz="2800" dirty="0">
                <a:latin typeface="Calibri" panose="020F0502020204030204" pitchFamily="34" charset="0"/>
              </a:rPr>
            </a:br>
            <a:endParaRPr lang="en-GB" sz="2800" dirty="0"/>
          </a:p>
        </p:txBody>
      </p:sp>
    </p:spTree>
    <p:extLst>
      <p:ext uri="{BB962C8B-B14F-4D97-AF65-F5344CB8AC3E}">
        <p14:creationId xmlns:p14="http://schemas.microsoft.com/office/powerpoint/2010/main" val="511313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4" y="0"/>
            <a:ext cx="12584115"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BE9891-E092-4283-A8ED-DEDDBE22ADBA}"/>
              </a:ext>
            </a:extLst>
          </p:cNvPr>
          <p:cNvSpPr>
            <a:spLocks noGrp="1"/>
          </p:cNvSpPr>
          <p:nvPr>
            <p:ph type="title"/>
          </p:nvPr>
        </p:nvSpPr>
        <p:spPr>
          <a:xfrm>
            <a:off x="645462" y="960120"/>
            <a:ext cx="3865695" cy="4171278"/>
          </a:xfrm>
        </p:spPr>
        <p:txBody>
          <a:bodyPr>
            <a:normAutofit/>
          </a:bodyPr>
          <a:lstStyle/>
          <a:p>
            <a:pPr algn="r"/>
            <a:r>
              <a:rPr lang="vi-VN" sz="4400" i="1" dirty="0">
                <a:solidFill>
                  <a:schemeClr val="tx1"/>
                </a:solidFill>
                <a:latin typeface="Calibri" panose="020F0502020204030204" pitchFamily="34" charset="0"/>
              </a:rPr>
              <a:t>Cơ hội thăng tiến</a:t>
            </a:r>
            <a:br>
              <a:rPr lang="vi-VN" sz="4400" dirty="0">
                <a:solidFill>
                  <a:schemeClr val="tx1"/>
                </a:solidFill>
                <a:latin typeface="Calibri" panose="020F0502020204030204" pitchFamily="34" charset="0"/>
              </a:rPr>
            </a:br>
            <a:endParaRPr lang="en-GB" sz="4400" dirty="0">
              <a:solidFill>
                <a:schemeClr val="tx1"/>
              </a:solidFill>
            </a:endParaRPr>
          </a:p>
        </p:txBody>
      </p:sp>
      <p:sp>
        <p:nvSpPr>
          <p:cNvPr id="3" name="Content Placeholder 2">
            <a:extLst>
              <a:ext uri="{FF2B5EF4-FFF2-40B4-BE49-F238E27FC236}">
                <a16:creationId xmlns:a16="http://schemas.microsoft.com/office/drawing/2014/main" id="{1FE14953-585E-4ED3-8336-2D213440F76E}"/>
              </a:ext>
            </a:extLst>
          </p:cNvPr>
          <p:cNvSpPr>
            <a:spLocks noGrp="1"/>
          </p:cNvSpPr>
          <p:nvPr>
            <p:ph idx="1"/>
          </p:nvPr>
        </p:nvSpPr>
        <p:spPr>
          <a:xfrm>
            <a:off x="4943974" y="450668"/>
            <a:ext cx="6851785" cy="5009606"/>
          </a:xfrm>
        </p:spPr>
        <p:txBody>
          <a:bodyPr>
            <a:normAutofit fontScale="77500" lnSpcReduction="20000"/>
          </a:bodyPr>
          <a:lstStyle/>
          <a:p>
            <a:r>
              <a:rPr lang="vi-VN" sz="4100" dirty="0">
                <a:latin typeface="Calibri" panose="020F0502020204030204" pitchFamily="34" charset="0"/>
              </a:rPr>
              <a:t>Được học hỏi các </a:t>
            </a:r>
            <a:r>
              <a:rPr lang="en-US" sz="4100" dirty="0">
                <a:latin typeface="Calibri" panose="020F0502020204030204" pitchFamily="34" charset="0"/>
              </a:rPr>
              <a:t>k</a:t>
            </a:r>
            <a:r>
              <a:rPr lang="vi-VN" sz="4100" dirty="0">
                <a:latin typeface="Calibri" panose="020F0502020204030204" pitchFamily="34" charset="0"/>
              </a:rPr>
              <a:t>ỹ năng mới. </a:t>
            </a:r>
            <a:endParaRPr lang="en-US" sz="4100" dirty="0"/>
          </a:p>
          <a:p>
            <a:r>
              <a:rPr lang="vi-VN" sz="4100" dirty="0">
                <a:latin typeface="Calibri" panose="020F0502020204030204" pitchFamily="34" charset="0"/>
              </a:rPr>
              <a:t>Được tham gia các chương trình đào tạo và phát triển. </a:t>
            </a:r>
            <a:endParaRPr lang="en-US" sz="4100" dirty="0"/>
          </a:p>
          <a:p>
            <a:r>
              <a:rPr lang="vi-VN" sz="4100" dirty="0">
                <a:latin typeface="Calibri" panose="020F0502020204030204" pitchFamily="34" charset="0"/>
              </a:rPr>
              <a:t>Được cấp trên thừa nhận các thành tích trong quá khứ. </a:t>
            </a:r>
            <a:endParaRPr lang="en-US" sz="4100" dirty="0"/>
          </a:p>
          <a:p>
            <a:r>
              <a:rPr lang="vi-VN" sz="4100" dirty="0">
                <a:latin typeface="Calibri" panose="020F0502020204030204" pitchFamily="34" charset="0"/>
              </a:rPr>
              <a:t>Được có cơ hội để cải thiện đời sống. </a:t>
            </a:r>
            <a:endParaRPr lang="en-US" sz="4100" dirty="0"/>
          </a:p>
          <a:p>
            <a:r>
              <a:rPr lang="vi-VN" sz="4100" dirty="0">
                <a:latin typeface="Calibri" panose="020F0502020204030204" pitchFamily="34" charset="0"/>
              </a:rPr>
              <a:t>Một công việc có tương lai và triển vọng.</a:t>
            </a:r>
            <a:endParaRPr lang="en-US" sz="4100" dirty="0">
              <a:latin typeface="Calibri" panose="020F0502020204030204" pitchFamily="34" charset="0"/>
            </a:endParaRPr>
          </a:p>
          <a:p>
            <a:pPr>
              <a:buNone/>
            </a:pPr>
            <a:r>
              <a:rPr lang="en-US" b="1" i="1" dirty="0">
                <a:solidFill>
                  <a:schemeClr val="accent2"/>
                </a:solidFill>
                <a:latin typeface="Calibri" panose="020F0502020204030204" pitchFamily="34" charset="0"/>
              </a:rPr>
              <a:t>TẠO RA NHIỀU THÁCH THỨC TRONG QUẢN TRỊ NGUỒN NHÂN LỰC</a:t>
            </a:r>
            <a:br>
              <a:rPr lang="vi-VN" b="1" i="1" dirty="0">
                <a:solidFill>
                  <a:schemeClr val="accent2"/>
                </a:solidFill>
                <a:latin typeface="Calibri" panose="020F0502020204030204" pitchFamily="34" charset="0"/>
              </a:rPr>
            </a:br>
            <a:endParaRPr lang="en-GB" b="1" i="1" dirty="0">
              <a:solidFill>
                <a:schemeClr val="accent2"/>
              </a:solidFill>
            </a:endParaRP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6733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4" name="AutoShape 10"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6" name="AutoShape 12"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8" name="AutoShape 14"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0" name="AutoShape 16" descr="Thank you » #1. Tadu's Blo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2" name="AutoShape 18" descr="https://blog.tadu.vn/wp-content/themes/blog-tadu/assets/thank-you-min.jp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4" name="AutoShape 20" descr="https://blog.tadu.vn/wp-content/themes/blog-tadu/assets/thank-you-min.jpg"/>
          <p:cNvSpPr>
            <a:spLocks noChangeAspect="1" noChangeArrowheads="1"/>
          </p:cNvSpPr>
          <p:nvPr/>
        </p:nvSpPr>
        <p:spPr bwMode="auto">
          <a:xfrm>
            <a:off x="207433" y="-144463"/>
            <a:ext cx="4064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 name="Picture 14" descr="thank-you-min.jpg"/>
          <p:cNvPicPr>
            <a:picLocks noChangeAspect="1"/>
          </p:cNvPicPr>
          <p:nvPr/>
        </p:nvPicPr>
        <p:blipFill>
          <a:blip r:embed="rId2"/>
          <a:stretch>
            <a:fillRect/>
          </a:stretch>
        </p:blipFill>
        <p:spPr>
          <a:xfrm>
            <a:off x="207434" y="706582"/>
            <a:ext cx="11673889" cy="49322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TotalTime>
  <Words>1843</Words>
  <Application>Microsoft Office PowerPoint</Application>
  <PresentationFormat>Widescreen</PresentationFormat>
  <Paragraphs>153</Paragraphs>
  <Slides>40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.VnArial</vt:lpstr>
      <vt:lpstr>Arial</vt:lpstr>
      <vt:lpstr>Calibri</vt:lpstr>
      <vt:lpstr>Calibri </vt:lpstr>
      <vt:lpstr>Calibri Light</vt:lpstr>
      <vt:lpstr>Office Theme</vt:lpstr>
      <vt:lpstr>QUẢN TRỊ NHÂN LỰC</vt:lpstr>
      <vt:lpstr>Mục tiêu </vt:lpstr>
      <vt:lpstr>Nội dung</vt:lpstr>
      <vt:lpstr>1. Khái niệm cơ bản</vt:lpstr>
      <vt:lpstr>2. Chức năng của quản trị nhân lực</vt:lpstr>
      <vt:lpstr>Chức năng của quản trị nhân lực</vt:lpstr>
      <vt:lpstr>2.1.Hoạch định nguồn nhân lực </vt:lpstr>
      <vt:lpstr>PowerPoint Presentation</vt:lpstr>
      <vt:lpstr>2.2.Tuyển mộ và lựa chọn</vt:lpstr>
      <vt:lpstr>2.3.Phát triển nguồn nhân lực </vt:lpstr>
      <vt:lpstr>2.4.Lương bổng và đãi ngộ </vt:lpstr>
      <vt:lpstr>PowerPoint Presentation</vt:lpstr>
      <vt:lpstr>2.4.Lương bổng và đãi ngộ </vt:lpstr>
      <vt:lpstr>PowerPoint Presentation</vt:lpstr>
      <vt:lpstr>2.5.An toàn và sức khỏe </vt:lpstr>
      <vt:lpstr>PowerPoint Presentation</vt:lpstr>
      <vt:lpstr>2.6.Tương quan lao động </vt:lpstr>
      <vt:lpstr>2.7.Nghiên cứu nguồn nhân lực </vt:lpstr>
      <vt:lpstr>3. Mục tiêu của QTNL</vt:lpstr>
      <vt:lpstr>3.1.Mục tiêu xã hội </vt:lpstr>
      <vt:lpstr>PowerPoint Presentation</vt:lpstr>
      <vt:lpstr>PowerPoint Presentation</vt:lpstr>
      <vt:lpstr>3.2.Mục tiêu của toàn tổ chức</vt:lpstr>
      <vt:lpstr>3.3. Mục tiêu của các bộ phận chức năng </vt:lpstr>
      <vt:lpstr>3.4.Mục tiêu của cá nhân </vt:lpstr>
      <vt:lpstr>PowerPoint Presentation</vt:lpstr>
      <vt:lpstr>PowerPoint Presentation</vt:lpstr>
      <vt:lpstr>4. Vai trò của Quản trị nhân lực</vt:lpstr>
      <vt:lpstr>Vai trò của quản trị nhân lực</vt:lpstr>
      <vt:lpstr>4.1.Vai trò về chính sách</vt:lpstr>
      <vt:lpstr>4.2.Cố vấn và tư vấn </vt:lpstr>
      <vt:lpstr>4.3.Vai trò về dịch vụ </vt:lpstr>
      <vt:lpstr>4.4. Vai trò kiểm tra, giám sát </vt:lpstr>
      <vt:lpstr>5. Xu hướng và NHU CẦU CỦA NGƯỜI LAO ĐỘNG</vt:lpstr>
      <vt:lpstr>5.1.XU HƯỚNG</vt:lpstr>
      <vt:lpstr>5.2.NHU CẦU CỦA NGƯỜI LAO ĐỘNG</vt:lpstr>
      <vt:lpstr>Công việc và điều kiện làm việc </vt:lpstr>
      <vt:lpstr>Các quyền lợi cá nhân và lương bổng </vt:lpstr>
      <vt:lpstr>Cơ hội thăng tiến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QUẢN TRỊ NHÂN LỰC</dc:title>
  <dc:creator>Hoang Nguyen</dc:creator>
  <cp:lastModifiedBy>Le Thi Nguyet Minh</cp:lastModifiedBy>
  <cp:revision>29</cp:revision>
  <dcterms:created xsi:type="dcterms:W3CDTF">2021-01-18T17:09:28Z</dcterms:created>
  <dcterms:modified xsi:type="dcterms:W3CDTF">2021-07-13T03:32:39Z</dcterms:modified>
</cp:coreProperties>
</file>
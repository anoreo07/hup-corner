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jpeg" ContentType="image/jpeg"/>
  <Default Extension="xml" ContentType="application/xml"/>
  <Override PartName="/ppt/diagrams/data1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2.xml" ContentType="application/vnd.openxmlformats-officedocument.drawingml.diagramData+xml"/>
  <Override PartName="/ppt/presentation.xml" ContentType="application/vnd.openxmlformats-officedocument.presentationml.presentation.main+xml"/>
  <Override PartName="/ppt/slides/slide3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39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diagrams/colors3.xml" ContentType="application/vnd.openxmlformats-officedocument.drawingml.diagramColors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quickStyle3.xml" ContentType="application/vnd.openxmlformats-officedocument.drawingml.diagramStyle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colors2.xml" ContentType="application/vnd.openxmlformats-officedocument.drawingml.diagramColors+xml"/>
  <Override PartName="/ppt/diagrams/quickStyle4.xml" ContentType="application/vnd.openxmlformats-officedocument.drawingml.diagramStyle+xml"/>
  <Override PartName="/ppt/diagrams/colors5.xml" ContentType="application/vnd.openxmlformats-officedocument.drawingml.diagramColors+xml"/>
  <Override PartName="/ppt/diagrams/quickStyle5.xml" ContentType="application/vnd.openxmlformats-officedocument.drawingml.diagramStyle+xml"/>
  <Override PartName="/ppt/diagrams/colors4.xml" ContentType="application/vnd.openxmlformats-officedocument.drawingml.diagramColors+xml"/>
  <Override PartName="/ppt/theme/theme1.xml" ContentType="application/vnd.openxmlformats-officedocument.theme+xml"/>
  <Override PartName="/ppt/diagrams/layout5.xml" ContentType="application/vnd.openxmlformats-officedocument.drawingml.diagramLayout+xml"/>
  <Override PartName="/ppt/diagrams/layout4.xml" ContentType="application/vnd.openxmlformats-officedocument.drawingml.diagram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rawing5.xml" ContentType="application/vnd.ms-office.drawingml.diagramDrawing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307" r:id="rId3"/>
    <p:sldId id="276" r:id="rId4"/>
    <p:sldId id="259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9" r:id="rId19"/>
    <p:sldId id="280" r:id="rId20"/>
    <p:sldId id="281" r:id="rId21"/>
    <p:sldId id="283" r:id="rId22"/>
    <p:sldId id="285" r:id="rId23"/>
    <p:sldId id="287" r:id="rId24"/>
    <p:sldId id="288" r:id="rId25"/>
    <p:sldId id="290" r:id="rId26"/>
    <p:sldId id="291" r:id="rId27"/>
    <p:sldId id="292" r:id="rId28"/>
    <p:sldId id="293" r:id="rId29"/>
    <p:sldId id="294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823" autoAdjust="0"/>
  </p:normalViewPr>
  <p:slideViewPr>
    <p:cSldViewPr snapToGrid="0" snapToObjects="1"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8BD686-52E0-714B-9762-CC0E7D46BFAB}" type="doc">
      <dgm:prSet loTypeId="urn:microsoft.com/office/officeart/2005/8/layout/cycle2" loCatId="" qsTypeId="urn:microsoft.com/office/officeart/2005/8/quickstyle/3D4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F92591D-E634-7048-A5D7-C11CB78B8F7E}">
      <dgm:prSet phldrT="[Text]"/>
      <dgm:spPr/>
      <dgm:t>
        <a:bodyPr/>
        <a:lstStyle/>
        <a:p>
          <a:r>
            <a:rPr lang="en-US" b="1" dirty="0" err="1" smtClean="0"/>
            <a:t>Kết</a:t>
          </a:r>
          <a:r>
            <a:rPr lang="en-US" b="1" dirty="0" smtClean="0"/>
            <a:t> </a:t>
          </a:r>
          <a:r>
            <a:rPr lang="en-US" b="1" dirty="0" err="1" smtClean="0"/>
            <a:t>quả</a:t>
          </a:r>
          <a:r>
            <a:rPr lang="en-US" b="1" dirty="0" smtClean="0"/>
            <a:t> </a:t>
          </a:r>
          <a:r>
            <a:rPr lang="en-US" b="1" dirty="0" err="1" smtClean="0"/>
            <a:t>mong</a:t>
          </a:r>
          <a:r>
            <a:rPr lang="en-US" b="1" dirty="0" smtClean="0"/>
            <a:t> </a:t>
          </a:r>
          <a:r>
            <a:rPr lang="en-US" b="1" dirty="0" err="1" smtClean="0"/>
            <a:t>muốn</a:t>
          </a:r>
          <a:endParaRPr lang="en-US" b="1" dirty="0"/>
        </a:p>
      </dgm:t>
    </dgm:pt>
    <dgm:pt modelId="{E917E8A1-D263-6F4D-BFB0-160DE8EF8D82}" type="parTrans" cxnId="{4C8F1526-F402-5841-9509-D952E582751C}">
      <dgm:prSet/>
      <dgm:spPr/>
      <dgm:t>
        <a:bodyPr/>
        <a:lstStyle/>
        <a:p>
          <a:endParaRPr lang="en-US"/>
        </a:p>
      </dgm:t>
    </dgm:pt>
    <dgm:pt modelId="{4D9A6B22-90F5-1D46-94F5-95C10EB5FE93}" type="sibTrans" cxnId="{4C8F1526-F402-5841-9509-D952E582751C}">
      <dgm:prSet/>
      <dgm:spPr/>
      <dgm:t>
        <a:bodyPr/>
        <a:lstStyle/>
        <a:p>
          <a:endParaRPr lang="en-US"/>
        </a:p>
      </dgm:t>
    </dgm:pt>
    <dgm:pt modelId="{956D223A-923C-A844-974D-C8FAB1432F3C}">
      <dgm:prSet phldrT="[Text]"/>
      <dgm:spPr/>
      <dgm:t>
        <a:bodyPr/>
        <a:lstStyle/>
        <a:p>
          <a:r>
            <a:rPr lang="en-US" b="1" dirty="0" err="1" smtClean="0"/>
            <a:t>Xác</a:t>
          </a:r>
          <a:r>
            <a:rPr lang="en-US" b="1" dirty="0" smtClean="0"/>
            <a:t> </a:t>
          </a:r>
          <a:r>
            <a:rPr lang="en-US" b="1" dirty="0" err="1" smtClean="0"/>
            <a:t>định</a:t>
          </a:r>
          <a:r>
            <a:rPr lang="en-US" b="1" dirty="0" smtClean="0"/>
            <a:t> </a:t>
          </a:r>
          <a:r>
            <a:rPr lang="en-US" b="1" dirty="0" err="1" smtClean="0"/>
            <a:t>các</a:t>
          </a:r>
          <a:r>
            <a:rPr lang="en-US" b="1" dirty="0" smtClean="0"/>
            <a:t> </a:t>
          </a:r>
          <a:r>
            <a:rPr lang="en-US" b="1" dirty="0" err="1" smtClean="0"/>
            <a:t>sai</a:t>
          </a:r>
          <a:r>
            <a:rPr lang="en-US" b="1" dirty="0" smtClean="0"/>
            <a:t> </a:t>
          </a:r>
          <a:r>
            <a:rPr lang="en-US" b="1" dirty="0" err="1" smtClean="0"/>
            <a:t>lệch</a:t>
          </a:r>
          <a:r>
            <a:rPr lang="en-US" b="1" dirty="0" smtClean="0"/>
            <a:t> </a:t>
          </a:r>
          <a:endParaRPr lang="en-US" b="1" dirty="0"/>
        </a:p>
      </dgm:t>
    </dgm:pt>
    <dgm:pt modelId="{651EB280-8492-3B48-9FFB-2B8F0C4C424F}" type="parTrans" cxnId="{01F306F3-EA53-8F48-B137-2FB9C724743A}">
      <dgm:prSet/>
      <dgm:spPr/>
      <dgm:t>
        <a:bodyPr/>
        <a:lstStyle/>
        <a:p>
          <a:endParaRPr lang="en-US"/>
        </a:p>
      </dgm:t>
    </dgm:pt>
    <dgm:pt modelId="{0B7F3F7E-161C-4644-B2D2-E378EBAAAD0A}" type="sibTrans" cxnId="{01F306F3-EA53-8F48-B137-2FB9C724743A}">
      <dgm:prSet/>
      <dgm:spPr/>
      <dgm:t>
        <a:bodyPr/>
        <a:lstStyle/>
        <a:p>
          <a:endParaRPr lang="en-US"/>
        </a:p>
      </dgm:t>
    </dgm:pt>
    <dgm:pt modelId="{0497F0D9-C86F-DD4C-997D-D054190143BF}">
      <dgm:prSet phldrT="[Text]"/>
      <dgm:spPr/>
      <dgm:t>
        <a:bodyPr/>
        <a:lstStyle/>
        <a:p>
          <a:r>
            <a:rPr lang="en-US" b="1" dirty="0" err="1" smtClean="0"/>
            <a:t>Phân</a:t>
          </a:r>
          <a:r>
            <a:rPr lang="en-US" b="1" dirty="0" smtClean="0"/>
            <a:t> </a:t>
          </a:r>
          <a:r>
            <a:rPr lang="en-US" b="1" dirty="0" err="1" smtClean="0"/>
            <a:t>tích</a:t>
          </a:r>
          <a:r>
            <a:rPr lang="en-US" b="1" dirty="0" smtClean="0"/>
            <a:t> </a:t>
          </a:r>
          <a:r>
            <a:rPr lang="en-US" b="1" dirty="0" err="1" smtClean="0"/>
            <a:t>các</a:t>
          </a:r>
          <a:r>
            <a:rPr lang="en-US" b="1" dirty="0" smtClean="0"/>
            <a:t> </a:t>
          </a:r>
          <a:r>
            <a:rPr lang="en-US" b="1" dirty="0" err="1" smtClean="0"/>
            <a:t>nguyên</a:t>
          </a:r>
          <a:r>
            <a:rPr lang="en-US" b="1" dirty="0" smtClean="0"/>
            <a:t> </a:t>
          </a:r>
          <a:r>
            <a:rPr lang="en-US" b="1" dirty="0" err="1" smtClean="0"/>
            <a:t>nhân</a:t>
          </a:r>
          <a:r>
            <a:rPr lang="en-US" b="1" dirty="0" smtClean="0"/>
            <a:t> </a:t>
          </a:r>
          <a:r>
            <a:rPr lang="en-US" b="1" dirty="0" err="1" smtClean="0"/>
            <a:t>sai</a:t>
          </a:r>
          <a:r>
            <a:rPr lang="en-US" b="1" dirty="0" smtClean="0"/>
            <a:t> </a:t>
          </a:r>
          <a:r>
            <a:rPr lang="en-US" b="1" dirty="0" err="1" smtClean="0"/>
            <a:t>lệch</a:t>
          </a:r>
          <a:r>
            <a:rPr lang="en-US" b="1" dirty="0" smtClean="0"/>
            <a:t> </a:t>
          </a:r>
          <a:endParaRPr lang="en-US" b="1" dirty="0"/>
        </a:p>
      </dgm:t>
    </dgm:pt>
    <dgm:pt modelId="{E3B7088F-D9E4-D94A-A84B-9C8BBCA1B9CB}" type="parTrans" cxnId="{937045E6-6386-1F42-8D25-78F3B2F6EE8E}">
      <dgm:prSet/>
      <dgm:spPr/>
      <dgm:t>
        <a:bodyPr/>
        <a:lstStyle/>
        <a:p>
          <a:endParaRPr lang="en-US"/>
        </a:p>
      </dgm:t>
    </dgm:pt>
    <dgm:pt modelId="{FD848606-821F-9347-99F6-94BA386B6716}" type="sibTrans" cxnId="{937045E6-6386-1F42-8D25-78F3B2F6EE8E}">
      <dgm:prSet/>
      <dgm:spPr/>
      <dgm:t>
        <a:bodyPr/>
        <a:lstStyle/>
        <a:p>
          <a:endParaRPr lang="en-US"/>
        </a:p>
      </dgm:t>
    </dgm:pt>
    <dgm:pt modelId="{1A3C16AE-B613-A742-A7BF-1F321249E38E}">
      <dgm:prSet phldrT="[Text]"/>
      <dgm:spPr/>
      <dgm:t>
        <a:bodyPr/>
        <a:lstStyle/>
        <a:p>
          <a:r>
            <a:rPr lang="en-US" b="1" dirty="0" err="1" smtClean="0"/>
            <a:t>Xây</a:t>
          </a:r>
          <a:r>
            <a:rPr lang="en-US" b="1" dirty="0" smtClean="0"/>
            <a:t> </a:t>
          </a:r>
          <a:r>
            <a:rPr lang="en-US" b="1" dirty="0" err="1" smtClean="0"/>
            <a:t>dựng</a:t>
          </a:r>
          <a:r>
            <a:rPr lang="en-US" b="1" dirty="0" smtClean="0"/>
            <a:t> </a:t>
          </a:r>
          <a:r>
            <a:rPr lang="en-US" b="1" dirty="0" err="1" smtClean="0"/>
            <a:t>chương</a:t>
          </a:r>
          <a:r>
            <a:rPr lang="en-US" b="1" dirty="0" smtClean="0"/>
            <a:t> </a:t>
          </a:r>
          <a:r>
            <a:rPr lang="en-US" b="1" dirty="0" err="1" smtClean="0"/>
            <a:t>trình</a:t>
          </a:r>
          <a:r>
            <a:rPr lang="en-US" b="1" dirty="0" smtClean="0"/>
            <a:t> </a:t>
          </a:r>
          <a:r>
            <a:rPr lang="en-US" b="1" dirty="0" err="1" smtClean="0"/>
            <a:t>điều</a:t>
          </a:r>
          <a:r>
            <a:rPr lang="en-US" b="1" dirty="0" smtClean="0"/>
            <a:t> </a:t>
          </a:r>
          <a:r>
            <a:rPr lang="en-US" b="1" dirty="0" err="1" smtClean="0"/>
            <a:t>chỉnh</a:t>
          </a:r>
          <a:r>
            <a:rPr lang="en-US" b="1" dirty="0" smtClean="0"/>
            <a:t> </a:t>
          </a:r>
          <a:endParaRPr lang="en-US" b="1" dirty="0"/>
        </a:p>
      </dgm:t>
    </dgm:pt>
    <dgm:pt modelId="{567ADAA0-4BC3-9E44-8970-53E6C70FFE75}" type="parTrans" cxnId="{24B192B9-604D-0C47-9BBB-FF0BAD0768AB}">
      <dgm:prSet/>
      <dgm:spPr/>
      <dgm:t>
        <a:bodyPr/>
        <a:lstStyle/>
        <a:p>
          <a:endParaRPr lang="en-US"/>
        </a:p>
      </dgm:t>
    </dgm:pt>
    <dgm:pt modelId="{8F71C9D6-F77C-FD4E-B16B-DA14C8E484AE}" type="sibTrans" cxnId="{24B192B9-604D-0C47-9BBB-FF0BAD0768AB}">
      <dgm:prSet/>
      <dgm:spPr/>
      <dgm:t>
        <a:bodyPr/>
        <a:lstStyle/>
        <a:p>
          <a:endParaRPr lang="en-US"/>
        </a:p>
      </dgm:t>
    </dgm:pt>
    <dgm:pt modelId="{FDB1A1B0-5E87-7E43-8F15-37470B36A443}">
      <dgm:prSet phldrT="[Text]"/>
      <dgm:spPr/>
      <dgm:t>
        <a:bodyPr/>
        <a:lstStyle/>
        <a:p>
          <a:r>
            <a:rPr lang="en-US" b="1" dirty="0" err="1" smtClean="0"/>
            <a:t>Thực</a:t>
          </a:r>
          <a:r>
            <a:rPr lang="en-US" b="1" dirty="0" smtClean="0"/>
            <a:t> </a:t>
          </a:r>
          <a:r>
            <a:rPr lang="en-US" b="1" dirty="0" err="1" smtClean="0"/>
            <a:t>hiện</a:t>
          </a:r>
          <a:r>
            <a:rPr lang="en-US" b="1" dirty="0" smtClean="0"/>
            <a:t> </a:t>
          </a:r>
          <a:r>
            <a:rPr lang="en-US" b="1" dirty="0" err="1" smtClean="0"/>
            <a:t>điều</a:t>
          </a:r>
          <a:r>
            <a:rPr lang="en-US" b="1" dirty="0" smtClean="0"/>
            <a:t> </a:t>
          </a:r>
          <a:r>
            <a:rPr lang="en-US" b="1" dirty="0" err="1" smtClean="0"/>
            <a:t>chỉnh</a:t>
          </a:r>
          <a:r>
            <a:rPr lang="en-US" b="1" dirty="0" smtClean="0"/>
            <a:t> </a:t>
          </a:r>
          <a:endParaRPr lang="en-US" b="1" dirty="0"/>
        </a:p>
      </dgm:t>
    </dgm:pt>
    <dgm:pt modelId="{A3531870-95C9-074B-8566-CCF707191DD9}" type="parTrans" cxnId="{57B2514D-F508-E045-914B-C3E56CE516E4}">
      <dgm:prSet/>
      <dgm:spPr/>
      <dgm:t>
        <a:bodyPr/>
        <a:lstStyle/>
        <a:p>
          <a:endParaRPr lang="en-US"/>
        </a:p>
      </dgm:t>
    </dgm:pt>
    <dgm:pt modelId="{A91890A3-D80C-464C-8F38-A65AC8963D1D}" type="sibTrans" cxnId="{57B2514D-F508-E045-914B-C3E56CE516E4}">
      <dgm:prSet/>
      <dgm:spPr/>
      <dgm:t>
        <a:bodyPr/>
        <a:lstStyle/>
        <a:p>
          <a:endParaRPr lang="en-US"/>
        </a:p>
      </dgm:t>
    </dgm:pt>
    <dgm:pt modelId="{37DAC79D-A3B4-DF42-8F86-5151A435AE16}">
      <dgm:prSet/>
      <dgm:spPr/>
      <dgm:t>
        <a:bodyPr/>
        <a:lstStyle/>
        <a:p>
          <a:r>
            <a:rPr lang="en-US" b="1" dirty="0" err="1" smtClean="0"/>
            <a:t>Kết</a:t>
          </a:r>
          <a:r>
            <a:rPr lang="en-US" b="1" dirty="0" smtClean="0"/>
            <a:t> </a:t>
          </a:r>
          <a:r>
            <a:rPr lang="en-US" b="1" dirty="0" err="1" smtClean="0"/>
            <a:t>quả</a:t>
          </a:r>
          <a:r>
            <a:rPr lang="en-US" b="1" dirty="0" smtClean="0"/>
            <a:t> </a:t>
          </a:r>
          <a:r>
            <a:rPr lang="en-US" b="1" dirty="0" err="1" smtClean="0"/>
            <a:t>thực</a:t>
          </a:r>
          <a:r>
            <a:rPr lang="en-US" b="1" dirty="0" smtClean="0"/>
            <a:t> </a:t>
          </a:r>
          <a:r>
            <a:rPr lang="en-US" b="1" dirty="0" err="1" smtClean="0"/>
            <a:t>tế</a:t>
          </a:r>
          <a:endParaRPr lang="en-US" b="1" dirty="0"/>
        </a:p>
      </dgm:t>
    </dgm:pt>
    <dgm:pt modelId="{8886D625-DC48-264A-A2D7-C5E2854E65D6}" type="parTrans" cxnId="{3581FBF6-35D0-3449-8C30-857A235C6C75}">
      <dgm:prSet/>
      <dgm:spPr/>
      <dgm:t>
        <a:bodyPr/>
        <a:lstStyle/>
        <a:p>
          <a:endParaRPr lang="en-US"/>
        </a:p>
      </dgm:t>
    </dgm:pt>
    <dgm:pt modelId="{2781BA7F-26DD-B34F-B338-3D53B81C64A2}" type="sibTrans" cxnId="{3581FBF6-35D0-3449-8C30-857A235C6C75}">
      <dgm:prSet/>
      <dgm:spPr/>
      <dgm:t>
        <a:bodyPr/>
        <a:lstStyle/>
        <a:p>
          <a:endParaRPr lang="en-US"/>
        </a:p>
      </dgm:t>
    </dgm:pt>
    <dgm:pt modelId="{8F16B7FA-0EFE-C14C-BB8F-76256C0C50F9}">
      <dgm:prSet/>
      <dgm:spPr/>
      <dgm:t>
        <a:bodyPr/>
        <a:lstStyle/>
        <a:p>
          <a:r>
            <a:rPr lang="en-US" b="1" dirty="0" err="1" smtClean="0"/>
            <a:t>Đo</a:t>
          </a:r>
          <a:r>
            <a:rPr lang="en-US" b="1" dirty="0" smtClean="0"/>
            <a:t> </a:t>
          </a:r>
          <a:r>
            <a:rPr lang="en-US" b="1" dirty="0" err="1" smtClean="0"/>
            <a:t>lường</a:t>
          </a:r>
          <a:r>
            <a:rPr lang="en-US" b="1" dirty="0" smtClean="0"/>
            <a:t> </a:t>
          </a:r>
          <a:r>
            <a:rPr lang="en-US" b="1" dirty="0" err="1" smtClean="0"/>
            <a:t>kết</a:t>
          </a:r>
          <a:r>
            <a:rPr lang="en-US" b="1" dirty="0" smtClean="0"/>
            <a:t> </a:t>
          </a:r>
          <a:r>
            <a:rPr lang="en-US" b="1" dirty="0" err="1" smtClean="0"/>
            <a:t>quả</a:t>
          </a:r>
          <a:r>
            <a:rPr lang="en-US" b="1" dirty="0" smtClean="0"/>
            <a:t> </a:t>
          </a:r>
          <a:r>
            <a:rPr lang="en-US" b="1" dirty="0" err="1" smtClean="0"/>
            <a:t>thực</a:t>
          </a:r>
          <a:r>
            <a:rPr lang="en-US" b="1" dirty="0" smtClean="0"/>
            <a:t> </a:t>
          </a:r>
          <a:r>
            <a:rPr lang="en-US" b="1" dirty="0" err="1" smtClean="0"/>
            <a:t>tế</a:t>
          </a:r>
          <a:r>
            <a:rPr lang="en-US" b="1" dirty="0" smtClean="0"/>
            <a:t> </a:t>
          </a:r>
          <a:endParaRPr lang="en-US" b="1" dirty="0"/>
        </a:p>
      </dgm:t>
    </dgm:pt>
    <dgm:pt modelId="{0A80E111-4DC8-0A4E-BAA0-016F5BAEAEF0}" type="parTrans" cxnId="{9076CB60-5792-3549-9C31-5ECA059916A6}">
      <dgm:prSet/>
      <dgm:spPr/>
      <dgm:t>
        <a:bodyPr/>
        <a:lstStyle/>
        <a:p>
          <a:endParaRPr lang="en-US"/>
        </a:p>
      </dgm:t>
    </dgm:pt>
    <dgm:pt modelId="{B16E592B-CD83-FA49-9D5C-C55C9E6039CB}" type="sibTrans" cxnId="{9076CB60-5792-3549-9C31-5ECA059916A6}">
      <dgm:prSet/>
      <dgm:spPr/>
      <dgm:t>
        <a:bodyPr/>
        <a:lstStyle/>
        <a:p>
          <a:endParaRPr lang="en-US"/>
        </a:p>
      </dgm:t>
    </dgm:pt>
    <dgm:pt modelId="{04EA039D-C093-7C4A-8A9B-A56E832FBFD1}">
      <dgm:prSet/>
      <dgm:spPr/>
      <dgm:t>
        <a:bodyPr/>
        <a:lstStyle/>
        <a:p>
          <a:r>
            <a:rPr lang="en-US" b="1" dirty="0" smtClean="0"/>
            <a:t>So </a:t>
          </a:r>
          <a:r>
            <a:rPr lang="en-US" b="1" dirty="0" err="1" smtClean="0"/>
            <a:t>sánh</a:t>
          </a:r>
          <a:r>
            <a:rPr lang="en-US" b="1" dirty="0" smtClean="0"/>
            <a:t> </a:t>
          </a:r>
          <a:r>
            <a:rPr lang="en-US" b="1" dirty="0" err="1" smtClean="0"/>
            <a:t>thực</a:t>
          </a:r>
          <a:r>
            <a:rPr lang="en-US" b="1" dirty="0" smtClean="0"/>
            <a:t> </a:t>
          </a:r>
          <a:r>
            <a:rPr lang="en-US" b="1" dirty="0" err="1" smtClean="0"/>
            <a:t>tại</a:t>
          </a:r>
          <a:r>
            <a:rPr lang="en-US" b="1" dirty="0" smtClean="0"/>
            <a:t> </a:t>
          </a:r>
          <a:r>
            <a:rPr lang="en-US" b="1" dirty="0" err="1" smtClean="0"/>
            <a:t>với</a:t>
          </a:r>
          <a:r>
            <a:rPr lang="en-US" b="1" dirty="0" smtClean="0"/>
            <a:t> </a:t>
          </a:r>
          <a:r>
            <a:rPr lang="en-US" b="1" dirty="0" err="1" smtClean="0"/>
            <a:t>các</a:t>
          </a:r>
          <a:r>
            <a:rPr lang="en-US" b="1" dirty="0" smtClean="0"/>
            <a:t> </a:t>
          </a:r>
          <a:r>
            <a:rPr lang="en-US" b="1" dirty="0" err="1" smtClean="0"/>
            <a:t>tiêu</a:t>
          </a:r>
          <a:r>
            <a:rPr lang="en-US" b="1" dirty="0" smtClean="0"/>
            <a:t> </a:t>
          </a:r>
          <a:r>
            <a:rPr lang="en-US" b="1" dirty="0" err="1" smtClean="0"/>
            <a:t>chuẩn</a:t>
          </a:r>
          <a:r>
            <a:rPr lang="en-US" b="1" dirty="0" smtClean="0"/>
            <a:t> </a:t>
          </a:r>
          <a:endParaRPr lang="en-US" b="1" dirty="0"/>
        </a:p>
      </dgm:t>
    </dgm:pt>
    <dgm:pt modelId="{655C5434-5462-2446-938A-0A618B5F8381}" type="parTrans" cxnId="{86B9A469-48F3-D94C-AA19-DC9C669C7A0E}">
      <dgm:prSet/>
      <dgm:spPr/>
      <dgm:t>
        <a:bodyPr/>
        <a:lstStyle/>
        <a:p>
          <a:endParaRPr lang="en-US"/>
        </a:p>
      </dgm:t>
    </dgm:pt>
    <dgm:pt modelId="{55EC8ACE-9F36-D74F-9649-B9A02DBF5295}" type="sibTrans" cxnId="{86B9A469-48F3-D94C-AA19-DC9C669C7A0E}">
      <dgm:prSet/>
      <dgm:spPr/>
      <dgm:t>
        <a:bodyPr/>
        <a:lstStyle/>
        <a:p>
          <a:endParaRPr lang="en-US"/>
        </a:p>
      </dgm:t>
    </dgm:pt>
    <dgm:pt modelId="{FC8D6D57-EF45-A643-B25D-CA0063D33ADF}" type="pres">
      <dgm:prSet presAssocID="{758BD686-52E0-714B-9762-CC0E7D46BFAB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6407790-DDBD-4E4C-83E1-E28128581A9C}" type="pres">
      <dgm:prSet presAssocID="{DF92591D-E634-7048-A5D7-C11CB78B8F7E}" presName="node" presStyleLbl="node1" presStyleIdx="0" presStyleCnt="8" custRadScaleRad="100002" custRadScaleInc="-1578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259C30D9-AB9F-7B4B-957E-E20CE10FA0A1}" type="pres">
      <dgm:prSet presAssocID="{4D9A6B22-90F5-1D46-94F5-95C10EB5FE93}" presName="sibTrans" presStyleLbl="sibTrans2D1" presStyleIdx="0" presStyleCnt="8"/>
      <dgm:spPr/>
      <dgm:t>
        <a:bodyPr/>
        <a:lstStyle/>
        <a:p>
          <a:endParaRPr lang="en-US"/>
        </a:p>
      </dgm:t>
    </dgm:pt>
    <dgm:pt modelId="{4E48E226-1A69-2A42-A8BD-F7DA66A57EF1}" type="pres">
      <dgm:prSet presAssocID="{4D9A6B22-90F5-1D46-94F5-95C10EB5FE93}" presName="connectorText" presStyleLbl="sibTrans2D1" presStyleIdx="0" presStyleCnt="8"/>
      <dgm:spPr/>
      <dgm:t>
        <a:bodyPr/>
        <a:lstStyle/>
        <a:p>
          <a:endParaRPr lang="en-US"/>
        </a:p>
      </dgm:t>
    </dgm:pt>
    <dgm:pt modelId="{7E43584C-63F4-404E-8CBB-48246A50519B}" type="pres">
      <dgm:prSet presAssocID="{37DAC79D-A3B4-DF42-8F86-5151A435AE16}" presName="node" presStyleLbl="node1" presStyleIdx="1" presStyleCnt="8" custRadScaleRad="99563" custRadScaleInc="-1121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6BC020A4-8926-4949-BD20-37E6BE0FE80F}" type="pres">
      <dgm:prSet presAssocID="{2781BA7F-26DD-B34F-B338-3D53B81C64A2}" presName="sibTrans" presStyleLbl="sibTrans2D1" presStyleIdx="1" presStyleCnt="8"/>
      <dgm:spPr/>
      <dgm:t>
        <a:bodyPr/>
        <a:lstStyle/>
        <a:p>
          <a:endParaRPr lang="en-US"/>
        </a:p>
      </dgm:t>
    </dgm:pt>
    <dgm:pt modelId="{B0E73783-1B16-BB4E-B72E-4910FDE00956}" type="pres">
      <dgm:prSet presAssocID="{2781BA7F-26DD-B34F-B338-3D53B81C64A2}" presName="connectorText" presStyleLbl="sibTrans2D1" presStyleIdx="1" presStyleCnt="8"/>
      <dgm:spPr/>
      <dgm:t>
        <a:bodyPr/>
        <a:lstStyle/>
        <a:p>
          <a:endParaRPr lang="en-US"/>
        </a:p>
      </dgm:t>
    </dgm:pt>
    <dgm:pt modelId="{53A0A071-0316-0C4B-8B8C-50A1E815614D}" type="pres">
      <dgm:prSet presAssocID="{8F16B7FA-0EFE-C14C-BB8F-76256C0C50F9}" presName="node" presStyleLbl="node1" presStyleIdx="2" presStyleCnt="8" custRadScaleRad="99380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0B250744-D71F-714D-8DC2-A7A5B816A697}" type="pres">
      <dgm:prSet presAssocID="{B16E592B-CD83-FA49-9D5C-C55C9E6039CB}" presName="sibTrans" presStyleLbl="sibTrans2D1" presStyleIdx="2" presStyleCnt="8"/>
      <dgm:spPr/>
      <dgm:t>
        <a:bodyPr/>
        <a:lstStyle/>
        <a:p>
          <a:endParaRPr lang="en-US"/>
        </a:p>
      </dgm:t>
    </dgm:pt>
    <dgm:pt modelId="{3E1B05D4-D83F-524B-9239-F67351CDB4ED}" type="pres">
      <dgm:prSet presAssocID="{B16E592B-CD83-FA49-9D5C-C55C9E6039CB}" presName="connectorText" presStyleLbl="sibTrans2D1" presStyleIdx="2" presStyleCnt="8"/>
      <dgm:spPr/>
      <dgm:t>
        <a:bodyPr/>
        <a:lstStyle/>
        <a:p>
          <a:endParaRPr lang="en-US"/>
        </a:p>
      </dgm:t>
    </dgm:pt>
    <dgm:pt modelId="{FCD68036-1DE4-D84F-9D4D-F3BADCC596EF}" type="pres">
      <dgm:prSet presAssocID="{04EA039D-C093-7C4A-8A9B-A56E832FBFD1}" presName="node" presStyleLbl="node1" presStyleIdx="3" presStyleCnt="8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FEF2C886-47A9-4A4A-963A-D259BDEE9EF5}" type="pres">
      <dgm:prSet presAssocID="{55EC8ACE-9F36-D74F-9649-B9A02DBF5295}" presName="sibTrans" presStyleLbl="sibTrans2D1" presStyleIdx="3" presStyleCnt="8"/>
      <dgm:spPr/>
      <dgm:t>
        <a:bodyPr/>
        <a:lstStyle/>
        <a:p>
          <a:endParaRPr lang="en-US"/>
        </a:p>
      </dgm:t>
    </dgm:pt>
    <dgm:pt modelId="{20A7CE0D-C6D0-4E47-9F42-A249AC08B0D1}" type="pres">
      <dgm:prSet presAssocID="{55EC8ACE-9F36-D74F-9649-B9A02DBF5295}" presName="connectorText" presStyleLbl="sibTrans2D1" presStyleIdx="3" presStyleCnt="8"/>
      <dgm:spPr/>
      <dgm:t>
        <a:bodyPr/>
        <a:lstStyle/>
        <a:p>
          <a:endParaRPr lang="en-US"/>
        </a:p>
      </dgm:t>
    </dgm:pt>
    <dgm:pt modelId="{D5D0DDEF-664A-4A45-9060-5FB0C81A1355}" type="pres">
      <dgm:prSet presAssocID="{956D223A-923C-A844-974D-C8FAB1432F3C}" presName="node" presStyleLbl="node1" presStyleIdx="4" presStyleCnt="8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8080D071-D9AC-6548-B9F8-0F7970DE983E}" type="pres">
      <dgm:prSet presAssocID="{0B7F3F7E-161C-4644-B2D2-E378EBAAAD0A}" presName="sibTrans" presStyleLbl="sibTrans2D1" presStyleIdx="4" presStyleCnt="8"/>
      <dgm:spPr/>
      <dgm:t>
        <a:bodyPr/>
        <a:lstStyle/>
        <a:p>
          <a:endParaRPr lang="en-US"/>
        </a:p>
      </dgm:t>
    </dgm:pt>
    <dgm:pt modelId="{36237CD8-2DFD-C142-98BA-0695D2A02FD4}" type="pres">
      <dgm:prSet presAssocID="{0B7F3F7E-161C-4644-B2D2-E378EBAAAD0A}" presName="connectorText" presStyleLbl="sibTrans2D1" presStyleIdx="4" presStyleCnt="8"/>
      <dgm:spPr/>
      <dgm:t>
        <a:bodyPr/>
        <a:lstStyle/>
        <a:p>
          <a:endParaRPr lang="en-US"/>
        </a:p>
      </dgm:t>
    </dgm:pt>
    <dgm:pt modelId="{89BD5009-6D5F-FA4B-9E3B-F20AB214546E}" type="pres">
      <dgm:prSet presAssocID="{0497F0D9-C86F-DD4C-997D-D054190143BF}" presName="node" presStyleLbl="node1" presStyleIdx="5" presStyleCnt="8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FF121418-8426-894E-A05E-4A195BE91A98}" type="pres">
      <dgm:prSet presAssocID="{FD848606-821F-9347-99F6-94BA386B6716}" presName="sibTrans" presStyleLbl="sibTrans2D1" presStyleIdx="5" presStyleCnt="8"/>
      <dgm:spPr/>
      <dgm:t>
        <a:bodyPr/>
        <a:lstStyle/>
        <a:p>
          <a:endParaRPr lang="en-US"/>
        </a:p>
      </dgm:t>
    </dgm:pt>
    <dgm:pt modelId="{166CE5AE-F84B-1442-A061-C2AA959C4F06}" type="pres">
      <dgm:prSet presAssocID="{FD848606-821F-9347-99F6-94BA386B6716}" presName="connectorText" presStyleLbl="sibTrans2D1" presStyleIdx="5" presStyleCnt="8"/>
      <dgm:spPr/>
      <dgm:t>
        <a:bodyPr/>
        <a:lstStyle/>
        <a:p>
          <a:endParaRPr lang="en-US"/>
        </a:p>
      </dgm:t>
    </dgm:pt>
    <dgm:pt modelId="{6DAA11D4-F9D9-6D4D-B6EC-AACF0E024B93}" type="pres">
      <dgm:prSet presAssocID="{1A3C16AE-B613-A742-A7BF-1F321249E38E}" presName="node" presStyleLbl="node1" presStyleIdx="6" presStyleCnt="8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B8E8ADF5-A7BE-994F-B60E-5A98F1C62E2D}" type="pres">
      <dgm:prSet presAssocID="{8F71C9D6-F77C-FD4E-B16B-DA14C8E484AE}" presName="sibTrans" presStyleLbl="sibTrans2D1" presStyleIdx="6" presStyleCnt="8"/>
      <dgm:spPr/>
      <dgm:t>
        <a:bodyPr/>
        <a:lstStyle/>
        <a:p>
          <a:endParaRPr lang="en-US"/>
        </a:p>
      </dgm:t>
    </dgm:pt>
    <dgm:pt modelId="{6A978FFB-A446-4E49-A938-BBE86E8C22A0}" type="pres">
      <dgm:prSet presAssocID="{8F71C9D6-F77C-FD4E-B16B-DA14C8E484AE}" presName="connectorText" presStyleLbl="sibTrans2D1" presStyleIdx="6" presStyleCnt="8"/>
      <dgm:spPr/>
      <dgm:t>
        <a:bodyPr/>
        <a:lstStyle/>
        <a:p>
          <a:endParaRPr lang="en-US"/>
        </a:p>
      </dgm:t>
    </dgm:pt>
    <dgm:pt modelId="{5305DA84-D7CE-5F41-A304-E1F8765A67B1}" type="pres">
      <dgm:prSet presAssocID="{FDB1A1B0-5E87-7E43-8F15-37470B36A443}" presName="node" presStyleLbl="node1" presStyleIdx="7" presStyleCnt="8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A8A08533-AD59-F340-B8F4-627E69BBB826}" type="pres">
      <dgm:prSet presAssocID="{A91890A3-D80C-464C-8F38-A65AC8963D1D}" presName="sibTrans" presStyleLbl="sibTrans2D1" presStyleIdx="7" presStyleCnt="8"/>
      <dgm:spPr/>
      <dgm:t>
        <a:bodyPr/>
        <a:lstStyle/>
        <a:p>
          <a:endParaRPr lang="en-US"/>
        </a:p>
      </dgm:t>
    </dgm:pt>
    <dgm:pt modelId="{D4F55C5F-7492-6F4A-9301-DD2EF960301D}" type="pres">
      <dgm:prSet presAssocID="{A91890A3-D80C-464C-8F38-A65AC8963D1D}" presName="connectorText" presStyleLbl="sibTrans2D1" presStyleIdx="7" presStyleCnt="8"/>
      <dgm:spPr/>
      <dgm:t>
        <a:bodyPr/>
        <a:lstStyle/>
        <a:p>
          <a:endParaRPr lang="en-US"/>
        </a:p>
      </dgm:t>
    </dgm:pt>
  </dgm:ptLst>
  <dgm:cxnLst>
    <dgm:cxn modelId="{B37729F7-3910-F844-A8D5-8928F5426E61}" type="presOf" srcId="{A91890A3-D80C-464C-8F38-A65AC8963D1D}" destId="{D4F55C5F-7492-6F4A-9301-DD2EF960301D}" srcOrd="1" destOrd="0" presId="urn:microsoft.com/office/officeart/2005/8/layout/cycle2"/>
    <dgm:cxn modelId="{E190150D-5D06-A14C-9F8D-C41CB732F081}" type="presOf" srcId="{37DAC79D-A3B4-DF42-8F86-5151A435AE16}" destId="{7E43584C-63F4-404E-8CBB-48246A50519B}" srcOrd="0" destOrd="0" presId="urn:microsoft.com/office/officeart/2005/8/layout/cycle2"/>
    <dgm:cxn modelId="{86B9A469-48F3-D94C-AA19-DC9C669C7A0E}" srcId="{758BD686-52E0-714B-9762-CC0E7D46BFAB}" destId="{04EA039D-C093-7C4A-8A9B-A56E832FBFD1}" srcOrd="3" destOrd="0" parTransId="{655C5434-5462-2446-938A-0A618B5F8381}" sibTransId="{55EC8ACE-9F36-D74F-9649-B9A02DBF5295}"/>
    <dgm:cxn modelId="{CF59A5EB-62BB-AC41-8581-B8FCDC3D94A2}" type="presOf" srcId="{2781BA7F-26DD-B34F-B338-3D53B81C64A2}" destId="{B0E73783-1B16-BB4E-B72E-4910FDE00956}" srcOrd="1" destOrd="0" presId="urn:microsoft.com/office/officeart/2005/8/layout/cycle2"/>
    <dgm:cxn modelId="{0CCE8BC0-FDBC-FA47-A924-110F0021CD31}" type="presOf" srcId="{1A3C16AE-B613-A742-A7BF-1F321249E38E}" destId="{6DAA11D4-F9D9-6D4D-B6EC-AACF0E024B93}" srcOrd="0" destOrd="0" presId="urn:microsoft.com/office/officeart/2005/8/layout/cycle2"/>
    <dgm:cxn modelId="{57B2514D-F508-E045-914B-C3E56CE516E4}" srcId="{758BD686-52E0-714B-9762-CC0E7D46BFAB}" destId="{FDB1A1B0-5E87-7E43-8F15-37470B36A443}" srcOrd="7" destOrd="0" parTransId="{A3531870-95C9-074B-8566-CCF707191DD9}" sibTransId="{A91890A3-D80C-464C-8F38-A65AC8963D1D}"/>
    <dgm:cxn modelId="{8796908A-88D4-1849-BD7F-580754D385EB}" type="presOf" srcId="{A91890A3-D80C-464C-8F38-A65AC8963D1D}" destId="{A8A08533-AD59-F340-B8F4-627E69BBB826}" srcOrd="0" destOrd="0" presId="urn:microsoft.com/office/officeart/2005/8/layout/cycle2"/>
    <dgm:cxn modelId="{01F306F3-EA53-8F48-B137-2FB9C724743A}" srcId="{758BD686-52E0-714B-9762-CC0E7D46BFAB}" destId="{956D223A-923C-A844-974D-C8FAB1432F3C}" srcOrd="4" destOrd="0" parTransId="{651EB280-8492-3B48-9FFB-2B8F0C4C424F}" sibTransId="{0B7F3F7E-161C-4644-B2D2-E378EBAAAD0A}"/>
    <dgm:cxn modelId="{DBABF65D-C9BB-334E-B076-CAD18453E22F}" type="presOf" srcId="{4D9A6B22-90F5-1D46-94F5-95C10EB5FE93}" destId="{259C30D9-AB9F-7B4B-957E-E20CE10FA0A1}" srcOrd="0" destOrd="0" presId="urn:microsoft.com/office/officeart/2005/8/layout/cycle2"/>
    <dgm:cxn modelId="{FECA30A3-AAAC-CE4D-8E40-AF8C81551D1D}" type="presOf" srcId="{FD848606-821F-9347-99F6-94BA386B6716}" destId="{166CE5AE-F84B-1442-A061-C2AA959C4F06}" srcOrd="1" destOrd="0" presId="urn:microsoft.com/office/officeart/2005/8/layout/cycle2"/>
    <dgm:cxn modelId="{FB5432E5-71B3-BD4A-A98A-04340A86AC7B}" type="presOf" srcId="{8F71C9D6-F77C-FD4E-B16B-DA14C8E484AE}" destId="{6A978FFB-A446-4E49-A938-BBE86E8C22A0}" srcOrd="1" destOrd="0" presId="urn:microsoft.com/office/officeart/2005/8/layout/cycle2"/>
    <dgm:cxn modelId="{30CED187-B717-224D-A711-C819CBB25C75}" type="presOf" srcId="{FDB1A1B0-5E87-7E43-8F15-37470B36A443}" destId="{5305DA84-D7CE-5F41-A304-E1F8765A67B1}" srcOrd="0" destOrd="0" presId="urn:microsoft.com/office/officeart/2005/8/layout/cycle2"/>
    <dgm:cxn modelId="{C10A2DDB-4AA4-8A4D-BC66-862196D9D6D2}" type="presOf" srcId="{FD848606-821F-9347-99F6-94BA386B6716}" destId="{FF121418-8426-894E-A05E-4A195BE91A98}" srcOrd="0" destOrd="0" presId="urn:microsoft.com/office/officeart/2005/8/layout/cycle2"/>
    <dgm:cxn modelId="{3E2DF6B2-53AC-304D-8282-52C921B9A023}" type="presOf" srcId="{B16E592B-CD83-FA49-9D5C-C55C9E6039CB}" destId="{0B250744-D71F-714D-8DC2-A7A5B816A697}" srcOrd="0" destOrd="0" presId="urn:microsoft.com/office/officeart/2005/8/layout/cycle2"/>
    <dgm:cxn modelId="{3581FBF6-35D0-3449-8C30-857A235C6C75}" srcId="{758BD686-52E0-714B-9762-CC0E7D46BFAB}" destId="{37DAC79D-A3B4-DF42-8F86-5151A435AE16}" srcOrd="1" destOrd="0" parTransId="{8886D625-DC48-264A-A2D7-C5E2854E65D6}" sibTransId="{2781BA7F-26DD-B34F-B338-3D53B81C64A2}"/>
    <dgm:cxn modelId="{0568EC4A-4FB6-9542-9BBF-F571821DB1F0}" type="presOf" srcId="{956D223A-923C-A844-974D-C8FAB1432F3C}" destId="{D5D0DDEF-664A-4A45-9060-5FB0C81A1355}" srcOrd="0" destOrd="0" presId="urn:microsoft.com/office/officeart/2005/8/layout/cycle2"/>
    <dgm:cxn modelId="{4C8F1526-F402-5841-9509-D952E582751C}" srcId="{758BD686-52E0-714B-9762-CC0E7D46BFAB}" destId="{DF92591D-E634-7048-A5D7-C11CB78B8F7E}" srcOrd="0" destOrd="0" parTransId="{E917E8A1-D263-6F4D-BFB0-160DE8EF8D82}" sibTransId="{4D9A6B22-90F5-1D46-94F5-95C10EB5FE93}"/>
    <dgm:cxn modelId="{3BB01EB0-BD57-3841-A1C5-380CCB1F95F6}" type="presOf" srcId="{55EC8ACE-9F36-D74F-9649-B9A02DBF5295}" destId="{FEF2C886-47A9-4A4A-963A-D259BDEE9EF5}" srcOrd="0" destOrd="0" presId="urn:microsoft.com/office/officeart/2005/8/layout/cycle2"/>
    <dgm:cxn modelId="{4FB6206B-47FA-2D49-A80B-10F1F83AE464}" type="presOf" srcId="{DF92591D-E634-7048-A5D7-C11CB78B8F7E}" destId="{16407790-DDBD-4E4C-83E1-E28128581A9C}" srcOrd="0" destOrd="0" presId="urn:microsoft.com/office/officeart/2005/8/layout/cycle2"/>
    <dgm:cxn modelId="{2F2E5B31-99B2-B249-8A0B-0420B970638A}" type="presOf" srcId="{8F16B7FA-0EFE-C14C-BB8F-76256C0C50F9}" destId="{53A0A071-0316-0C4B-8B8C-50A1E815614D}" srcOrd="0" destOrd="0" presId="urn:microsoft.com/office/officeart/2005/8/layout/cycle2"/>
    <dgm:cxn modelId="{C4111ABC-5B87-F545-80D3-165C98FB1156}" type="presOf" srcId="{0B7F3F7E-161C-4644-B2D2-E378EBAAAD0A}" destId="{36237CD8-2DFD-C142-98BA-0695D2A02FD4}" srcOrd="1" destOrd="0" presId="urn:microsoft.com/office/officeart/2005/8/layout/cycle2"/>
    <dgm:cxn modelId="{69EE159B-03CA-1F44-9E6D-088F8040B64B}" type="presOf" srcId="{8F71C9D6-F77C-FD4E-B16B-DA14C8E484AE}" destId="{B8E8ADF5-A7BE-994F-B60E-5A98F1C62E2D}" srcOrd="0" destOrd="0" presId="urn:microsoft.com/office/officeart/2005/8/layout/cycle2"/>
    <dgm:cxn modelId="{1F8E8130-32B9-B54E-95D7-72AC6D15869A}" type="presOf" srcId="{4D9A6B22-90F5-1D46-94F5-95C10EB5FE93}" destId="{4E48E226-1A69-2A42-A8BD-F7DA66A57EF1}" srcOrd="1" destOrd="0" presId="urn:microsoft.com/office/officeart/2005/8/layout/cycle2"/>
    <dgm:cxn modelId="{EC4AAF27-2D07-3641-A780-EED7CA30CCF4}" type="presOf" srcId="{B16E592B-CD83-FA49-9D5C-C55C9E6039CB}" destId="{3E1B05D4-D83F-524B-9239-F67351CDB4ED}" srcOrd="1" destOrd="0" presId="urn:microsoft.com/office/officeart/2005/8/layout/cycle2"/>
    <dgm:cxn modelId="{DB64F47C-2A53-4849-9C23-8B449F4CDF7A}" type="presOf" srcId="{758BD686-52E0-714B-9762-CC0E7D46BFAB}" destId="{FC8D6D57-EF45-A643-B25D-CA0063D33ADF}" srcOrd="0" destOrd="0" presId="urn:microsoft.com/office/officeart/2005/8/layout/cycle2"/>
    <dgm:cxn modelId="{5E909ACD-2E93-244E-9055-9F94FF282577}" type="presOf" srcId="{2781BA7F-26DD-B34F-B338-3D53B81C64A2}" destId="{6BC020A4-8926-4949-BD20-37E6BE0FE80F}" srcOrd="0" destOrd="0" presId="urn:microsoft.com/office/officeart/2005/8/layout/cycle2"/>
    <dgm:cxn modelId="{937045E6-6386-1F42-8D25-78F3B2F6EE8E}" srcId="{758BD686-52E0-714B-9762-CC0E7D46BFAB}" destId="{0497F0D9-C86F-DD4C-997D-D054190143BF}" srcOrd="5" destOrd="0" parTransId="{E3B7088F-D9E4-D94A-A84B-9C8BBCA1B9CB}" sibTransId="{FD848606-821F-9347-99F6-94BA386B6716}"/>
    <dgm:cxn modelId="{C7089A15-C38F-2645-938A-4828678983CD}" type="presOf" srcId="{55EC8ACE-9F36-D74F-9649-B9A02DBF5295}" destId="{20A7CE0D-C6D0-4E47-9F42-A249AC08B0D1}" srcOrd="1" destOrd="0" presId="urn:microsoft.com/office/officeart/2005/8/layout/cycle2"/>
    <dgm:cxn modelId="{9076CB60-5792-3549-9C31-5ECA059916A6}" srcId="{758BD686-52E0-714B-9762-CC0E7D46BFAB}" destId="{8F16B7FA-0EFE-C14C-BB8F-76256C0C50F9}" srcOrd="2" destOrd="0" parTransId="{0A80E111-4DC8-0A4E-BAA0-016F5BAEAEF0}" sibTransId="{B16E592B-CD83-FA49-9D5C-C55C9E6039CB}"/>
    <dgm:cxn modelId="{1825A832-87F2-AF40-88B4-7C70A88135CE}" type="presOf" srcId="{0497F0D9-C86F-DD4C-997D-D054190143BF}" destId="{89BD5009-6D5F-FA4B-9E3B-F20AB214546E}" srcOrd="0" destOrd="0" presId="urn:microsoft.com/office/officeart/2005/8/layout/cycle2"/>
    <dgm:cxn modelId="{4C5B75FA-0E60-144C-AC0A-FD5109DBCA94}" type="presOf" srcId="{0B7F3F7E-161C-4644-B2D2-E378EBAAAD0A}" destId="{8080D071-D9AC-6548-B9F8-0F7970DE983E}" srcOrd="0" destOrd="0" presId="urn:microsoft.com/office/officeart/2005/8/layout/cycle2"/>
    <dgm:cxn modelId="{1CB76EC7-A845-7043-929F-4C6DF0A89024}" type="presOf" srcId="{04EA039D-C093-7C4A-8A9B-A56E832FBFD1}" destId="{FCD68036-1DE4-D84F-9D4D-F3BADCC596EF}" srcOrd="0" destOrd="0" presId="urn:microsoft.com/office/officeart/2005/8/layout/cycle2"/>
    <dgm:cxn modelId="{24B192B9-604D-0C47-9BBB-FF0BAD0768AB}" srcId="{758BD686-52E0-714B-9762-CC0E7D46BFAB}" destId="{1A3C16AE-B613-A742-A7BF-1F321249E38E}" srcOrd="6" destOrd="0" parTransId="{567ADAA0-4BC3-9E44-8970-53E6C70FFE75}" sibTransId="{8F71C9D6-F77C-FD4E-B16B-DA14C8E484AE}"/>
    <dgm:cxn modelId="{2DB8BBC0-9150-5546-A983-CE46245DEAB7}" type="presParOf" srcId="{FC8D6D57-EF45-A643-B25D-CA0063D33ADF}" destId="{16407790-DDBD-4E4C-83E1-E28128581A9C}" srcOrd="0" destOrd="0" presId="urn:microsoft.com/office/officeart/2005/8/layout/cycle2"/>
    <dgm:cxn modelId="{E844C059-ADD0-6C42-B79F-2F0A11EE5489}" type="presParOf" srcId="{FC8D6D57-EF45-A643-B25D-CA0063D33ADF}" destId="{259C30D9-AB9F-7B4B-957E-E20CE10FA0A1}" srcOrd="1" destOrd="0" presId="urn:microsoft.com/office/officeart/2005/8/layout/cycle2"/>
    <dgm:cxn modelId="{CE4E1617-D0FC-9E45-A2BB-5BADA9CAE7DF}" type="presParOf" srcId="{259C30D9-AB9F-7B4B-957E-E20CE10FA0A1}" destId="{4E48E226-1A69-2A42-A8BD-F7DA66A57EF1}" srcOrd="0" destOrd="0" presId="urn:microsoft.com/office/officeart/2005/8/layout/cycle2"/>
    <dgm:cxn modelId="{49FF40EC-A29F-F64D-951B-1CDAD2946FBF}" type="presParOf" srcId="{FC8D6D57-EF45-A643-B25D-CA0063D33ADF}" destId="{7E43584C-63F4-404E-8CBB-48246A50519B}" srcOrd="2" destOrd="0" presId="urn:microsoft.com/office/officeart/2005/8/layout/cycle2"/>
    <dgm:cxn modelId="{C5A66421-963C-9B4F-A3E5-44A6CD68ADCD}" type="presParOf" srcId="{FC8D6D57-EF45-A643-B25D-CA0063D33ADF}" destId="{6BC020A4-8926-4949-BD20-37E6BE0FE80F}" srcOrd="3" destOrd="0" presId="urn:microsoft.com/office/officeart/2005/8/layout/cycle2"/>
    <dgm:cxn modelId="{66B7EAB3-101C-FE47-B8A1-D3DBFC464807}" type="presParOf" srcId="{6BC020A4-8926-4949-BD20-37E6BE0FE80F}" destId="{B0E73783-1B16-BB4E-B72E-4910FDE00956}" srcOrd="0" destOrd="0" presId="urn:microsoft.com/office/officeart/2005/8/layout/cycle2"/>
    <dgm:cxn modelId="{915FA25E-3A60-D847-A3B2-50ECA4631484}" type="presParOf" srcId="{FC8D6D57-EF45-A643-B25D-CA0063D33ADF}" destId="{53A0A071-0316-0C4B-8B8C-50A1E815614D}" srcOrd="4" destOrd="0" presId="urn:microsoft.com/office/officeart/2005/8/layout/cycle2"/>
    <dgm:cxn modelId="{B73020D7-3EBB-4343-B740-F2FA995CA964}" type="presParOf" srcId="{FC8D6D57-EF45-A643-B25D-CA0063D33ADF}" destId="{0B250744-D71F-714D-8DC2-A7A5B816A697}" srcOrd="5" destOrd="0" presId="urn:microsoft.com/office/officeart/2005/8/layout/cycle2"/>
    <dgm:cxn modelId="{6BB63B32-71AB-E244-A645-60C2DA63EB7E}" type="presParOf" srcId="{0B250744-D71F-714D-8DC2-A7A5B816A697}" destId="{3E1B05D4-D83F-524B-9239-F67351CDB4ED}" srcOrd="0" destOrd="0" presId="urn:microsoft.com/office/officeart/2005/8/layout/cycle2"/>
    <dgm:cxn modelId="{1E43F3C1-62D1-2946-B7DC-E33486396B3C}" type="presParOf" srcId="{FC8D6D57-EF45-A643-B25D-CA0063D33ADF}" destId="{FCD68036-1DE4-D84F-9D4D-F3BADCC596EF}" srcOrd="6" destOrd="0" presId="urn:microsoft.com/office/officeart/2005/8/layout/cycle2"/>
    <dgm:cxn modelId="{9F44BBEE-D578-9247-83E4-A1C15594AB5F}" type="presParOf" srcId="{FC8D6D57-EF45-A643-B25D-CA0063D33ADF}" destId="{FEF2C886-47A9-4A4A-963A-D259BDEE9EF5}" srcOrd="7" destOrd="0" presId="urn:microsoft.com/office/officeart/2005/8/layout/cycle2"/>
    <dgm:cxn modelId="{613B85FE-B4BC-E245-B97A-F8A0C2BA3430}" type="presParOf" srcId="{FEF2C886-47A9-4A4A-963A-D259BDEE9EF5}" destId="{20A7CE0D-C6D0-4E47-9F42-A249AC08B0D1}" srcOrd="0" destOrd="0" presId="urn:microsoft.com/office/officeart/2005/8/layout/cycle2"/>
    <dgm:cxn modelId="{47D057B4-D771-824A-B045-7EB5B6A972A4}" type="presParOf" srcId="{FC8D6D57-EF45-A643-B25D-CA0063D33ADF}" destId="{D5D0DDEF-664A-4A45-9060-5FB0C81A1355}" srcOrd="8" destOrd="0" presId="urn:microsoft.com/office/officeart/2005/8/layout/cycle2"/>
    <dgm:cxn modelId="{CB61F77C-56DC-CA4D-97CD-35F3356F392F}" type="presParOf" srcId="{FC8D6D57-EF45-A643-B25D-CA0063D33ADF}" destId="{8080D071-D9AC-6548-B9F8-0F7970DE983E}" srcOrd="9" destOrd="0" presId="urn:microsoft.com/office/officeart/2005/8/layout/cycle2"/>
    <dgm:cxn modelId="{5A122051-5332-0C44-A8B4-9D18D67B5537}" type="presParOf" srcId="{8080D071-D9AC-6548-B9F8-0F7970DE983E}" destId="{36237CD8-2DFD-C142-98BA-0695D2A02FD4}" srcOrd="0" destOrd="0" presId="urn:microsoft.com/office/officeart/2005/8/layout/cycle2"/>
    <dgm:cxn modelId="{E48CB1C2-B491-2D4D-B5E1-DDB0125F3DE2}" type="presParOf" srcId="{FC8D6D57-EF45-A643-B25D-CA0063D33ADF}" destId="{89BD5009-6D5F-FA4B-9E3B-F20AB214546E}" srcOrd="10" destOrd="0" presId="urn:microsoft.com/office/officeart/2005/8/layout/cycle2"/>
    <dgm:cxn modelId="{1D61548E-742A-DA45-8B7E-BF1EC501A555}" type="presParOf" srcId="{FC8D6D57-EF45-A643-B25D-CA0063D33ADF}" destId="{FF121418-8426-894E-A05E-4A195BE91A98}" srcOrd="11" destOrd="0" presId="urn:microsoft.com/office/officeart/2005/8/layout/cycle2"/>
    <dgm:cxn modelId="{FC41AA85-0219-CA49-9646-6AFFB960F1A5}" type="presParOf" srcId="{FF121418-8426-894E-A05E-4A195BE91A98}" destId="{166CE5AE-F84B-1442-A061-C2AA959C4F06}" srcOrd="0" destOrd="0" presId="urn:microsoft.com/office/officeart/2005/8/layout/cycle2"/>
    <dgm:cxn modelId="{D43A1522-A839-FA4D-A25A-60AD19E7F88C}" type="presParOf" srcId="{FC8D6D57-EF45-A643-B25D-CA0063D33ADF}" destId="{6DAA11D4-F9D9-6D4D-B6EC-AACF0E024B93}" srcOrd="12" destOrd="0" presId="urn:microsoft.com/office/officeart/2005/8/layout/cycle2"/>
    <dgm:cxn modelId="{0F9135F1-8972-BD44-BE83-BCB498AF7A5B}" type="presParOf" srcId="{FC8D6D57-EF45-A643-B25D-CA0063D33ADF}" destId="{B8E8ADF5-A7BE-994F-B60E-5A98F1C62E2D}" srcOrd="13" destOrd="0" presId="urn:microsoft.com/office/officeart/2005/8/layout/cycle2"/>
    <dgm:cxn modelId="{510BA643-CDA9-CA48-A1E3-DCE9371C1C0F}" type="presParOf" srcId="{B8E8ADF5-A7BE-994F-B60E-5A98F1C62E2D}" destId="{6A978FFB-A446-4E49-A938-BBE86E8C22A0}" srcOrd="0" destOrd="0" presId="urn:microsoft.com/office/officeart/2005/8/layout/cycle2"/>
    <dgm:cxn modelId="{BE0C1953-895A-284F-B112-A8737B667243}" type="presParOf" srcId="{FC8D6D57-EF45-A643-B25D-CA0063D33ADF}" destId="{5305DA84-D7CE-5F41-A304-E1F8765A67B1}" srcOrd="14" destOrd="0" presId="urn:microsoft.com/office/officeart/2005/8/layout/cycle2"/>
    <dgm:cxn modelId="{5C48479B-AC70-EC48-8648-C1D8C84D42E5}" type="presParOf" srcId="{FC8D6D57-EF45-A643-B25D-CA0063D33ADF}" destId="{A8A08533-AD59-F340-B8F4-627E69BBB826}" srcOrd="15" destOrd="0" presId="urn:microsoft.com/office/officeart/2005/8/layout/cycle2"/>
    <dgm:cxn modelId="{30E4CAA6-C712-5440-8A3E-9E2B8FE8754B}" type="presParOf" srcId="{A8A08533-AD59-F340-B8F4-627E69BBB826}" destId="{D4F55C5F-7492-6F4A-9301-DD2EF960301D}" srcOrd="0" destOrd="0" presId="urn:microsoft.com/office/officeart/2005/8/layout/cycle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B1E9A8-54AA-4B4A-AF47-A0A35AC44BA4}" type="doc">
      <dgm:prSet loTypeId="urn:microsoft.com/office/officeart/2005/8/layout/process1" loCatId="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2D1A562-14AA-3449-9C11-754DC4D95530}">
      <dgm:prSet phldrT="[Text]"/>
      <dgm:spPr/>
      <dgm:t>
        <a:bodyPr/>
        <a:lstStyle/>
        <a:p>
          <a:r>
            <a:rPr lang="en-US" b="1" dirty="0" err="1" smtClean="0"/>
            <a:t>Quá</a:t>
          </a:r>
          <a:r>
            <a:rPr lang="en-US" b="1" dirty="0" smtClean="0"/>
            <a:t> </a:t>
          </a:r>
          <a:r>
            <a:rPr lang="en-US" b="1" dirty="0" err="1" smtClean="0"/>
            <a:t>trình</a:t>
          </a:r>
          <a:r>
            <a:rPr lang="en-US" b="1" dirty="0" smtClean="0"/>
            <a:t> </a:t>
          </a:r>
          <a:r>
            <a:rPr lang="en-US" b="1" dirty="0" err="1" smtClean="0"/>
            <a:t>thực</a:t>
          </a:r>
          <a:r>
            <a:rPr lang="en-US" b="1" dirty="0" smtClean="0"/>
            <a:t> </a:t>
          </a:r>
          <a:r>
            <a:rPr lang="en-US" b="1" dirty="0" err="1" smtClean="0"/>
            <a:t>hiện</a:t>
          </a:r>
          <a:r>
            <a:rPr lang="en-US" b="1" dirty="0" smtClean="0"/>
            <a:t> </a:t>
          </a:r>
          <a:endParaRPr lang="en-US" b="1" dirty="0"/>
        </a:p>
      </dgm:t>
    </dgm:pt>
    <dgm:pt modelId="{7BC5C373-BB80-9442-907C-026778D69954}" type="parTrans" cxnId="{7835D3B2-484C-E446-8D15-9AAC5FBB4AAA}">
      <dgm:prSet/>
      <dgm:spPr/>
      <dgm:t>
        <a:bodyPr/>
        <a:lstStyle/>
        <a:p>
          <a:endParaRPr lang="en-US"/>
        </a:p>
      </dgm:t>
    </dgm:pt>
    <dgm:pt modelId="{50F4DBF1-C2AB-9A4A-851D-17975F18B4CA}" type="sibTrans" cxnId="{7835D3B2-484C-E446-8D15-9AAC5FBB4AAA}">
      <dgm:prSet/>
      <dgm:spPr/>
      <dgm:t>
        <a:bodyPr/>
        <a:lstStyle/>
        <a:p>
          <a:endParaRPr lang="en-US"/>
        </a:p>
      </dgm:t>
    </dgm:pt>
    <dgm:pt modelId="{3E54559B-8280-014F-99D1-E1B83029A40C}">
      <dgm:prSet phldrT="[Text]"/>
      <dgm:spPr/>
      <dgm:t>
        <a:bodyPr/>
        <a:lstStyle/>
        <a:p>
          <a:r>
            <a:rPr lang="en-US" b="1" dirty="0" err="1" smtClean="0"/>
            <a:t>Đầu</a:t>
          </a:r>
          <a:r>
            <a:rPr lang="en-US" b="1" dirty="0" smtClean="0"/>
            <a:t> </a:t>
          </a:r>
          <a:r>
            <a:rPr lang="en-US" b="1" dirty="0" err="1" smtClean="0"/>
            <a:t>vào</a:t>
          </a:r>
          <a:r>
            <a:rPr lang="en-US" b="1" dirty="0" smtClean="0"/>
            <a:t> </a:t>
          </a:r>
          <a:endParaRPr lang="en-US" b="1" dirty="0"/>
        </a:p>
      </dgm:t>
    </dgm:pt>
    <dgm:pt modelId="{77C27CF8-7699-3F40-A272-3551C0BC6F75}" type="parTrans" cxnId="{0DA09866-A5EF-1E47-A1CE-842F4C0A5445}">
      <dgm:prSet/>
      <dgm:spPr/>
      <dgm:t>
        <a:bodyPr/>
        <a:lstStyle/>
        <a:p>
          <a:endParaRPr lang="en-US"/>
        </a:p>
      </dgm:t>
    </dgm:pt>
    <dgm:pt modelId="{DC684D99-B50E-3C42-A3B8-500EBD394200}" type="sibTrans" cxnId="{0DA09866-A5EF-1E47-A1CE-842F4C0A5445}">
      <dgm:prSet/>
      <dgm:spPr/>
      <dgm:t>
        <a:bodyPr/>
        <a:lstStyle/>
        <a:p>
          <a:endParaRPr lang="en-US"/>
        </a:p>
      </dgm:t>
    </dgm:pt>
    <dgm:pt modelId="{C938FAEC-3393-E242-AEB2-7BECB594DABD}">
      <dgm:prSet phldrT="[Text]"/>
      <dgm:spPr/>
      <dgm:t>
        <a:bodyPr/>
        <a:lstStyle/>
        <a:p>
          <a:r>
            <a:rPr lang="en-US" b="1" dirty="0" err="1" smtClean="0"/>
            <a:t>Đầu</a:t>
          </a:r>
          <a:r>
            <a:rPr lang="en-US" b="1" dirty="0" smtClean="0"/>
            <a:t> </a:t>
          </a:r>
          <a:r>
            <a:rPr lang="en-US" b="1" dirty="0" err="1" smtClean="0"/>
            <a:t>ra</a:t>
          </a:r>
          <a:endParaRPr lang="en-US" b="1" dirty="0"/>
        </a:p>
      </dgm:t>
    </dgm:pt>
    <dgm:pt modelId="{BFB449BF-AAF0-B242-A6AB-6051F52A19B4}" type="parTrans" cxnId="{4D0BF7A7-EDAF-DB4D-9C8D-B150A6799096}">
      <dgm:prSet/>
      <dgm:spPr/>
      <dgm:t>
        <a:bodyPr/>
        <a:lstStyle/>
        <a:p>
          <a:endParaRPr lang="en-US"/>
        </a:p>
      </dgm:t>
    </dgm:pt>
    <dgm:pt modelId="{20E30B6F-C507-DC46-92B6-8F8CF8E6B0A8}" type="sibTrans" cxnId="{4D0BF7A7-EDAF-DB4D-9C8D-B150A6799096}">
      <dgm:prSet/>
      <dgm:spPr/>
      <dgm:t>
        <a:bodyPr/>
        <a:lstStyle/>
        <a:p>
          <a:endParaRPr lang="en-US"/>
        </a:p>
      </dgm:t>
    </dgm:pt>
    <dgm:pt modelId="{3849B406-D399-2342-9D3C-30B560E5F5FD}" type="pres">
      <dgm:prSet presAssocID="{66B1E9A8-54AA-4B4A-AF47-A0A35AC44BA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0C6B695-558B-D64D-88AB-0C28D17940C2}" type="pres">
      <dgm:prSet presAssocID="{3E54559B-8280-014F-99D1-E1B83029A40C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FF284C-C311-0B4E-B65F-CC9693775DDA}" type="pres">
      <dgm:prSet presAssocID="{DC684D99-B50E-3C42-A3B8-500EBD394200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6111FD1-7BFA-754F-8CBC-E0474F7A7847}" type="pres">
      <dgm:prSet presAssocID="{DC684D99-B50E-3C42-A3B8-500EBD394200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E608ADB9-DD8C-6D44-824A-693A0828AF31}" type="pres">
      <dgm:prSet presAssocID="{52D1A562-14AA-3449-9C11-754DC4D95530}" presName="node" presStyleLbl="node1" presStyleIdx="1" presStyleCnt="3">
        <dgm:presLayoutVars>
          <dgm:bulletEnabled val="1"/>
        </dgm:presLayoutVars>
      </dgm:prSet>
      <dgm:spPr>
        <a:prstGeom prst="borderCallout2">
          <a:avLst/>
        </a:prstGeom>
      </dgm:spPr>
      <dgm:t>
        <a:bodyPr/>
        <a:lstStyle/>
        <a:p>
          <a:endParaRPr lang="en-US"/>
        </a:p>
      </dgm:t>
    </dgm:pt>
    <dgm:pt modelId="{7ACEAAD9-2346-DD42-9090-025B1BEB5789}" type="pres">
      <dgm:prSet presAssocID="{50F4DBF1-C2AB-9A4A-851D-17975F18B4CA}" presName="sibTrans" presStyleLbl="sibTrans2D1" presStyleIdx="1" presStyleCnt="2"/>
      <dgm:spPr/>
      <dgm:t>
        <a:bodyPr/>
        <a:lstStyle/>
        <a:p>
          <a:endParaRPr lang="en-US"/>
        </a:p>
      </dgm:t>
    </dgm:pt>
    <dgm:pt modelId="{C0892BFA-8792-3A4F-9C36-F9CD103BFD0B}" type="pres">
      <dgm:prSet presAssocID="{50F4DBF1-C2AB-9A4A-851D-17975F18B4CA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D6094D1-FCB7-154D-8658-90DF72EE7444}" type="pres">
      <dgm:prSet presAssocID="{C938FAEC-3393-E242-AEB2-7BECB594DABD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DA09866-A5EF-1E47-A1CE-842F4C0A5445}" srcId="{66B1E9A8-54AA-4B4A-AF47-A0A35AC44BA4}" destId="{3E54559B-8280-014F-99D1-E1B83029A40C}" srcOrd="0" destOrd="0" parTransId="{77C27CF8-7699-3F40-A272-3551C0BC6F75}" sibTransId="{DC684D99-B50E-3C42-A3B8-500EBD394200}"/>
    <dgm:cxn modelId="{4D0BF7A7-EDAF-DB4D-9C8D-B150A6799096}" srcId="{66B1E9A8-54AA-4B4A-AF47-A0A35AC44BA4}" destId="{C938FAEC-3393-E242-AEB2-7BECB594DABD}" srcOrd="2" destOrd="0" parTransId="{BFB449BF-AAF0-B242-A6AB-6051F52A19B4}" sibTransId="{20E30B6F-C507-DC46-92B6-8F8CF8E6B0A8}"/>
    <dgm:cxn modelId="{E1B5693E-E7AB-DC45-8E08-669C2C8EB0B3}" type="presOf" srcId="{C938FAEC-3393-E242-AEB2-7BECB594DABD}" destId="{ED6094D1-FCB7-154D-8658-90DF72EE7444}" srcOrd="0" destOrd="0" presId="urn:microsoft.com/office/officeart/2005/8/layout/process1"/>
    <dgm:cxn modelId="{0DFC2739-D3A8-B94F-BFCC-41118570E5AA}" type="presOf" srcId="{3E54559B-8280-014F-99D1-E1B83029A40C}" destId="{A0C6B695-558B-D64D-88AB-0C28D17940C2}" srcOrd="0" destOrd="0" presId="urn:microsoft.com/office/officeart/2005/8/layout/process1"/>
    <dgm:cxn modelId="{4F05497B-9849-4945-AA33-4E4E81981E73}" type="presOf" srcId="{DC684D99-B50E-3C42-A3B8-500EBD394200}" destId="{AEFF284C-C311-0B4E-B65F-CC9693775DDA}" srcOrd="0" destOrd="0" presId="urn:microsoft.com/office/officeart/2005/8/layout/process1"/>
    <dgm:cxn modelId="{62F6AB16-9B92-F149-B00A-B97ADA0665F6}" type="presOf" srcId="{DC684D99-B50E-3C42-A3B8-500EBD394200}" destId="{C6111FD1-7BFA-754F-8CBC-E0474F7A7847}" srcOrd="1" destOrd="0" presId="urn:microsoft.com/office/officeart/2005/8/layout/process1"/>
    <dgm:cxn modelId="{0538C20D-E4A7-EF45-AEF8-B83BA5BDCE55}" type="presOf" srcId="{50F4DBF1-C2AB-9A4A-851D-17975F18B4CA}" destId="{7ACEAAD9-2346-DD42-9090-025B1BEB5789}" srcOrd="0" destOrd="0" presId="urn:microsoft.com/office/officeart/2005/8/layout/process1"/>
    <dgm:cxn modelId="{3C043C88-4980-E340-8C6E-BB831D6632E4}" type="presOf" srcId="{52D1A562-14AA-3449-9C11-754DC4D95530}" destId="{E608ADB9-DD8C-6D44-824A-693A0828AF31}" srcOrd="0" destOrd="0" presId="urn:microsoft.com/office/officeart/2005/8/layout/process1"/>
    <dgm:cxn modelId="{7835D3B2-484C-E446-8D15-9AAC5FBB4AAA}" srcId="{66B1E9A8-54AA-4B4A-AF47-A0A35AC44BA4}" destId="{52D1A562-14AA-3449-9C11-754DC4D95530}" srcOrd="1" destOrd="0" parTransId="{7BC5C373-BB80-9442-907C-026778D69954}" sibTransId="{50F4DBF1-C2AB-9A4A-851D-17975F18B4CA}"/>
    <dgm:cxn modelId="{D46E0731-A670-7248-B17C-4A24256C2036}" type="presOf" srcId="{50F4DBF1-C2AB-9A4A-851D-17975F18B4CA}" destId="{C0892BFA-8792-3A4F-9C36-F9CD103BFD0B}" srcOrd="1" destOrd="0" presId="urn:microsoft.com/office/officeart/2005/8/layout/process1"/>
    <dgm:cxn modelId="{0C3E34B4-BD49-A448-ADF0-B98B6874BB8A}" type="presOf" srcId="{66B1E9A8-54AA-4B4A-AF47-A0A35AC44BA4}" destId="{3849B406-D399-2342-9D3C-30B560E5F5FD}" srcOrd="0" destOrd="0" presId="urn:microsoft.com/office/officeart/2005/8/layout/process1"/>
    <dgm:cxn modelId="{01DE8341-C6C6-0849-A0FE-293BA215587C}" type="presParOf" srcId="{3849B406-D399-2342-9D3C-30B560E5F5FD}" destId="{A0C6B695-558B-D64D-88AB-0C28D17940C2}" srcOrd="0" destOrd="0" presId="urn:microsoft.com/office/officeart/2005/8/layout/process1"/>
    <dgm:cxn modelId="{7A0E450C-EF4B-2847-BAD1-A4305E580838}" type="presParOf" srcId="{3849B406-D399-2342-9D3C-30B560E5F5FD}" destId="{AEFF284C-C311-0B4E-B65F-CC9693775DDA}" srcOrd="1" destOrd="0" presId="urn:microsoft.com/office/officeart/2005/8/layout/process1"/>
    <dgm:cxn modelId="{3015B7C2-BDF3-2746-BC67-07AF7AB2CDCD}" type="presParOf" srcId="{AEFF284C-C311-0B4E-B65F-CC9693775DDA}" destId="{C6111FD1-7BFA-754F-8CBC-E0474F7A7847}" srcOrd="0" destOrd="0" presId="urn:microsoft.com/office/officeart/2005/8/layout/process1"/>
    <dgm:cxn modelId="{22DE1A61-0111-364E-918D-8269B9A3D97C}" type="presParOf" srcId="{3849B406-D399-2342-9D3C-30B560E5F5FD}" destId="{E608ADB9-DD8C-6D44-824A-693A0828AF31}" srcOrd="2" destOrd="0" presId="urn:microsoft.com/office/officeart/2005/8/layout/process1"/>
    <dgm:cxn modelId="{CCA356CB-141A-A042-960E-9E8A7F17C7B1}" type="presParOf" srcId="{3849B406-D399-2342-9D3C-30B560E5F5FD}" destId="{7ACEAAD9-2346-DD42-9090-025B1BEB5789}" srcOrd="3" destOrd="0" presId="urn:microsoft.com/office/officeart/2005/8/layout/process1"/>
    <dgm:cxn modelId="{457F147C-807A-A94C-8D8C-A6F3BE53757C}" type="presParOf" srcId="{7ACEAAD9-2346-DD42-9090-025B1BEB5789}" destId="{C0892BFA-8792-3A4F-9C36-F9CD103BFD0B}" srcOrd="0" destOrd="0" presId="urn:microsoft.com/office/officeart/2005/8/layout/process1"/>
    <dgm:cxn modelId="{B5B3FD59-E09B-0F4A-BD0E-69462F4655AE}" type="presParOf" srcId="{3849B406-D399-2342-9D3C-30B560E5F5FD}" destId="{ED6094D1-FCB7-154D-8658-90DF72EE7444}" srcOrd="4" destOrd="0" presId="urn:microsoft.com/office/officeart/2005/8/layout/process1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D15C91-97C3-EE4C-BBC8-56ACEDA6988F}" type="doc">
      <dgm:prSet loTypeId="urn:microsoft.com/office/officeart/2005/8/layout/default#1" loCatId="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D4E24CC-C414-8D42-B92B-64DF6C86A9FD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 err="1" smtClean="0">
              <a:solidFill>
                <a:srgbClr val="FF0000"/>
              </a:solidFill>
            </a:rPr>
            <a:t>Hệ</a:t>
          </a:r>
          <a:r>
            <a:rPr lang="en-US" dirty="0" smtClean="0">
              <a:solidFill>
                <a:srgbClr val="FF0000"/>
              </a:solidFill>
            </a:rPr>
            <a:t> </a:t>
          </a:r>
          <a:r>
            <a:rPr lang="en-US" dirty="0" err="1" smtClean="0">
              <a:solidFill>
                <a:srgbClr val="FF0000"/>
              </a:solidFill>
            </a:rPr>
            <a:t>thống</a:t>
          </a:r>
          <a:r>
            <a:rPr lang="en-US" dirty="0" smtClean="0">
              <a:solidFill>
                <a:srgbClr val="FF0000"/>
              </a:solidFill>
            </a:rPr>
            <a:t> </a:t>
          </a:r>
          <a:r>
            <a:rPr lang="en-US" dirty="0" err="1" smtClean="0">
              <a:solidFill>
                <a:srgbClr val="FF0000"/>
              </a:solidFill>
            </a:rPr>
            <a:t>kiểm</a:t>
          </a:r>
          <a:r>
            <a:rPr lang="en-US" dirty="0" smtClean="0">
              <a:solidFill>
                <a:srgbClr val="FF0000"/>
              </a:solidFill>
            </a:rPr>
            <a:t> </a:t>
          </a:r>
          <a:r>
            <a:rPr lang="en-US" dirty="0" err="1" smtClean="0">
              <a:solidFill>
                <a:srgbClr val="FF0000"/>
              </a:solidFill>
            </a:rPr>
            <a:t>soát</a:t>
          </a:r>
          <a:r>
            <a:rPr lang="en-US" dirty="0" smtClean="0">
              <a:solidFill>
                <a:srgbClr val="FF0000"/>
              </a:solidFill>
            </a:rPr>
            <a:t> </a:t>
          </a:r>
          <a:r>
            <a:rPr lang="en-US" dirty="0" err="1" smtClean="0">
              <a:solidFill>
                <a:srgbClr val="FF0000"/>
              </a:solidFill>
            </a:rPr>
            <a:t>dự</a:t>
          </a:r>
          <a:r>
            <a:rPr lang="en-US" dirty="0" smtClean="0">
              <a:solidFill>
                <a:srgbClr val="FF0000"/>
              </a:solidFill>
            </a:rPr>
            <a:t> </a:t>
          </a:r>
          <a:r>
            <a:rPr lang="en-US" dirty="0" err="1" smtClean="0">
              <a:solidFill>
                <a:srgbClr val="FF0000"/>
              </a:solidFill>
            </a:rPr>
            <a:t>báo</a:t>
          </a:r>
          <a:endParaRPr lang="en-US" dirty="0">
            <a:solidFill>
              <a:srgbClr val="FF0000"/>
            </a:solidFill>
          </a:endParaRPr>
        </a:p>
      </dgm:t>
    </dgm:pt>
    <dgm:pt modelId="{68085EA5-EFA3-F14D-B17D-6CCFC9205665}" type="parTrans" cxnId="{802D54C0-A02F-4A47-B371-97397CDAF5CE}">
      <dgm:prSet/>
      <dgm:spPr/>
      <dgm:t>
        <a:bodyPr/>
        <a:lstStyle/>
        <a:p>
          <a:endParaRPr lang="en-US"/>
        </a:p>
      </dgm:t>
    </dgm:pt>
    <dgm:pt modelId="{525C9FFC-6191-F640-BA02-F2B0C177C91B}" type="sibTrans" cxnId="{802D54C0-A02F-4A47-B371-97397CDAF5CE}">
      <dgm:prSet/>
      <dgm:spPr/>
      <dgm:t>
        <a:bodyPr/>
        <a:lstStyle/>
        <a:p>
          <a:endParaRPr lang="en-US"/>
        </a:p>
      </dgm:t>
    </dgm:pt>
    <dgm:pt modelId="{A7BF2EBE-E9D4-7F4B-9321-6C514F9B4B2D}" type="pres">
      <dgm:prSet presAssocID="{CBD15C91-97C3-EE4C-BBC8-56ACEDA6988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867EF3E-69DD-5743-9564-3B6841FC1F4D}" type="pres">
      <dgm:prSet presAssocID="{ED4E24CC-C414-8D42-B92B-64DF6C86A9FD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5959582-3EAA-7E4D-A9B3-18CBC41675BA}" type="presOf" srcId="{ED4E24CC-C414-8D42-B92B-64DF6C86A9FD}" destId="{A867EF3E-69DD-5743-9564-3B6841FC1F4D}" srcOrd="0" destOrd="0" presId="urn:microsoft.com/office/officeart/2005/8/layout/default#1"/>
    <dgm:cxn modelId="{E9CC3A57-886F-6443-A32E-12F1DFD6A948}" type="presOf" srcId="{CBD15C91-97C3-EE4C-BBC8-56ACEDA6988F}" destId="{A7BF2EBE-E9D4-7F4B-9321-6C514F9B4B2D}" srcOrd="0" destOrd="0" presId="urn:microsoft.com/office/officeart/2005/8/layout/default#1"/>
    <dgm:cxn modelId="{802D54C0-A02F-4A47-B371-97397CDAF5CE}" srcId="{CBD15C91-97C3-EE4C-BBC8-56ACEDA6988F}" destId="{ED4E24CC-C414-8D42-B92B-64DF6C86A9FD}" srcOrd="0" destOrd="0" parTransId="{68085EA5-EFA3-F14D-B17D-6CCFC9205665}" sibTransId="{525C9FFC-6191-F640-BA02-F2B0C177C91B}"/>
    <dgm:cxn modelId="{54C3B347-072C-DD47-BE64-772E9130FE80}" type="presParOf" srcId="{A7BF2EBE-E9D4-7F4B-9321-6C514F9B4B2D}" destId="{A867EF3E-69DD-5743-9564-3B6841FC1F4D}" srcOrd="0" destOrd="0" presId="urn:microsoft.com/office/officeart/2005/8/layout/default#1"/>
  </dgm:cxnLst>
  <dgm:bg/>
  <dgm:whole/>
  <dgm:extLst>
    <a:ext uri="http://schemas.microsoft.com/office/drawing/2008/diagram">
      <dsp:dataModelExt xmlns=""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B1E9A8-54AA-4B4A-AF47-A0A35AC44BA4}" type="doc">
      <dgm:prSet loTypeId="urn:microsoft.com/office/officeart/2005/8/layout/process1" loCatId="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2D1A562-14AA-3449-9C11-754DC4D95530}">
      <dgm:prSet phldrT="[Text]"/>
      <dgm:spPr/>
      <dgm:t>
        <a:bodyPr/>
        <a:lstStyle/>
        <a:p>
          <a:r>
            <a:rPr lang="en-US" b="1" dirty="0" err="1" smtClean="0"/>
            <a:t>Quá</a:t>
          </a:r>
          <a:r>
            <a:rPr lang="en-US" b="1" dirty="0" smtClean="0"/>
            <a:t> </a:t>
          </a:r>
          <a:r>
            <a:rPr lang="en-US" b="1" dirty="0" err="1" smtClean="0"/>
            <a:t>trình</a:t>
          </a:r>
          <a:r>
            <a:rPr lang="en-US" b="1" dirty="0" smtClean="0"/>
            <a:t> </a:t>
          </a:r>
          <a:r>
            <a:rPr lang="en-US" b="1" dirty="0" err="1" smtClean="0"/>
            <a:t>thực</a:t>
          </a:r>
          <a:r>
            <a:rPr lang="en-US" b="1" dirty="0" smtClean="0"/>
            <a:t> </a:t>
          </a:r>
          <a:r>
            <a:rPr lang="en-US" b="1" dirty="0" err="1" smtClean="0"/>
            <a:t>hiện</a:t>
          </a:r>
          <a:r>
            <a:rPr lang="en-US" b="1" dirty="0" smtClean="0"/>
            <a:t> </a:t>
          </a:r>
          <a:endParaRPr lang="en-US" b="1" dirty="0"/>
        </a:p>
      </dgm:t>
    </dgm:pt>
    <dgm:pt modelId="{7BC5C373-BB80-9442-907C-026778D69954}" type="parTrans" cxnId="{7835D3B2-484C-E446-8D15-9AAC5FBB4AAA}">
      <dgm:prSet/>
      <dgm:spPr/>
      <dgm:t>
        <a:bodyPr/>
        <a:lstStyle/>
        <a:p>
          <a:endParaRPr lang="en-US"/>
        </a:p>
      </dgm:t>
    </dgm:pt>
    <dgm:pt modelId="{50F4DBF1-C2AB-9A4A-851D-17975F18B4CA}" type="sibTrans" cxnId="{7835D3B2-484C-E446-8D15-9AAC5FBB4AAA}">
      <dgm:prSet/>
      <dgm:spPr/>
      <dgm:t>
        <a:bodyPr/>
        <a:lstStyle/>
        <a:p>
          <a:endParaRPr lang="en-US"/>
        </a:p>
      </dgm:t>
    </dgm:pt>
    <dgm:pt modelId="{3E54559B-8280-014F-99D1-E1B83029A40C}">
      <dgm:prSet phldrT="[Text]"/>
      <dgm:spPr/>
      <dgm:t>
        <a:bodyPr/>
        <a:lstStyle/>
        <a:p>
          <a:r>
            <a:rPr lang="en-US" b="1" dirty="0" err="1" smtClean="0"/>
            <a:t>Đầu</a:t>
          </a:r>
          <a:r>
            <a:rPr lang="en-US" b="1" dirty="0" smtClean="0"/>
            <a:t> </a:t>
          </a:r>
          <a:r>
            <a:rPr lang="en-US" b="1" dirty="0" err="1" smtClean="0"/>
            <a:t>vào</a:t>
          </a:r>
          <a:r>
            <a:rPr lang="en-US" b="1" dirty="0" smtClean="0"/>
            <a:t> </a:t>
          </a:r>
          <a:endParaRPr lang="en-US" b="1" dirty="0"/>
        </a:p>
      </dgm:t>
    </dgm:pt>
    <dgm:pt modelId="{77C27CF8-7699-3F40-A272-3551C0BC6F75}" type="parTrans" cxnId="{0DA09866-A5EF-1E47-A1CE-842F4C0A5445}">
      <dgm:prSet/>
      <dgm:spPr/>
      <dgm:t>
        <a:bodyPr/>
        <a:lstStyle/>
        <a:p>
          <a:endParaRPr lang="en-US"/>
        </a:p>
      </dgm:t>
    </dgm:pt>
    <dgm:pt modelId="{DC684D99-B50E-3C42-A3B8-500EBD394200}" type="sibTrans" cxnId="{0DA09866-A5EF-1E47-A1CE-842F4C0A5445}">
      <dgm:prSet/>
      <dgm:spPr/>
      <dgm:t>
        <a:bodyPr/>
        <a:lstStyle/>
        <a:p>
          <a:endParaRPr lang="en-US"/>
        </a:p>
      </dgm:t>
    </dgm:pt>
    <dgm:pt modelId="{C938FAEC-3393-E242-AEB2-7BECB594DABD}">
      <dgm:prSet phldrT="[Text]"/>
      <dgm:spPr/>
      <dgm:t>
        <a:bodyPr/>
        <a:lstStyle/>
        <a:p>
          <a:r>
            <a:rPr lang="en-US" b="1" dirty="0" err="1" smtClean="0"/>
            <a:t>Đầu</a:t>
          </a:r>
          <a:r>
            <a:rPr lang="en-US" b="1" dirty="0" smtClean="0"/>
            <a:t> </a:t>
          </a:r>
          <a:r>
            <a:rPr lang="en-US" b="1" dirty="0" err="1" smtClean="0"/>
            <a:t>ra</a:t>
          </a:r>
          <a:endParaRPr lang="en-US" b="1" dirty="0"/>
        </a:p>
      </dgm:t>
    </dgm:pt>
    <dgm:pt modelId="{BFB449BF-AAF0-B242-A6AB-6051F52A19B4}" type="parTrans" cxnId="{4D0BF7A7-EDAF-DB4D-9C8D-B150A6799096}">
      <dgm:prSet/>
      <dgm:spPr/>
      <dgm:t>
        <a:bodyPr/>
        <a:lstStyle/>
        <a:p>
          <a:endParaRPr lang="en-US"/>
        </a:p>
      </dgm:t>
    </dgm:pt>
    <dgm:pt modelId="{20E30B6F-C507-DC46-92B6-8F8CF8E6B0A8}" type="sibTrans" cxnId="{4D0BF7A7-EDAF-DB4D-9C8D-B150A6799096}">
      <dgm:prSet/>
      <dgm:spPr/>
      <dgm:t>
        <a:bodyPr/>
        <a:lstStyle/>
        <a:p>
          <a:endParaRPr lang="en-US"/>
        </a:p>
      </dgm:t>
    </dgm:pt>
    <dgm:pt modelId="{3849B406-D399-2342-9D3C-30B560E5F5FD}" type="pres">
      <dgm:prSet presAssocID="{66B1E9A8-54AA-4B4A-AF47-A0A35AC44BA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0C6B695-558B-D64D-88AB-0C28D17940C2}" type="pres">
      <dgm:prSet presAssocID="{3E54559B-8280-014F-99D1-E1B83029A40C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FF284C-C311-0B4E-B65F-CC9693775DDA}" type="pres">
      <dgm:prSet presAssocID="{DC684D99-B50E-3C42-A3B8-500EBD394200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6111FD1-7BFA-754F-8CBC-E0474F7A7847}" type="pres">
      <dgm:prSet presAssocID="{DC684D99-B50E-3C42-A3B8-500EBD394200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E608ADB9-DD8C-6D44-824A-693A0828AF31}" type="pres">
      <dgm:prSet presAssocID="{52D1A562-14AA-3449-9C11-754DC4D95530}" presName="node" presStyleLbl="node1" presStyleIdx="1" presStyleCnt="3">
        <dgm:presLayoutVars>
          <dgm:bulletEnabled val="1"/>
        </dgm:presLayoutVars>
      </dgm:prSet>
      <dgm:spPr>
        <a:prstGeom prst="borderCallout2">
          <a:avLst/>
        </a:prstGeom>
      </dgm:spPr>
      <dgm:t>
        <a:bodyPr/>
        <a:lstStyle/>
        <a:p>
          <a:endParaRPr lang="en-US"/>
        </a:p>
      </dgm:t>
    </dgm:pt>
    <dgm:pt modelId="{7ACEAAD9-2346-DD42-9090-025B1BEB5789}" type="pres">
      <dgm:prSet presAssocID="{50F4DBF1-C2AB-9A4A-851D-17975F18B4CA}" presName="sibTrans" presStyleLbl="sibTrans2D1" presStyleIdx="1" presStyleCnt="2"/>
      <dgm:spPr/>
      <dgm:t>
        <a:bodyPr/>
        <a:lstStyle/>
        <a:p>
          <a:endParaRPr lang="en-US"/>
        </a:p>
      </dgm:t>
    </dgm:pt>
    <dgm:pt modelId="{C0892BFA-8792-3A4F-9C36-F9CD103BFD0B}" type="pres">
      <dgm:prSet presAssocID="{50F4DBF1-C2AB-9A4A-851D-17975F18B4CA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D6094D1-FCB7-154D-8658-90DF72EE7444}" type="pres">
      <dgm:prSet presAssocID="{C938FAEC-3393-E242-AEB2-7BECB594DABD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A6E7E6D-0B56-3A44-AB31-1BD68DC0D711}" type="presOf" srcId="{C938FAEC-3393-E242-AEB2-7BECB594DABD}" destId="{ED6094D1-FCB7-154D-8658-90DF72EE7444}" srcOrd="0" destOrd="0" presId="urn:microsoft.com/office/officeart/2005/8/layout/process1"/>
    <dgm:cxn modelId="{DF70C3CF-1346-2042-8539-2090B0FE88E0}" type="presOf" srcId="{3E54559B-8280-014F-99D1-E1B83029A40C}" destId="{A0C6B695-558B-D64D-88AB-0C28D17940C2}" srcOrd="0" destOrd="0" presId="urn:microsoft.com/office/officeart/2005/8/layout/process1"/>
    <dgm:cxn modelId="{0DA09866-A5EF-1E47-A1CE-842F4C0A5445}" srcId="{66B1E9A8-54AA-4B4A-AF47-A0A35AC44BA4}" destId="{3E54559B-8280-014F-99D1-E1B83029A40C}" srcOrd="0" destOrd="0" parTransId="{77C27CF8-7699-3F40-A272-3551C0BC6F75}" sibTransId="{DC684D99-B50E-3C42-A3B8-500EBD394200}"/>
    <dgm:cxn modelId="{4D0BF7A7-EDAF-DB4D-9C8D-B150A6799096}" srcId="{66B1E9A8-54AA-4B4A-AF47-A0A35AC44BA4}" destId="{C938FAEC-3393-E242-AEB2-7BECB594DABD}" srcOrd="2" destOrd="0" parTransId="{BFB449BF-AAF0-B242-A6AB-6051F52A19B4}" sibTransId="{20E30B6F-C507-DC46-92B6-8F8CF8E6B0A8}"/>
    <dgm:cxn modelId="{FE9ED88B-8716-BD47-8165-A4D030CFCF3E}" type="presOf" srcId="{66B1E9A8-54AA-4B4A-AF47-A0A35AC44BA4}" destId="{3849B406-D399-2342-9D3C-30B560E5F5FD}" srcOrd="0" destOrd="0" presId="urn:microsoft.com/office/officeart/2005/8/layout/process1"/>
    <dgm:cxn modelId="{5E5D3820-1563-774F-A4B0-E8C038C04091}" type="presOf" srcId="{DC684D99-B50E-3C42-A3B8-500EBD394200}" destId="{AEFF284C-C311-0B4E-B65F-CC9693775DDA}" srcOrd="0" destOrd="0" presId="urn:microsoft.com/office/officeart/2005/8/layout/process1"/>
    <dgm:cxn modelId="{B13FBD24-03F8-5240-8345-8D61C793943C}" type="presOf" srcId="{52D1A562-14AA-3449-9C11-754DC4D95530}" destId="{E608ADB9-DD8C-6D44-824A-693A0828AF31}" srcOrd="0" destOrd="0" presId="urn:microsoft.com/office/officeart/2005/8/layout/process1"/>
    <dgm:cxn modelId="{CA582F8A-7D4F-4E43-9ABA-3434F62DEAD5}" type="presOf" srcId="{DC684D99-B50E-3C42-A3B8-500EBD394200}" destId="{C6111FD1-7BFA-754F-8CBC-E0474F7A7847}" srcOrd="1" destOrd="0" presId="urn:microsoft.com/office/officeart/2005/8/layout/process1"/>
    <dgm:cxn modelId="{0A0F53A8-8501-D049-A7ED-0007E1C55793}" type="presOf" srcId="{50F4DBF1-C2AB-9A4A-851D-17975F18B4CA}" destId="{C0892BFA-8792-3A4F-9C36-F9CD103BFD0B}" srcOrd="1" destOrd="0" presId="urn:microsoft.com/office/officeart/2005/8/layout/process1"/>
    <dgm:cxn modelId="{0E42DE69-5F55-CA43-80CE-ECBED8706654}" type="presOf" srcId="{50F4DBF1-C2AB-9A4A-851D-17975F18B4CA}" destId="{7ACEAAD9-2346-DD42-9090-025B1BEB5789}" srcOrd="0" destOrd="0" presId="urn:microsoft.com/office/officeart/2005/8/layout/process1"/>
    <dgm:cxn modelId="{7835D3B2-484C-E446-8D15-9AAC5FBB4AAA}" srcId="{66B1E9A8-54AA-4B4A-AF47-A0A35AC44BA4}" destId="{52D1A562-14AA-3449-9C11-754DC4D95530}" srcOrd="1" destOrd="0" parTransId="{7BC5C373-BB80-9442-907C-026778D69954}" sibTransId="{50F4DBF1-C2AB-9A4A-851D-17975F18B4CA}"/>
    <dgm:cxn modelId="{47E98CF9-4B34-984C-AADB-8AED31C3A7FB}" type="presParOf" srcId="{3849B406-D399-2342-9D3C-30B560E5F5FD}" destId="{A0C6B695-558B-D64D-88AB-0C28D17940C2}" srcOrd="0" destOrd="0" presId="urn:microsoft.com/office/officeart/2005/8/layout/process1"/>
    <dgm:cxn modelId="{64573813-43E3-3F40-9FBC-6741A3008358}" type="presParOf" srcId="{3849B406-D399-2342-9D3C-30B560E5F5FD}" destId="{AEFF284C-C311-0B4E-B65F-CC9693775DDA}" srcOrd="1" destOrd="0" presId="urn:microsoft.com/office/officeart/2005/8/layout/process1"/>
    <dgm:cxn modelId="{EB079E22-942C-D64F-97E7-CB2B87C26D65}" type="presParOf" srcId="{AEFF284C-C311-0B4E-B65F-CC9693775DDA}" destId="{C6111FD1-7BFA-754F-8CBC-E0474F7A7847}" srcOrd="0" destOrd="0" presId="urn:microsoft.com/office/officeart/2005/8/layout/process1"/>
    <dgm:cxn modelId="{7CE2F283-D830-674A-92AC-265C3361BEC6}" type="presParOf" srcId="{3849B406-D399-2342-9D3C-30B560E5F5FD}" destId="{E608ADB9-DD8C-6D44-824A-693A0828AF31}" srcOrd="2" destOrd="0" presId="urn:microsoft.com/office/officeart/2005/8/layout/process1"/>
    <dgm:cxn modelId="{FAB2E9DA-DAAA-D348-991F-B3C592142D95}" type="presParOf" srcId="{3849B406-D399-2342-9D3C-30B560E5F5FD}" destId="{7ACEAAD9-2346-DD42-9090-025B1BEB5789}" srcOrd="3" destOrd="0" presId="urn:microsoft.com/office/officeart/2005/8/layout/process1"/>
    <dgm:cxn modelId="{96F370CB-7D3D-1245-941B-8065530864BB}" type="presParOf" srcId="{7ACEAAD9-2346-DD42-9090-025B1BEB5789}" destId="{C0892BFA-8792-3A4F-9C36-F9CD103BFD0B}" srcOrd="0" destOrd="0" presId="urn:microsoft.com/office/officeart/2005/8/layout/process1"/>
    <dgm:cxn modelId="{5CC9C982-079D-A043-B49F-29BB0CF85620}" type="presParOf" srcId="{3849B406-D399-2342-9D3C-30B560E5F5FD}" destId="{ED6094D1-FCB7-154D-8658-90DF72EE7444}" srcOrd="4" destOrd="0" presId="urn:microsoft.com/office/officeart/2005/8/layout/process1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BD15C91-97C3-EE4C-BBC8-56ACEDA6988F}" type="doc">
      <dgm:prSet loTypeId="urn:microsoft.com/office/officeart/2005/8/layout/default#2" loCatId="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D4E24CC-C414-8D42-B92B-64DF6C86A9FD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 err="1" smtClean="0">
              <a:solidFill>
                <a:srgbClr val="FF0000"/>
              </a:solidFill>
            </a:rPr>
            <a:t>Hệ</a:t>
          </a:r>
          <a:r>
            <a:rPr lang="en-US" dirty="0" smtClean="0">
              <a:solidFill>
                <a:srgbClr val="FF0000"/>
              </a:solidFill>
            </a:rPr>
            <a:t> </a:t>
          </a:r>
          <a:r>
            <a:rPr lang="en-US" dirty="0" err="1" smtClean="0">
              <a:solidFill>
                <a:srgbClr val="FF0000"/>
              </a:solidFill>
            </a:rPr>
            <a:t>thống</a:t>
          </a:r>
          <a:r>
            <a:rPr lang="en-US" dirty="0" smtClean="0">
              <a:solidFill>
                <a:srgbClr val="FF0000"/>
              </a:solidFill>
            </a:rPr>
            <a:t> </a:t>
          </a:r>
          <a:r>
            <a:rPr lang="en-US" dirty="0" err="1" smtClean="0">
              <a:solidFill>
                <a:srgbClr val="FF0000"/>
              </a:solidFill>
            </a:rPr>
            <a:t>kiểm</a:t>
          </a:r>
          <a:r>
            <a:rPr lang="en-US" dirty="0" smtClean="0">
              <a:solidFill>
                <a:srgbClr val="FF0000"/>
              </a:solidFill>
            </a:rPr>
            <a:t> </a:t>
          </a:r>
          <a:r>
            <a:rPr lang="en-US" dirty="0" err="1" smtClean="0">
              <a:solidFill>
                <a:srgbClr val="FF0000"/>
              </a:solidFill>
            </a:rPr>
            <a:t>soát</a:t>
          </a:r>
          <a:r>
            <a:rPr lang="en-US" dirty="0" smtClean="0">
              <a:solidFill>
                <a:srgbClr val="FF0000"/>
              </a:solidFill>
            </a:rPr>
            <a:t> </a:t>
          </a:r>
          <a:endParaRPr lang="en-US" dirty="0">
            <a:solidFill>
              <a:srgbClr val="FF0000"/>
            </a:solidFill>
          </a:endParaRPr>
        </a:p>
      </dgm:t>
    </dgm:pt>
    <dgm:pt modelId="{68085EA5-EFA3-F14D-B17D-6CCFC9205665}" type="parTrans" cxnId="{802D54C0-A02F-4A47-B371-97397CDAF5CE}">
      <dgm:prSet/>
      <dgm:spPr/>
      <dgm:t>
        <a:bodyPr/>
        <a:lstStyle/>
        <a:p>
          <a:endParaRPr lang="en-US"/>
        </a:p>
      </dgm:t>
    </dgm:pt>
    <dgm:pt modelId="{525C9FFC-6191-F640-BA02-F2B0C177C91B}" type="sibTrans" cxnId="{802D54C0-A02F-4A47-B371-97397CDAF5CE}">
      <dgm:prSet/>
      <dgm:spPr/>
      <dgm:t>
        <a:bodyPr/>
        <a:lstStyle/>
        <a:p>
          <a:endParaRPr lang="en-US"/>
        </a:p>
      </dgm:t>
    </dgm:pt>
    <dgm:pt modelId="{A7BF2EBE-E9D4-7F4B-9321-6C514F9B4B2D}" type="pres">
      <dgm:prSet presAssocID="{CBD15C91-97C3-EE4C-BBC8-56ACEDA6988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867EF3E-69DD-5743-9564-3B6841FC1F4D}" type="pres">
      <dgm:prSet presAssocID="{ED4E24CC-C414-8D42-B92B-64DF6C86A9FD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470B24F-9FD1-1B44-B137-227EEAF62835}" type="presOf" srcId="{CBD15C91-97C3-EE4C-BBC8-56ACEDA6988F}" destId="{A7BF2EBE-E9D4-7F4B-9321-6C514F9B4B2D}" srcOrd="0" destOrd="0" presId="urn:microsoft.com/office/officeart/2005/8/layout/default#2"/>
    <dgm:cxn modelId="{802D54C0-A02F-4A47-B371-97397CDAF5CE}" srcId="{CBD15C91-97C3-EE4C-BBC8-56ACEDA6988F}" destId="{ED4E24CC-C414-8D42-B92B-64DF6C86A9FD}" srcOrd="0" destOrd="0" parTransId="{68085EA5-EFA3-F14D-B17D-6CCFC9205665}" sibTransId="{525C9FFC-6191-F640-BA02-F2B0C177C91B}"/>
    <dgm:cxn modelId="{1234FC79-7081-A742-8CC3-744320E9EA07}" type="presOf" srcId="{ED4E24CC-C414-8D42-B92B-64DF6C86A9FD}" destId="{A867EF3E-69DD-5743-9564-3B6841FC1F4D}" srcOrd="0" destOrd="0" presId="urn:microsoft.com/office/officeart/2005/8/layout/default#2"/>
    <dgm:cxn modelId="{D6852C68-BCE8-D54C-9738-F2E8A501DE35}" type="presParOf" srcId="{A7BF2EBE-E9D4-7F4B-9321-6C514F9B4B2D}" destId="{A867EF3E-69DD-5743-9564-3B6841FC1F4D}" srcOrd="0" destOrd="0" presId="urn:microsoft.com/office/officeart/2005/8/layout/default#2"/>
  </dgm:cxnLst>
  <dgm:bg/>
  <dgm:whole/>
  <dgm:extLst>
    <a:ext uri="http://schemas.microsoft.com/office/drawing/2008/diagram">
      <dsp:dataModelExt xmlns=""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407790-DDBD-4E4C-83E1-E28128581A9C}">
      <dsp:nvSpPr>
        <dsp:cNvPr id="0" name=""/>
        <dsp:cNvSpPr/>
      </dsp:nvSpPr>
      <dsp:spPr>
        <a:xfrm>
          <a:off x="3584865" y="1574"/>
          <a:ext cx="1034727" cy="103472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err="1" smtClean="0"/>
            <a:t>Kết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quả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mong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muốn</a:t>
          </a:r>
          <a:endParaRPr lang="en-US" sz="1700" kern="1200" dirty="0"/>
        </a:p>
      </dsp:txBody>
      <dsp:txXfrm>
        <a:off x="3584865" y="1574"/>
        <a:ext cx="1034727" cy="1034727"/>
      </dsp:txXfrm>
    </dsp:sp>
    <dsp:sp modelId="{259C30D9-AB9F-7B4B-957E-E20CE10FA0A1}">
      <dsp:nvSpPr>
        <dsp:cNvPr id="0" name=""/>
        <dsp:cNvSpPr/>
      </dsp:nvSpPr>
      <dsp:spPr>
        <a:xfrm rot="1349992">
          <a:off x="4675022" y="638428"/>
          <a:ext cx="274466" cy="3492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4678156" y="692517"/>
        <a:ext cx="192126" cy="209532"/>
      </dsp:txXfrm>
    </dsp:sp>
    <dsp:sp modelId="{7E43584C-63F4-404E-8CBB-48246A50519B}">
      <dsp:nvSpPr>
        <dsp:cNvPr id="0" name=""/>
        <dsp:cNvSpPr/>
      </dsp:nvSpPr>
      <dsp:spPr>
        <a:xfrm>
          <a:off x="5019271" y="595720"/>
          <a:ext cx="1034727" cy="103472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err="1" smtClean="0"/>
            <a:t>Kết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quả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thực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tế</a:t>
          </a:r>
          <a:endParaRPr lang="en-US" sz="1700" kern="1200" dirty="0"/>
        </a:p>
      </dsp:txBody>
      <dsp:txXfrm>
        <a:off x="5019271" y="595720"/>
        <a:ext cx="1034727" cy="1034727"/>
      </dsp:txXfrm>
    </dsp:sp>
    <dsp:sp modelId="{6BC020A4-8926-4949-BD20-37E6BE0FE80F}">
      <dsp:nvSpPr>
        <dsp:cNvPr id="0" name=""/>
        <dsp:cNvSpPr/>
      </dsp:nvSpPr>
      <dsp:spPr>
        <a:xfrm rot="4050020">
          <a:off x="5693499" y="1648501"/>
          <a:ext cx="274466" cy="3492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5718914" y="1680309"/>
        <a:ext cx="192126" cy="209532"/>
      </dsp:txXfrm>
    </dsp:sp>
    <dsp:sp modelId="{53A0A071-0316-0C4B-8B8C-50A1E815614D}">
      <dsp:nvSpPr>
        <dsp:cNvPr id="0" name=""/>
        <dsp:cNvSpPr/>
      </dsp:nvSpPr>
      <dsp:spPr>
        <a:xfrm>
          <a:off x="5613412" y="2030129"/>
          <a:ext cx="1034727" cy="103472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err="1" smtClean="0"/>
            <a:t>Đo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lường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kết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quả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thực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tế</a:t>
          </a:r>
          <a:r>
            <a:rPr lang="en-US" sz="1700" kern="1200" dirty="0" smtClean="0"/>
            <a:t> </a:t>
          </a:r>
          <a:endParaRPr lang="en-US" sz="1700" kern="1200" dirty="0"/>
        </a:p>
      </dsp:txBody>
      <dsp:txXfrm>
        <a:off x="5613412" y="2030129"/>
        <a:ext cx="1034727" cy="1034727"/>
      </dsp:txXfrm>
    </dsp:sp>
    <dsp:sp modelId="{0B250744-D71F-714D-8DC2-A7A5B816A697}">
      <dsp:nvSpPr>
        <dsp:cNvPr id="0" name=""/>
        <dsp:cNvSpPr/>
      </dsp:nvSpPr>
      <dsp:spPr>
        <a:xfrm rot="6724192">
          <a:off x="5706912" y="3082952"/>
          <a:ext cx="271938" cy="3492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5763029" y="3114994"/>
        <a:ext cx="190357" cy="209532"/>
      </dsp:txXfrm>
    </dsp:sp>
    <dsp:sp modelId="{FCD68036-1DE4-D84F-9D4D-F3BADCC596EF}">
      <dsp:nvSpPr>
        <dsp:cNvPr id="0" name=""/>
        <dsp:cNvSpPr/>
      </dsp:nvSpPr>
      <dsp:spPr>
        <a:xfrm>
          <a:off x="5031840" y="3464533"/>
          <a:ext cx="1034727" cy="103472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So </a:t>
          </a:r>
          <a:r>
            <a:rPr lang="en-US" sz="1700" kern="1200" dirty="0" err="1" smtClean="0"/>
            <a:t>sánh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thực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tại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với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các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tiêu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chuẩn</a:t>
          </a:r>
          <a:r>
            <a:rPr lang="en-US" sz="1700" kern="1200" dirty="0" smtClean="0"/>
            <a:t> </a:t>
          </a:r>
          <a:endParaRPr lang="en-US" sz="1700" kern="1200" dirty="0"/>
        </a:p>
      </dsp:txBody>
      <dsp:txXfrm>
        <a:off x="5031840" y="3464533"/>
        <a:ext cx="1034727" cy="1034727"/>
      </dsp:txXfrm>
    </dsp:sp>
    <dsp:sp modelId="{FEF2C886-47A9-4A4A-963A-D259BDEE9EF5}">
      <dsp:nvSpPr>
        <dsp:cNvPr id="0" name=""/>
        <dsp:cNvSpPr/>
      </dsp:nvSpPr>
      <dsp:spPr>
        <a:xfrm rot="9450000">
          <a:off x="4701945" y="4101388"/>
          <a:ext cx="274465" cy="3492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4781150" y="4155477"/>
        <a:ext cx="192126" cy="209532"/>
      </dsp:txXfrm>
    </dsp:sp>
    <dsp:sp modelId="{D5D0DDEF-664A-4A45-9060-5FB0C81A1355}">
      <dsp:nvSpPr>
        <dsp:cNvPr id="0" name=""/>
        <dsp:cNvSpPr/>
      </dsp:nvSpPr>
      <dsp:spPr>
        <a:xfrm>
          <a:off x="3597436" y="4058682"/>
          <a:ext cx="1034727" cy="103472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err="1" smtClean="0"/>
            <a:t>Xác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định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các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sai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lệch</a:t>
          </a:r>
          <a:r>
            <a:rPr lang="en-US" sz="1700" kern="1200" dirty="0" smtClean="0"/>
            <a:t> </a:t>
          </a:r>
          <a:endParaRPr lang="en-US" sz="1700" kern="1200" dirty="0"/>
        </a:p>
      </dsp:txBody>
      <dsp:txXfrm>
        <a:off x="3597436" y="4058682"/>
        <a:ext cx="1034727" cy="1034727"/>
      </dsp:txXfrm>
    </dsp:sp>
    <dsp:sp modelId="{8080D071-D9AC-6548-B9F8-0F7970DE983E}">
      <dsp:nvSpPr>
        <dsp:cNvPr id="0" name=""/>
        <dsp:cNvSpPr/>
      </dsp:nvSpPr>
      <dsp:spPr>
        <a:xfrm rot="12150000">
          <a:off x="3267541" y="4107334"/>
          <a:ext cx="274465" cy="3492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3346746" y="4192933"/>
        <a:ext cx="192126" cy="209532"/>
      </dsp:txXfrm>
    </dsp:sp>
    <dsp:sp modelId="{89BD5009-6D5F-FA4B-9E3B-F20AB214546E}">
      <dsp:nvSpPr>
        <dsp:cNvPr id="0" name=""/>
        <dsp:cNvSpPr/>
      </dsp:nvSpPr>
      <dsp:spPr>
        <a:xfrm>
          <a:off x="2163032" y="3464533"/>
          <a:ext cx="1034727" cy="103472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err="1" smtClean="0"/>
            <a:t>Phân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tích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các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nguyên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nhân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sai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lệch</a:t>
          </a:r>
          <a:r>
            <a:rPr lang="en-US" sz="1700" kern="1200" dirty="0" smtClean="0"/>
            <a:t> </a:t>
          </a:r>
          <a:endParaRPr lang="en-US" sz="1700" kern="1200" dirty="0"/>
        </a:p>
      </dsp:txBody>
      <dsp:txXfrm>
        <a:off x="2163032" y="3464533"/>
        <a:ext cx="1034727" cy="1034727"/>
      </dsp:txXfrm>
    </dsp:sp>
    <dsp:sp modelId="{FF121418-8426-894E-A05E-4A195BE91A98}">
      <dsp:nvSpPr>
        <dsp:cNvPr id="0" name=""/>
        <dsp:cNvSpPr/>
      </dsp:nvSpPr>
      <dsp:spPr>
        <a:xfrm rot="14850000">
          <a:off x="2249061" y="3097261"/>
          <a:ext cx="274465" cy="3492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2305985" y="3205141"/>
        <a:ext cx="192126" cy="209532"/>
      </dsp:txXfrm>
    </dsp:sp>
    <dsp:sp modelId="{6DAA11D4-F9D9-6D4D-B6EC-AACF0E024B93}">
      <dsp:nvSpPr>
        <dsp:cNvPr id="0" name=""/>
        <dsp:cNvSpPr/>
      </dsp:nvSpPr>
      <dsp:spPr>
        <a:xfrm>
          <a:off x="1568882" y="2030129"/>
          <a:ext cx="1034727" cy="103472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err="1" smtClean="0"/>
            <a:t>Xây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dựng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chương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trình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điều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chỉnh</a:t>
          </a:r>
          <a:r>
            <a:rPr lang="en-US" sz="1700" kern="1200" dirty="0" smtClean="0"/>
            <a:t> </a:t>
          </a:r>
          <a:endParaRPr lang="en-US" sz="1700" kern="1200" dirty="0"/>
        </a:p>
      </dsp:txBody>
      <dsp:txXfrm>
        <a:off x="1568882" y="2030129"/>
        <a:ext cx="1034727" cy="1034727"/>
      </dsp:txXfrm>
    </dsp:sp>
    <dsp:sp modelId="{B8E8ADF5-A7BE-994F-B60E-5A98F1C62E2D}">
      <dsp:nvSpPr>
        <dsp:cNvPr id="0" name=""/>
        <dsp:cNvSpPr/>
      </dsp:nvSpPr>
      <dsp:spPr>
        <a:xfrm rot="17550000">
          <a:off x="2243115" y="1662857"/>
          <a:ext cx="274465" cy="3492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2268530" y="1770737"/>
        <a:ext cx="192126" cy="209532"/>
      </dsp:txXfrm>
    </dsp:sp>
    <dsp:sp modelId="{5305DA84-D7CE-5F41-A304-E1F8765A67B1}">
      <dsp:nvSpPr>
        <dsp:cNvPr id="0" name=""/>
        <dsp:cNvSpPr/>
      </dsp:nvSpPr>
      <dsp:spPr>
        <a:xfrm>
          <a:off x="2163032" y="595725"/>
          <a:ext cx="1034727" cy="103472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err="1" smtClean="0"/>
            <a:t>Thực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hiện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điều</a:t>
          </a:r>
          <a:r>
            <a:rPr lang="en-US" sz="1700" kern="1200" dirty="0" smtClean="0"/>
            <a:t> </a:t>
          </a:r>
          <a:r>
            <a:rPr lang="en-US" sz="1700" kern="1200" dirty="0" err="1" smtClean="0"/>
            <a:t>chỉnh</a:t>
          </a:r>
          <a:r>
            <a:rPr lang="en-US" sz="1700" kern="1200" dirty="0" smtClean="0"/>
            <a:t> </a:t>
          </a:r>
          <a:endParaRPr lang="en-US" sz="1700" kern="1200" dirty="0"/>
        </a:p>
      </dsp:txBody>
      <dsp:txXfrm>
        <a:off x="2163032" y="595725"/>
        <a:ext cx="1034727" cy="1034727"/>
      </dsp:txXfrm>
    </dsp:sp>
    <dsp:sp modelId="{A8A08533-AD59-F340-B8F4-627E69BBB826}">
      <dsp:nvSpPr>
        <dsp:cNvPr id="0" name=""/>
        <dsp:cNvSpPr/>
      </dsp:nvSpPr>
      <dsp:spPr>
        <a:xfrm rot="20239265">
          <a:off x="3250148" y="644331"/>
          <a:ext cx="268314" cy="3492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3253260" y="729693"/>
        <a:ext cx="187820" cy="209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C6B695-558B-D64D-88AB-0C28D17940C2}">
      <dsp:nvSpPr>
        <dsp:cNvPr id="0" name=""/>
        <dsp:cNvSpPr/>
      </dsp:nvSpPr>
      <dsp:spPr>
        <a:xfrm>
          <a:off x="7233" y="1614418"/>
          <a:ext cx="2161877" cy="1297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err="1" smtClean="0"/>
            <a:t>Đầu</a:t>
          </a:r>
          <a:r>
            <a:rPr lang="en-US" sz="3600" kern="1200" dirty="0" smtClean="0"/>
            <a:t> </a:t>
          </a:r>
          <a:r>
            <a:rPr lang="en-US" sz="3600" kern="1200" dirty="0" err="1" smtClean="0"/>
            <a:t>vào</a:t>
          </a:r>
          <a:r>
            <a:rPr lang="en-US" sz="3600" kern="1200" dirty="0" smtClean="0"/>
            <a:t> </a:t>
          </a:r>
          <a:endParaRPr lang="en-US" sz="3600" kern="1200" dirty="0"/>
        </a:p>
      </dsp:txBody>
      <dsp:txXfrm>
        <a:off x="45225" y="1652410"/>
        <a:ext cx="2085893" cy="1221142"/>
      </dsp:txXfrm>
    </dsp:sp>
    <dsp:sp modelId="{AEFF284C-C311-0B4E-B65F-CC9693775DDA}">
      <dsp:nvSpPr>
        <dsp:cNvPr id="0" name=""/>
        <dsp:cNvSpPr/>
      </dsp:nvSpPr>
      <dsp:spPr>
        <a:xfrm>
          <a:off x="2385298" y="1994908"/>
          <a:ext cx="458317" cy="5361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2385298" y="2102137"/>
        <a:ext cx="320822" cy="321687"/>
      </dsp:txXfrm>
    </dsp:sp>
    <dsp:sp modelId="{E608ADB9-DD8C-6D44-824A-693A0828AF31}">
      <dsp:nvSpPr>
        <dsp:cNvPr id="0" name=""/>
        <dsp:cNvSpPr/>
      </dsp:nvSpPr>
      <dsp:spPr>
        <a:xfrm>
          <a:off x="3033861" y="1614418"/>
          <a:ext cx="2161877" cy="1297126"/>
        </a:xfrm>
        <a:prstGeom prst="borderCallout2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err="1" smtClean="0"/>
            <a:t>Quá</a:t>
          </a:r>
          <a:r>
            <a:rPr lang="en-US" sz="3600" kern="1200" dirty="0" smtClean="0"/>
            <a:t> </a:t>
          </a:r>
          <a:r>
            <a:rPr lang="en-US" sz="3600" kern="1200" dirty="0" err="1" smtClean="0"/>
            <a:t>trình</a:t>
          </a:r>
          <a:r>
            <a:rPr lang="en-US" sz="3600" kern="1200" dirty="0" smtClean="0"/>
            <a:t> </a:t>
          </a:r>
          <a:r>
            <a:rPr lang="en-US" sz="3600" kern="1200" dirty="0" err="1" smtClean="0"/>
            <a:t>thực</a:t>
          </a:r>
          <a:r>
            <a:rPr lang="en-US" sz="3600" kern="1200" dirty="0" smtClean="0"/>
            <a:t> </a:t>
          </a:r>
          <a:r>
            <a:rPr lang="en-US" sz="3600" kern="1200" dirty="0" err="1" smtClean="0"/>
            <a:t>hiện</a:t>
          </a:r>
          <a:r>
            <a:rPr lang="en-US" sz="3600" kern="1200" dirty="0" smtClean="0"/>
            <a:t> </a:t>
          </a:r>
          <a:endParaRPr lang="en-US" sz="3600" kern="1200" dirty="0"/>
        </a:p>
      </dsp:txBody>
      <dsp:txXfrm>
        <a:off x="3033861" y="1614418"/>
        <a:ext cx="2161877" cy="1297126"/>
      </dsp:txXfrm>
    </dsp:sp>
    <dsp:sp modelId="{7ACEAAD9-2346-DD42-9090-025B1BEB5789}">
      <dsp:nvSpPr>
        <dsp:cNvPr id="0" name=""/>
        <dsp:cNvSpPr/>
      </dsp:nvSpPr>
      <dsp:spPr>
        <a:xfrm>
          <a:off x="5411926" y="1994908"/>
          <a:ext cx="458317" cy="5361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5411926" y="2102137"/>
        <a:ext cx="320822" cy="321687"/>
      </dsp:txXfrm>
    </dsp:sp>
    <dsp:sp modelId="{ED6094D1-FCB7-154D-8658-90DF72EE7444}">
      <dsp:nvSpPr>
        <dsp:cNvPr id="0" name=""/>
        <dsp:cNvSpPr/>
      </dsp:nvSpPr>
      <dsp:spPr>
        <a:xfrm>
          <a:off x="6060489" y="1614418"/>
          <a:ext cx="2161877" cy="1297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err="1" smtClean="0"/>
            <a:t>Đầu</a:t>
          </a:r>
          <a:r>
            <a:rPr lang="en-US" sz="3600" kern="1200" dirty="0" smtClean="0"/>
            <a:t> </a:t>
          </a:r>
          <a:r>
            <a:rPr lang="en-US" sz="3600" kern="1200" dirty="0" err="1" smtClean="0"/>
            <a:t>ra</a:t>
          </a:r>
          <a:endParaRPr lang="en-US" sz="3600" kern="1200" dirty="0"/>
        </a:p>
      </dsp:txBody>
      <dsp:txXfrm>
        <a:off x="6098481" y="1652410"/>
        <a:ext cx="2085893" cy="12211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7EF3E-69DD-5743-9564-3B6841FC1F4D}">
      <dsp:nvSpPr>
        <dsp:cNvPr id="0" name=""/>
        <dsp:cNvSpPr/>
      </dsp:nvSpPr>
      <dsp:spPr>
        <a:xfrm>
          <a:off x="1426798" y="543"/>
          <a:ext cx="2444831" cy="1466899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err="1" smtClean="0"/>
            <a:t>Hệ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thống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kiểm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soát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dự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báo</a:t>
          </a:r>
          <a:endParaRPr lang="en-US" sz="2900" kern="1200" dirty="0"/>
        </a:p>
      </dsp:txBody>
      <dsp:txXfrm>
        <a:off x="1426798" y="543"/>
        <a:ext cx="2444831" cy="14668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C6B695-558B-D64D-88AB-0C28D17940C2}">
      <dsp:nvSpPr>
        <dsp:cNvPr id="0" name=""/>
        <dsp:cNvSpPr/>
      </dsp:nvSpPr>
      <dsp:spPr>
        <a:xfrm>
          <a:off x="7233" y="1614418"/>
          <a:ext cx="2161877" cy="1297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err="1" smtClean="0"/>
            <a:t>Đầu</a:t>
          </a:r>
          <a:r>
            <a:rPr lang="en-US" sz="3600" kern="1200" dirty="0" smtClean="0"/>
            <a:t> </a:t>
          </a:r>
          <a:r>
            <a:rPr lang="en-US" sz="3600" kern="1200" dirty="0" err="1" smtClean="0"/>
            <a:t>vào</a:t>
          </a:r>
          <a:r>
            <a:rPr lang="en-US" sz="3600" kern="1200" dirty="0" smtClean="0"/>
            <a:t> </a:t>
          </a:r>
          <a:endParaRPr lang="en-US" sz="3600" kern="1200" dirty="0"/>
        </a:p>
      </dsp:txBody>
      <dsp:txXfrm>
        <a:off x="45225" y="1652410"/>
        <a:ext cx="2085893" cy="1221142"/>
      </dsp:txXfrm>
    </dsp:sp>
    <dsp:sp modelId="{AEFF284C-C311-0B4E-B65F-CC9693775DDA}">
      <dsp:nvSpPr>
        <dsp:cNvPr id="0" name=""/>
        <dsp:cNvSpPr/>
      </dsp:nvSpPr>
      <dsp:spPr>
        <a:xfrm>
          <a:off x="2385298" y="1994908"/>
          <a:ext cx="458317" cy="5361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2385298" y="2102137"/>
        <a:ext cx="320822" cy="321687"/>
      </dsp:txXfrm>
    </dsp:sp>
    <dsp:sp modelId="{E608ADB9-DD8C-6D44-824A-693A0828AF31}">
      <dsp:nvSpPr>
        <dsp:cNvPr id="0" name=""/>
        <dsp:cNvSpPr/>
      </dsp:nvSpPr>
      <dsp:spPr>
        <a:xfrm>
          <a:off x="3033861" y="1614418"/>
          <a:ext cx="2161877" cy="1297126"/>
        </a:xfrm>
        <a:prstGeom prst="borderCallout2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err="1" smtClean="0"/>
            <a:t>Quá</a:t>
          </a:r>
          <a:r>
            <a:rPr lang="en-US" sz="3600" kern="1200" dirty="0" smtClean="0"/>
            <a:t> </a:t>
          </a:r>
          <a:r>
            <a:rPr lang="en-US" sz="3600" kern="1200" dirty="0" err="1" smtClean="0"/>
            <a:t>trình</a:t>
          </a:r>
          <a:r>
            <a:rPr lang="en-US" sz="3600" kern="1200" dirty="0" smtClean="0"/>
            <a:t> </a:t>
          </a:r>
          <a:r>
            <a:rPr lang="en-US" sz="3600" kern="1200" dirty="0" err="1" smtClean="0"/>
            <a:t>thực</a:t>
          </a:r>
          <a:r>
            <a:rPr lang="en-US" sz="3600" kern="1200" dirty="0" smtClean="0"/>
            <a:t> </a:t>
          </a:r>
          <a:r>
            <a:rPr lang="en-US" sz="3600" kern="1200" dirty="0" err="1" smtClean="0"/>
            <a:t>hiện</a:t>
          </a:r>
          <a:r>
            <a:rPr lang="en-US" sz="3600" kern="1200" dirty="0" smtClean="0"/>
            <a:t> </a:t>
          </a:r>
          <a:endParaRPr lang="en-US" sz="3600" kern="1200" dirty="0"/>
        </a:p>
      </dsp:txBody>
      <dsp:txXfrm>
        <a:off x="3033861" y="1614418"/>
        <a:ext cx="2161877" cy="1297126"/>
      </dsp:txXfrm>
    </dsp:sp>
    <dsp:sp modelId="{7ACEAAD9-2346-DD42-9090-025B1BEB5789}">
      <dsp:nvSpPr>
        <dsp:cNvPr id="0" name=""/>
        <dsp:cNvSpPr/>
      </dsp:nvSpPr>
      <dsp:spPr>
        <a:xfrm>
          <a:off x="5411926" y="1994908"/>
          <a:ext cx="458317" cy="5361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5411926" y="2102137"/>
        <a:ext cx="320822" cy="321687"/>
      </dsp:txXfrm>
    </dsp:sp>
    <dsp:sp modelId="{ED6094D1-FCB7-154D-8658-90DF72EE7444}">
      <dsp:nvSpPr>
        <dsp:cNvPr id="0" name=""/>
        <dsp:cNvSpPr/>
      </dsp:nvSpPr>
      <dsp:spPr>
        <a:xfrm>
          <a:off x="6060489" y="1614418"/>
          <a:ext cx="2161877" cy="1297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err="1" smtClean="0"/>
            <a:t>Đầu</a:t>
          </a:r>
          <a:r>
            <a:rPr lang="en-US" sz="3600" kern="1200" dirty="0" smtClean="0"/>
            <a:t> </a:t>
          </a:r>
          <a:r>
            <a:rPr lang="en-US" sz="3600" kern="1200" dirty="0" err="1" smtClean="0"/>
            <a:t>ra</a:t>
          </a:r>
          <a:endParaRPr lang="en-US" sz="3600" kern="1200" dirty="0"/>
        </a:p>
      </dsp:txBody>
      <dsp:txXfrm>
        <a:off x="6098481" y="1652410"/>
        <a:ext cx="2085893" cy="12211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7EF3E-69DD-5743-9564-3B6841FC1F4D}">
      <dsp:nvSpPr>
        <dsp:cNvPr id="0" name=""/>
        <dsp:cNvSpPr/>
      </dsp:nvSpPr>
      <dsp:spPr>
        <a:xfrm>
          <a:off x="1426798" y="543"/>
          <a:ext cx="2444831" cy="1466899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err="1" smtClean="0"/>
            <a:t>Hệ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thống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kiểm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soát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dự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báo</a:t>
          </a:r>
          <a:endParaRPr lang="en-US" sz="2900" kern="1200" dirty="0"/>
        </a:p>
      </dsp:txBody>
      <dsp:txXfrm>
        <a:off x="1426798" y="543"/>
        <a:ext cx="2444831" cy="1466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132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455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4815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rgbClr val="000000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5314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5838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91245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33238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6810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15028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27280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8718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77067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10431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632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DB41B-2210-EC4F-8EE4-9B9A73F654C1}" type="datetimeFigureOut">
              <a:rPr lang="en-US" smtClean="0"/>
              <a:pPr/>
              <a:t>3/19/2021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4E820-16A5-6D4A-A3AD-86F992450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53821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chemeClr val="tx2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diagramLayout" Target="../diagrams/layout2.xml"/><Relationship Id="rId7" Type="http://schemas.openxmlformats.org/officeDocument/2006/relationships/diagramLayout" Target="../diagrams/layout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3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microsoft.com/office/2007/relationships/diagramDrawing" Target="../diagrams/drawing2.xml"/><Relationship Id="rId4" Type="http://schemas.openxmlformats.org/officeDocument/2006/relationships/diagramQuickStyle" Target="../diagrams/quickStyle2.xml"/><Relationship Id="rId9" Type="http://schemas.openxmlformats.org/officeDocument/2006/relationships/diagramColors" Target="../diagrams/colors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diagramLayout" Target="../diagrams/layout4.xml"/><Relationship Id="rId7" Type="http://schemas.openxmlformats.org/officeDocument/2006/relationships/diagramLayout" Target="../diagrams/layout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5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microsoft.com/office/2007/relationships/diagramDrawing" Target="../diagrams/drawing4.xml"/><Relationship Id="rId4" Type="http://schemas.openxmlformats.org/officeDocument/2006/relationships/diagramQuickStyle" Target="../diagrams/quickStyle4.xml"/><Relationship Id="rId9" Type="http://schemas.openxmlformats.org/officeDocument/2006/relationships/diagramColors" Target="../diagrams/colors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468582"/>
            <a:ext cx="7772400" cy="1362075"/>
          </a:xfrm>
        </p:spPr>
        <p:txBody>
          <a:bodyPr>
            <a:noAutofit/>
          </a:bodyPr>
          <a:lstStyle/>
          <a:p>
            <a:pPr algn="ctr"/>
            <a:r>
              <a:rPr lang="en-US" sz="7200" dirty="0" smtClean="0"/>
              <a:t>CHỨC NĂNG KIỂM SOÁT </a:t>
            </a:r>
            <a:endParaRPr lang="en-US" sz="7200" dirty="0"/>
          </a:p>
        </p:txBody>
      </p:sp>
    </p:spTree>
    <p:extLst>
      <p:ext uri="{BB962C8B-B14F-4D97-AF65-F5344CB8AC3E}">
        <p14:creationId xmlns="" xmlns:p14="http://schemas.microsoft.com/office/powerpoint/2010/main" val="286375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69818"/>
            <a:ext cx="7772400" cy="1362075"/>
          </a:xfrm>
        </p:spPr>
        <p:txBody>
          <a:bodyPr>
            <a:normAutofit/>
          </a:bodyPr>
          <a:lstStyle/>
          <a:p>
            <a:r>
              <a:rPr lang="en-US" sz="4400" dirty="0" smtClean="0"/>
              <a:t>NỘI DUNG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784764"/>
            <a:ext cx="7772400" cy="339436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600" dirty="0" err="1" smtClean="0"/>
              <a:t>Tổng</a:t>
            </a:r>
            <a:r>
              <a:rPr lang="en-US" sz="3600" dirty="0" smtClean="0"/>
              <a:t> </a:t>
            </a:r>
            <a:r>
              <a:rPr lang="en-US" sz="3600" dirty="0" err="1" smtClean="0"/>
              <a:t>quan</a:t>
            </a:r>
            <a:r>
              <a:rPr lang="en-US" sz="3600" dirty="0" smtClean="0"/>
              <a:t> </a:t>
            </a:r>
            <a:r>
              <a:rPr lang="en-US" sz="3600" dirty="0" err="1" smtClean="0"/>
              <a:t>về</a:t>
            </a:r>
            <a:r>
              <a:rPr lang="en-US" sz="3600" dirty="0" smtClean="0"/>
              <a:t>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endParaRPr lang="en-US" sz="3600" dirty="0" smtClean="0"/>
          </a:p>
          <a:p>
            <a:pPr marL="514350" indent="-514350">
              <a:buAutoNum type="arabicPeriod"/>
            </a:pPr>
            <a:r>
              <a:rPr lang="en-US" sz="3600" dirty="0" err="1" smtClean="0"/>
              <a:t>Hệ</a:t>
            </a:r>
            <a:r>
              <a:rPr lang="en-US" sz="3600" dirty="0" smtClean="0"/>
              <a:t> </a:t>
            </a:r>
            <a:r>
              <a:rPr lang="en-US" sz="3600" dirty="0" err="1" smtClean="0"/>
              <a:t>thống</a:t>
            </a:r>
            <a:r>
              <a:rPr lang="en-US" sz="3600" dirty="0" smtClean="0"/>
              <a:t>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endParaRPr lang="en-US" sz="3600" dirty="0" smtClean="0"/>
          </a:p>
          <a:p>
            <a:pPr marL="514350" indent="-514350">
              <a:buAutoNum type="arabicPeriod"/>
            </a:pPr>
            <a:r>
              <a:rPr lang="en-US" sz="3600" dirty="0" err="1" smtClean="0"/>
              <a:t>Hình</a:t>
            </a:r>
            <a:r>
              <a:rPr lang="en-US" sz="3600" dirty="0" smtClean="0"/>
              <a:t> </a:t>
            </a:r>
            <a:r>
              <a:rPr lang="en-US" sz="3600" dirty="0" err="1" smtClean="0"/>
              <a:t>thức</a:t>
            </a:r>
            <a:r>
              <a:rPr lang="en-US" sz="3600" dirty="0" smtClean="0"/>
              <a:t>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endParaRPr lang="en-US" sz="3600" dirty="0" smtClean="0"/>
          </a:p>
          <a:p>
            <a:pPr marL="514350" indent="-514350">
              <a:buAutoNum type="arabicPeriod"/>
            </a:pPr>
            <a:r>
              <a:rPr lang="en-US" sz="3600" dirty="0" smtClean="0"/>
              <a:t>Qui </a:t>
            </a:r>
            <a:r>
              <a:rPr lang="en-US" sz="3600" dirty="0" err="1" smtClean="0"/>
              <a:t>trình</a:t>
            </a:r>
            <a:r>
              <a:rPr lang="en-US" sz="3600" dirty="0" smtClean="0"/>
              <a:t>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endParaRPr lang="en-US" sz="3600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953577" y="2727739"/>
            <a:ext cx="4719368" cy="2992782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8282" y="3361502"/>
            <a:ext cx="3498498" cy="1608069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3800" dirty="0" smtClean="0"/>
              <a:t/>
            </a:r>
            <a:br>
              <a:rPr lang="en-US" sz="3800" dirty="0" smtClean="0"/>
            </a:br>
            <a:r>
              <a:rPr lang="en-US" sz="3800" dirty="0" smtClean="0"/>
              <a:t>1.Tổng </a:t>
            </a:r>
            <a:r>
              <a:rPr lang="en-US" sz="3800" dirty="0" err="1" smtClean="0"/>
              <a:t>quan</a:t>
            </a:r>
            <a:r>
              <a:rPr lang="en-US" sz="3800" dirty="0" smtClean="0"/>
              <a:t> </a:t>
            </a:r>
            <a:r>
              <a:rPr lang="en-US" sz="3800" dirty="0" err="1" smtClean="0"/>
              <a:t>về</a:t>
            </a:r>
            <a:r>
              <a:rPr lang="en-US" sz="3800" dirty="0" smtClean="0"/>
              <a:t> </a:t>
            </a:r>
            <a:r>
              <a:rPr lang="en-US" sz="3800" dirty="0" err="1" smtClean="0"/>
              <a:t>kiểm</a:t>
            </a:r>
            <a:r>
              <a:rPr lang="en-US" sz="3800" dirty="0" smtClean="0"/>
              <a:t> </a:t>
            </a:r>
            <a:r>
              <a:rPr lang="en-US" sz="3800" dirty="0" err="1" smtClean="0"/>
              <a:t>soát</a:t>
            </a:r>
            <a:endParaRPr lang="en-US" sz="3800" dirty="0"/>
          </a:p>
        </p:txBody>
      </p:sp>
      <p:pic>
        <p:nvPicPr>
          <p:cNvPr id="3" name="Picture 2" descr="Ảnh chụp Màn hình 2021-03-17 lúc 11.45.10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672" t="2927" r="6562" b="6318"/>
          <a:stretch/>
        </p:blipFill>
        <p:spPr>
          <a:xfrm>
            <a:off x="366665" y="374073"/>
            <a:ext cx="4271617" cy="33725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="" xmlns:p14="http://schemas.microsoft.com/office/powerpoint/2010/main" val="379522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1.1.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soát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8442"/>
            <a:ext cx="8229600" cy="4525963"/>
          </a:xfrm>
        </p:spPr>
        <p:txBody>
          <a:bodyPr>
            <a:noAutofit/>
          </a:bodyPr>
          <a:lstStyle/>
          <a:p>
            <a:pPr algn="just"/>
            <a:r>
              <a:rPr lang="en-US" sz="3600" dirty="0" err="1" smtClean="0"/>
              <a:t>Là</a:t>
            </a:r>
            <a:r>
              <a:rPr lang="en-US" sz="3600" dirty="0" smtClean="0"/>
              <a:t> </a:t>
            </a:r>
            <a:r>
              <a:rPr lang="en-US" sz="3600" dirty="0" err="1" smtClean="0"/>
              <a:t>chức</a:t>
            </a:r>
            <a:r>
              <a:rPr lang="en-US" sz="3600" dirty="0" smtClean="0"/>
              <a:t> </a:t>
            </a:r>
            <a:r>
              <a:rPr lang="en-US" sz="3600" dirty="0" err="1" smtClean="0"/>
              <a:t>năng</a:t>
            </a:r>
            <a:r>
              <a:rPr lang="en-US" sz="3600" dirty="0" smtClean="0"/>
              <a:t> </a:t>
            </a:r>
            <a:r>
              <a:rPr lang="en-US" sz="3600" dirty="0" err="1" smtClean="0"/>
              <a:t>quan</a:t>
            </a:r>
            <a:r>
              <a:rPr lang="en-US" sz="3600" dirty="0" smtClean="0"/>
              <a:t> </a:t>
            </a:r>
            <a:r>
              <a:rPr lang="en-US" sz="3600" dirty="0" err="1" smtClean="0"/>
              <a:t>trọng</a:t>
            </a:r>
            <a:r>
              <a:rPr lang="en-US" sz="3600" dirty="0" smtClean="0"/>
              <a:t> </a:t>
            </a:r>
            <a:r>
              <a:rPr lang="en-US" sz="3600" dirty="0" err="1" smtClean="0"/>
              <a:t>của</a:t>
            </a:r>
            <a:r>
              <a:rPr lang="en-US" sz="3600" dirty="0" smtClean="0"/>
              <a:t> </a:t>
            </a:r>
            <a:r>
              <a:rPr lang="en-US" sz="3600" dirty="0" err="1" smtClean="0"/>
              <a:t>nhà</a:t>
            </a:r>
            <a:r>
              <a:rPr lang="en-US" sz="3600" dirty="0" smtClean="0"/>
              <a:t> </a:t>
            </a:r>
            <a:r>
              <a:rPr lang="en-US" sz="3600" dirty="0" err="1" smtClean="0"/>
              <a:t>quản</a:t>
            </a:r>
            <a:r>
              <a:rPr lang="en-US" sz="3600" dirty="0" smtClean="0"/>
              <a:t> </a:t>
            </a:r>
            <a:r>
              <a:rPr lang="en-US" sz="3600" dirty="0" err="1" smtClean="0"/>
              <a:t>lý</a:t>
            </a:r>
            <a:r>
              <a:rPr lang="en-US" sz="3600" dirty="0" smtClean="0"/>
              <a:t> </a:t>
            </a:r>
            <a:r>
              <a:rPr lang="en-US" sz="3600" dirty="0" err="1" smtClean="0"/>
              <a:t>nhằm</a:t>
            </a:r>
            <a:r>
              <a:rPr lang="en-US" sz="3600" dirty="0" smtClean="0"/>
              <a:t> </a:t>
            </a:r>
            <a:r>
              <a:rPr lang="en-US" sz="3600" dirty="0" err="1" smtClean="0"/>
              <a:t>thu</a:t>
            </a:r>
            <a:r>
              <a:rPr lang="en-US" sz="3600" dirty="0" smtClean="0"/>
              <a:t> </a:t>
            </a:r>
            <a:r>
              <a:rPr lang="en-US" sz="3600" dirty="0" err="1" smtClean="0"/>
              <a:t>thập</a:t>
            </a:r>
            <a:r>
              <a:rPr lang="en-US" sz="3600" dirty="0" smtClean="0"/>
              <a:t> </a:t>
            </a:r>
            <a:r>
              <a:rPr lang="en-US" sz="3600" dirty="0" err="1" smtClean="0"/>
              <a:t>thông</a:t>
            </a:r>
            <a:r>
              <a:rPr lang="en-US" sz="3600" dirty="0" smtClean="0"/>
              <a:t> tin </a:t>
            </a:r>
            <a:r>
              <a:rPr lang="en-US" sz="3600" dirty="0" err="1" smtClean="0"/>
              <a:t>về</a:t>
            </a:r>
            <a:r>
              <a:rPr lang="en-US" sz="3600" dirty="0" smtClean="0"/>
              <a:t> </a:t>
            </a:r>
            <a:r>
              <a:rPr lang="en-US" sz="3600" dirty="0" err="1" smtClean="0"/>
              <a:t>các</a:t>
            </a:r>
            <a:r>
              <a:rPr lang="en-US" sz="3600" dirty="0" smtClean="0"/>
              <a:t> </a:t>
            </a:r>
            <a:r>
              <a:rPr lang="en-US" sz="3600" dirty="0" err="1" smtClean="0"/>
              <a:t>quá</a:t>
            </a:r>
            <a:r>
              <a:rPr lang="en-US" sz="3600" dirty="0" smtClean="0"/>
              <a:t> </a:t>
            </a:r>
            <a:r>
              <a:rPr lang="en-US" sz="3600" dirty="0" err="1" smtClean="0"/>
              <a:t>trình</a:t>
            </a:r>
            <a:r>
              <a:rPr lang="en-US" sz="3600" dirty="0" smtClean="0"/>
              <a:t>, </a:t>
            </a:r>
            <a:r>
              <a:rPr lang="en-US" sz="3600" dirty="0" err="1" smtClean="0"/>
              <a:t>hiện</a:t>
            </a:r>
            <a:r>
              <a:rPr lang="en-US" sz="3600" dirty="0" smtClean="0"/>
              <a:t> </a:t>
            </a:r>
            <a:r>
              <a:rPr lang="en-US" sz="3600" dirty="0" err="1" smtClean="0"/>
              <a:t>tượng</a:t>
            </a:r>
            <a:r>
              <a:rPr lang="en-US" sz="3600" dirty="0" smtClean="0"/>
              <a:t> </a:t>
            </a:r>
            <a:r>
              <a:rPr lang="en-US" sz="3600" dirty="0" err="1" smtClean="0"/>
              <a:t>đang</a:t>
            </a:r>
            <a:r>
              <a:rPr lang="en-US" sz="3600" dirty="0" smtClean="0"/>
              <a:t> </a:t>
            </a:r>
            <a:r>
              <a:rPr lang="en-US" sz="3600" dirty="0" err="1" smtClean="0"/>
              <a:t>diễn</a:t>
            </a:r>
            <a:r>
              <a:rPr lang="en-US" sz="3600" dirty="0" smtClean="0"/>
              <a:t> </a:t>
            </a:r>
            <a:r>
              <a:rPr lang="en-US" sz="3600" dirty="0" err="1" smtClean="0"/>
              <a:t>ra</a:t>
            </a:r>
            <a:r>
              <a:rPr lang="en-US" sz="3600" dirty="0" smtClean="0"/>
              <a:t> </a:t>
            </a:r>
            <a:r>
              <a:rPr lang="en-US" sz="3600" dirty="0" err="1" smtClean="0"/>
              <a:t>trong</a:t>
            </a:r>
            <a:r>
              <a:rPr lang="en-US" sz="3600" dirty="0" smtClean="0"/>
              <a:t> </a:t>
            </a:r>
            <a:r>
              <a:rPr lang="en-US" sz="3600" dirty="0" err="1" smtClean="0"/>
              <a:t>một</a:t>
            </a:r>
            <a:r>
              <a:rPr lang="en-US" sz="3600" dirty="0" smtClean="0"/>
              <a:t> </a:t>
            </a:r>
            <a:r>
              <a:rPr lang="en-US" sz="3600" dirty="0" err="1" smtClean="0"/>
              <a:t>tổ</a:t>
            </a:r>
            <a:r>
              <a:rPr lang="en-US" sz="3600" dirty="0" smtClean="0"/>
              <a:t> </a:t>
            </a:r>
            <a:r>
              <a:rPr lang="en-US" sz="3600" dirty="0" err="1" smtClean="0"/>
              <a:t>chức</a:t>
            </a:r>
            <a:r>
              <a:rPr lang="en-US" sz="3600" dirty="0" smtClean="0"/>
              <a:t>.</a:t>
            </a:r>
          </a:p>
          <a:p>
            <a:pPr algn="just"/>
            <a:endParaRPr lang="en-US" sz="3600" dirty="0" smtClean="0"/>
          </a:p>
          <a:p>
            <a:pPr algn="just"/>
            <a:r>
              <a:rPr lang="en-US" sz="3600" dirty="0" err="1" smtClean="0"/>
              <a:t>Là</a:t>
            </a:r>
            <a:r>
              <a:rPr lang="en-US" sz="3600" dirty="0" smtClean="0"/>
              <a:t> </a:t>
            </a:r>
            <a:r>
              <a:rPr lang="en-US" sz="3600" dirty="0" err="1" smtClean="0"/>
              <a:t>quá</a:t>
            </a:r>
            <a:r>
              <a:rPr lang="en-US" sz="3600" dirty="0" smtClean="0"/>
              <a:t> </a:t>
            </a:r>
            <a:r>
              <a:rPr lang="en-US" sz="3600" dirty="0" err="1" smtClean="0"/>
              <a:t>trình</a:t>
            </a:r>
            <a:r>
              <a:rPr lang="en-US" sz="3600" dirty="0" smtClean="0"/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giám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sát</a:t>
            </a:r>
            <a:r>
              <a:rPr lang="en-US" sz="3600" dirty="0" smtClean="0">
                <a:solidFill>
                  <a:srgbClr val="FF0000"/>
                </a:solidFill>
              </a:rPr>
              <a:t>, </a:t>
            </a:r>
            <a:r>
              <a:rPr lang="en-US" sz="3600" dirty="0" err="1" smtClean="0">
                <a:solidFill>
                  <a:srgbClr val="FF0000"/>
                </a:solidFill>
              </a:rPr>
              <a:t>đo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lường</a:t>
            </a:r>
            <a:r>
              <a:rPr lang="en-US" sz="3600" dirty="0" smtClean="0">
                <a:solidFill>
                  <a:srgbClr val="FF0000"/>
                </a:solidFill>
              </a:rPr>
              <a:t>, </a:t>
            </a:r>
            <a:r>
              <a:rPr lang="en-US" sz="3600" dirty="0" err="1" smtClean="0">
                <a:solidFill>
                  <a:srgbClr val="FF0000"/>
                </a:solidFill>
              </a:rPr>
              <a:t>đánh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giá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và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điều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chỉnh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dirty="0" err="1" smtClean="0"/>
              <a:t>nhằm</a:t>
            </a:r>
            <a:r>
              <a:rPr lang="en-US" sz="3600" dirty="0" smtClean="0"/>
              <a:t> </a:t>
            </a:r>
            <a:r>
              <a:rPr lang="en-US" sz="3600" dirty="0" err="1" smtClean="0"/>
              <a:t>đảm</a:t>
            </a:r>
            <a:r>
              <a:rPr lang="en-US" sz="3600" dirty="0" smtClean="0"/>
              <a:t> </a:t>
            </a:r>
            <a:r>
              <a:rPr lang="en-US" sz="3600" dirty="0" err="1" smtClean="0"/>
              <a:t>bảo</a:t>
            </a:r>
            <a:r>
              <a:rPr lang="en-US" sz="3600" dirty="0" smtClean="0"/>
              <a:t> </a:t>
            </a:r>
            <a:r>
              <a:rPr lang="en-US" sz="3600" dirty="0" err="1" smtClean="0"/>
              <a:t>sự</a:t>
            </a:r>
            <a:r>
              <a:rPr lang="en-US" sz="3600" dirty="0" smtClean="0"/>
              <a:t> </a:t>
            </a:r>
            <a:r>
              <a:rPr lang="en-US" sz="3600" dirty="0" err="1" smtClean="0"/>
              <a:t>thực</a:t>
            </a:r>
            <a:r>
              <a:rPr lang="en-US" sz="3600" dirty="0" smtClean="0"/>
              <a:t> </a:t>
            </a:r>
            <a:r>
              <a:rPr lang="en-US" sz="3600" dirty="0" err="1" smtClean="0"/>
              <a:t>hiện</a:t>
            </a:r>
            <a:r>
              <a:rPr lang="en-US" sz="3600" dirty="0" smtClean="0"/>
              <a:t> </a:t>
            </a:r>
            <a:r>
              <a:rPr lang="en-US" sz="3600" dirty="0" err="1" smtClean="0"/>
              <a:t>theo</a:t>
            </a:r>
            <a:r>
              <a:rPr lang="en-US" sz="3600" dirty="0" smtClean="0"/>
              <a:t> </a:t>
            </a:r>
            <a:r>
              <a:rPr lang="en-US" sz="3600" dirty="0" err="1" smtClean="0"/>
              <a:t>kế</a:t>
            </a:r>
            <a:r>
              <a:rPr lang="en-US" sz="3600" dirty="0" smtClean="0"/>
              <a:t> </a:t>
            </a:r>
            <a:r>
              <a:rPr lang="en-US" sz="3600" dirty="0" err="1" smtClean="0"/>
              <a:t>hoạch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2755091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5735" y="5616"/>
            <a:ext cx="9307454" cy="1143000"/>
          </a:xfrm>
        </p:spPr>
        <p:txBody>
          <a:bodyPr>
            <a:noAutofit/>
          </a:bodyPr>
          <a:lstStyle/>
          <a:p>
            <a:r>
              <a:rPr lang="en-US" dirty="0" smtClean="0"/>
              <a:t>1.2.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soát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8616"/>
            <a:ext cx="8229600" cy="4525963"/>
          </a:xfrm>
        </p:spPr>
        <p:txBody>
          <a:bodyPr/>
          <a:lstStyle/>
          <a:p>
            <a:pPr algn="just">
              <a:buNone/>
            </a:pPr>
            <a:r>
              <a:rPr lang="en-US" sz="3600" i="1" dirty="0" smtClean="0"/>
              <a:t>1.2.1.Kiểm </a:t>
            </a:r>
            <a:r>
              <a:rPr lang="en-US" sz="3600" i="1" dirty="0" err="1" smtClean="0"/>
              <a:t>soát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là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hệ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thống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phản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hồi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về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kết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quả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của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các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hoạt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động</a:t>
            </a:r>
            <a:r>
              <a:rPr lang="en-US" sz="3600" i="1" dirty="0" smtClean="0"/>
              <a:t>.</a:t>
            </a:r>
          </a:p>
          <a:p>
            <a:pPr algn="just">
              <a:buNone/>
            </a:pPr>
            <a:r>
              <a:rPr lang="en-US" sz="3600" b="1" dirty="0" smtClean="0"/>
              <a:t> </a:t>
            </a:r>
            <a:r>
              <a:rPr lang="en-US" sz="3600" dirty="0" err="1" smtClean="0"/>
              <a:t>Bản</a:t>
            </a:r>
            <a:r>
              <a:rPr lang="en-US" sz="3600" dirty="0" smtClean="0"/>
              <a:t> </a:t>
            </a:r>
            <a:r>
              <a:rPr lang="en-US" sz="3600" dirty="0" err="1" smtClean="0"/>
              <a:t>chất</a:t>
            </a:r>
            <a:r>
              <a:rPr lang="en-US" sz="3600" dirty="0" smtClean="0"/>
              <a:t> </a:t>
            </a:r>
            <a:r>
              <a:rPr lang="en-US" sz="3600" dirty="0" err="1" smtClean="0"/>
              <a:t>là</a:t>
            </a:r>
            <a:r>
              <a:rPr lang="en-US" sz="3600" dirty="0" smtClean="0"/>
              <a:t> </a:t>
            </a:r>
            <a:r>
              <a:rPr lang="en-US" sz="3600" dirty="0" err="1" smtClean="0"/>
              <a:t>giám</a:t>
            </a:r>
            <a:r>
              <a:rPr lang="en-US" sz="3600" dirty="0" smtClean="0"/>
              <a:t> </a:t>
            </a:r>
            <a:r>
              <a:rPr lang="en-US" sz="3600" dirty="0" err="1" smtClean="0"/>
              <a:t>sát</a:t>
            </a:r>
            <a:r>
              <a:rPr lang="en-US" sz="3600" dirty="0" smtClean="0"/>
              <a:t> </a:t>
            </a:r>
            <a:r>
              <a:rPr lang="en-US" sz="3600" dirty="0" err="1" smtClean="0"/>
              <a:t>đầu</a:t>
            </a:r>
            <a:r>
              <a:rPr lang="en-US" sz="3600" dirty="0" smtClean="0"/>
              <a:t> </a:t>
            </a:r>
            <a:r>
              <a:rPr lang="en-US" sz="3600" dirty="0" err="1" smtClean="0"/>
              <a:t>ra</a:t>
            </a:r>
            <a:r>
              <a:rPr lang="en-US" sz="3600" dirty="0" smtClean="0"/>
              <a:t> </a:t>
            </a:r>
            <a:r>
              <a:rPr lang="en-US" sz="3600" dirty="0" err="1" smtClean="0"/>
              <a:t>của</a:t>
            </a:r>
            <a:r>
              <a:rPr lang="en-US" sz="3600" dirty="0" smtClean="0"/>
              <a:t> </a:t>
            </a:r>
            <a:r>
              <a:rPr lang="en-US" sz="3600" dirty="0" err="1" smtClean="0"/>
              <a:t>quá</a:t>
            </a:r>
            <a:r>
              <a:rPr lang="en-US" sz="3600" dirty="0" smtClean="0"/>
              <a:t> </a:t>
            </a:r>
            <a:r>
              <a:rPr lang="en-US" sz="3600" dirty="0" err="1" smtClean="0"/>
              <a:t>trình</a:t>
            </a:r>
            <a:r>
              <a:rPr lang="en-US" sz="3600" dirty="0" smtClean="0"/>
              <a:t> </a:t>
            </a:r>
          </a:p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24870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598568590"/>
              </p:ext>
            </p:extLst>
          </p:nvPr>
        </p:nvGraphicFramePr>
        <p:xfrm>
          <a:off x="457200" y="429491"/>
          <a:ext cx="8229600" cy="5707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85172" y="6136519"/>
            <a:ext cx="580158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>
                <a:latin typeface="Times New Roman"/>
                <a:cs typeface="Times New Roman"/>
              </a:rPr>
              <a:t>Vòng</a:t>
            </a:r>
            <a:r>
              <a:rPr lang="en-US" sz="3200" dirty="0" smtClean="0">
                <a:latin typeface="Times New Roman"/>
                <a:cs typeface="Times New Roman"/>
              </a:rPr>
              <a:t> </a:t>
            </a:r>
            <a:r>
              <a:rPr lang="en-US" sz="3200" dirty="0" err="1" smtClean="0">
                <a:latin typeface="Times New Roman"/>
                <a:cs typeface="Times New Roman"/>
              </a:rPr>
              <a:t>liên</a:t>
            </a:r>
            <a:r>
              <a:rPr lang="en-US" sz="3200" dirty="0" smtClean="0">
                <a:latin typeface="Times New Roman"/>
                <a:cs typeface="Times New Roman"/>
              </a:rPr>
              <a:t> </a:t>
            </a:r>
            <a:r>
              <a:rPr lang="en-US" sz="3200" dirty="0" err="1" smtClean="0">
                <a:latin typeface="Times New Roman"/>
                <a:cs typeface="Times New Roman"/>
              </a:rPr>
              <a:t>hệ</a:t>
            </a:r>
            <a:r>
              <a:rPr lang="en-US" sz="3200" dirty="0" smtClean="0">
                <a:latin typeface="Times New Roman"/>
                <a:cs typeface="Times New Roman"/>
              </a:rPr>
              <a:t> </a:t>
            </a:r>
            <a:r>
              <a:rPr lang="en-US" sz="3200" dirty="0" err="1" smtClean="0">
                <a:latin typeface="Times New Roman"/>
                <a:cs typeface="Times New Roman"/>
              </a:rPr>
              <a:t>ngược</a:t>
            </a:r>
            <a:r>
              <a:rPr lang="en-US" sz="3200" dirty="0" smtClean="0">
                <a:latin typeface="Times New Roman"/>
                <a:cs typeface="Times New Roman"/>
              </a:rPr>
              <a:t> </a:t>
            </a:r>
            <a:r>
              <a:rPr lang="en-US" sz="3200" dirty="0" err="1" smtClean="0">
                <a:latin typeface="Times New Roman"/>
                <a:cs typeface="Times New Roman"/>
              </a:rPr>
              <a:t>của</a:t>
            </a:r>
            <a:r>
              <a:rPr lang="en-US" sz="3200" dirty="0" smtClean="0">
                <a:latin typeface="Times New Roman"/>
                <a:cs typeface="Times New Roman"/>
              </a:rPr>
              <a:t> </a:t>
            </a:r>
            <a:r>
              <a:rPr lang="en-US" sz="3200" dirty="0" err="1" smtClean="0">
                <a:latin typeface="Times New Roman"/>
                <a:cs typeface="Times New Roman"/>
              </a:rPr>
              <a:t>kiểm</a:t>
            </a:r>
            <a:r>
              <a:rPr lang="en-US" sz="3200" dirty="0" smtClean="0">
                <a:latin typeface="Times New Roman"/>
                <a:cs typeface="Times New Roman"/>
              </a:rPr>
              <a:t> </a:t>
            </a:r>
            <a:r>
              <a:rPr lang="en-US" sz="3200" dirty="0" err="1" smtClean="0">
                <a:latin typeface="Times New Roman"/>
                <a:cs typeface="Times New Roman"/>
              </a:rPr>
              <a:t>soát</a:t>
            </a:r>
            <a:r>
              <a:rPr lang="en-US" sz="3200" dirty="0" smtClean="0">
                <a:latin typeface="Times New Roman"/>
                <a:cs typeface="Times New Roman"/>
              </a:rPr>
              <a:t> </a:t>
            </a:r>
            <a:endParaRPr lang="en-US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0978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95745"/>
            <a:ext cx="8229600" cy="54725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 err="1" smtClean="0"/>
              <a:t>Nhược</a:t>
            </a:r>
            <a:r>
              <a:rPr lang="en-US" sz="4000" b="1" dirty="0" smtClean="0"/>
              <a:t>  </a:t>
            </a:r>
            <a:r>
              <a:rPr lang="en-US" sz="4000" b="1" dirty="0" err="1" smtClean="0"/>
              <a:t>điểm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của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cơ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chế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kiểm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soát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này</a:t>
            </a:r>
            <a:r>
              <a:rPr lang="en-US" sz="4000" b="1" dirty="0" smtClean="0"/>
              <a:t>:</a:t>
            </a:r>
          </a:p>
          <a:p>
            <a:endParaRPr lang="en-US" dirty="0"/>
          </a:p>
          <a:p>
            <a:r>
              <a:rPr lang="en-US" sz="3600" dirty="0" err="1" smtClean="0"/>
              <a:t>Độ</a:t>
            </a:r>
            <a:r>
              <a:rPr lang="en-US" sz="3600" dirty="0" smtClean="0"/>
              <a:t> </a:t>
            </a:r>
            <a:r>
              <a:rPr lang="en-US" sz="3600" dirty="0" err="1" smtClean="0"/>
              <a:t>trễ</a:t>
            </a:r>
            <a:r>
              <a:rPr lang="en-US" sz="3600" dirty="0" smtClean="0"/>
              <a:t> </a:t>
            </a:r>
            <a:r>
              <a:rPr lang="en-US" sz="3600" dirty="0" err="1" smtClean="0"/>
              <a:t>thời</a:t>
            </a:r>
            <a:r>
              <a:rPr lang="en-US" sz="3600" dirty="0" smtClean="0"/>
              <a:t> </a:t>
            </a:r>
            <a:r>
              <a:rPr lang="en-US" sz="3600" dirty="0" err="1" smtClean="0"/>
              <a:t>gian</a:t>
            </a:r>
            <a:r>
              <a:rPr lang="en-US" sz="3600" dirty="0" smtClean="0"/>
              <a:t>.</a:t>
            </a:r>
          </a:p>
          <a:p>
            <a:endParaRPr lang="en-US" sz="3600" dirty="0" smtClean="0"/>
          </a:p>
          <a:p>
            <a:r>
              <a:rPr lang="en-US" sz="3600" dirty="0" err="1" smtClean="0"/>
              <a:t>Gây</a:t>
            </a:r>
            <a:r>
              <a:rPr lang="en-US" sz="3600" dirty="0" smtClean="0"/>
              <a:t> </a:t>
            </a:r>
            <a:r>
              <a:rPr lang="en-US" sz="3600" dirty="0" err="1" smtClean="0"/>
              <a:t>tốn</a:t>
            </a:r>
            <a:r>
              <a:rPr lang="en-US" sz="3600" dirty="0" smtClean="0"/>
              <a:t> </a:t>
            </a:r>
            <a:r>
              <a:rPr lang="en-US" sz="3600" dirty="0" err="1" smtClean="0"/>
              <a:t>kém</a:t>
            </a:r>
            <a:r>
              <a:rPr lang="en-US" sz="3600" dirty="0" smtClean="0"/>
              <a:t> </a:t>
            </a:r>
            <a:r>
              <a:rPr lang="en-US" sz="3600" dirty="0" err="1" smtClean="0"/>
              <a:t>cho</a:t>
            </a:r>
            <a:r>
              <a:rPr lang="en-US" sz="3600" dirty="0" smtClean="0"/>
              <a:t> </a:t>
            </a:r>
            <a:r>
              <a:rPr lang="en-US" sz="3600" dirty="0" err="1" smtClean="0"/>
              <a:t>tổ</a:t>
            </a:r>
            <a:r>
              <a:rPr lang="en-US" sz="3600" dirty="0" smtClean="0"/>
              <a:t> </a:t>
            </a:r>
            <a:r>
              <a:rPr lang="en-US" sz="3600" dirty="0" err="1" smtClean="0"/>
              <a:t>chức</a:t>
            </a:r>
            <a:r>
              <a:rPr lang="en-US" sz="3600" dirty="0" smtClean="0"/>
              <a:t>.</a:t>
            </a:r>
          </a:p>
          <a:p>
            <a:endParaRPr lang="en-US" sz="3600" dirty="0" smtClean="0"/>
          </a:p>
          <a:p>
            <a:r>
              <a:rPr lang="en-US" sz="3600" dirty="0" err="1" smtClean="0"/>
              <a:t>Ít</a:t>
            </a:r>
            <a:r>
              <a:rPr lang="en-US" sz="3600" dirty="0" smtClean="0"/>
              <a:t> </a:t>
            </a:r>
            <a:r>
              <a:rPr lang="en-US" sz="3600" dirty="0" err="1" smtClean="0"/>
              <a:t>có</a:t>
            </a:r>
            <a:r>
              <a:rPr lang="en-US" sz="3600" dirty="0" smtClean="0"/>
              <a:t> </a:t>
            </a:r>
            <a:r>
              <a:rPr lang="en-US" sz="3600" dirty="0" err="1" smtClean="0"/>
              <a:t>tác</a:t>
            </a:r>
            <a:r>
              <a:rPr lang="en-US" sz="3600" dirty="0" smtClean="0"/>
              <a:t> </a:t>
            </a:r>
            <a:r>
              <a:rPr lang="en-US" sz="3600" dirty="0" err="1" smtClean="0"/>
              <a:t>dụng</a:t>
            </a:r>
            <a:r>
              <a:rPr lang="en-US" sz="3600" dirty="0" smtClean="0"/>
              <a:t> </a:t>
            </a:r>
            <a:r>
              <a:rPr lang="en-US" sz="3600" dirty="0" err="1" smtClean="0"/>
              <a:t>đối</a:t>
            </a:r>
            <a:r>
              <a:rPr lang="en-US" sz="3600" dirty="0" smtClean="0"/>
              <a:t> </a:t>
            </a:r>
            <a:r>
              <a:rPr lang="en-US" sz="3600" dirty="0" err="1" smtClean="0"/>
              <a:t>với</a:t>
            </a:r>
            <a:r>
              <a:rPr lang="en-US" sz="3600" dirty="0" smtClean="0"/>
              <a:t> </a:t>
            </a:r>
            <a:r>
              <a:rPr lang="en-US" sz="3600" dirty="0" err="1" smtClean="0"/>
              <a:t>việc</a:t>
            </a:r>
            <a:r>
              <a:rPr lang="en-US" sz="3600" dirty="0" smtClean="0"/>
              <a:t> </a:t>
            </a:r>
            <a:r>
              <a:rPr lang="en-US" sz="3600" dirty="0" err="1" smtClean="0"/>
              <a:t>nâng</a:t>
            </a:r>
            <a:r>
              <a:rPr lang="en-US" sz="3600" dirty="0" smtClean="0"/>
              <a:t> </a:t>
            </a:r>
            <a:r>
              <a:rPr lang="en-US" sz="3600" dirty="0" err="1" smtClean="0"/>
              <a:t>cao</a:t>
            </a:r>
            <a:r>
              <a:rPr lang="en-US" sz="3600" dirty="0" smtClean="0"/>
              <a:t> </a:t>
            </a:r>
            <a:r>
              <a:rPr lang="en-US" sz="3600" dirty="0" err="1" smtClean="0"/>
              <a:t>chất</a:t>
            </a:r>
            <a:r>
              <a:rPr lang="en-US" sz="3600" dirty="0" smtClean="0"/>
              <a:t> </a:t>
            </a:r>
            <a:r>
              <a:rPr lang="en-US" sz="3600" dirty="0" err="1" smtClean="0"/>
              <a:t>lượng</a:t>
            </a:r>
            <a:r>
              <a:rPr lang="en-US" sz="3600" dirty="0" smtClean="0"/>
              <a:t> </a:t>
            </a:r>
            <a:r>
              <a:rPr lang="en-US" sz="3600" dirty="0" err="1" smtClean="0"/>
              <a:t>trong</a:t>
            </a:r>
            <a:r>
              <a:rPr lang="en-US" sz="3600" dirty="0" smtClean="0"/>
              <a:t> </a:t>
            </a:r>
            <a:r>
              <a:rPr lang="en-US" sz="3600" dirty="0" err="1" smtClean="0"/>
              <a:t>quá</a:t>
            </a:r>
            <a:r>
              <a:rPr lang="en-US" sz="3600" dirty="0" smtClean="0"/>
              <a:t> </a:t>
            </a:r>
            <a:r>
              <a:rPr lang="en-US" sz="3600" dirty="0" err="1" smtClean="0"/>
              <a:t>trình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. 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75406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913" y="293328"/>
            <a:ext cx="8613913" cy="1143000"/>
          </a:xfrm>
        </p:spPr>
        <p:txBody>
          <a:bodyPr>
            <a:noAutofit/>
          </a:bodyPr>
          <a:lstStyle/>
          <a:p>
            <a:r>
              <a:rPr lang="en-US" sz="4000" i="1" dirty="0" smtClean="0"/>
              <a:t>1.2.2. </a:t>
            </a:r>
            <a:r>
              <a:rPr lang="en-US" sz="4000" i="1" dirty="0" err="1" smtClean="0"/>
              <a:t>Kiểm</a:t>
            </a:r>
            <a:r>
              <a:rPr lang="en-US" sz="4000" i="1" dirty="0" smtClean="0"/>
              <a:t> </a:t>
            </a:r>
            <a:r>
              <a:rPr lang="en-US" sz="4000" i="1" dirty="0" err="1" smtClean="0"/>
              <a:t>soát</a:t>
            </a:r>
            <a:r>
              <a:rPr lang="en-US" sz="4000" i="1" dirty="0" smtClean="0"/>
              <a:t> </a:t>
            </a:r>
            <a:r>
              <a:rPr lang="en-US" sz="4000" i="1" dirty="0" err="1" smtClean="0"/>
              <a:t>là</a:t>
            </a:r>
            <a:r>
              <a:rPr lang="en-US" sz="4000" i="1" dirty="0" smtClean="0"/>
              <a:t> </a:t>
            </a:r>
            <a:r>
              <a:rPr lang="en-US" sz="4000" i="1" dirty="0" err="1" smtClean="0"/>
              <a:t>hệ</a:t>
            </a:r>
            <a:r>
              <a:rPr lang="en-US" sz="4000" i="1" dirty="0" smtClean="0"/>
              <a:t> </a:t>
            </a:r>
            <a:r>
              <a:rPr lang="en-US" sz="4000" i="1" dirty="0" err="1" smtClean="0"/>
              <a:t>thống</a:t>
            </a:r>
            <a:r>
              <a:rPr lang="en-US" sz="4000" i="1" dirty="0" smtClean="0"/>
              <a:t> </a:t>
            </a:r>
            <a:r>
              <a:rPr lang="en-US" sz="4000" i="1" dirty="0" err="1" smtClean="0"/>
              <a:t>phản</a:t>
            </a:r>
            <a:r>
              <a:rPr lang="en-US" sz="4000" i="1" dirty="0" smtClean="0"/>
              <a:t> </a:t>
            </a:r>
            <a:r>
              <a:rPr lang="en-US" sz="4000" i="1" dirty="0" err="1" smtClean="0"/>
              <a:t>hồi</a:t>
            </a:r>
            <a:r>
              <a:rPr lang="en-US" sz="4000" i="1" dirty="0" smtClean="0"/>
              <a:t> </a:t>
            </a:r>
            <a:r>
              <a:rPr lang="en-US" sz="4000" i="1" dirty="0" err="1" smtClean="0"/>
              <a:t>dự</a:t>
            </a:r>
            <a:r>
              <a:rPr lang="en-US" sz="4000" i="1" dirty="0" smtClean="0"/>
              <a:t> </a:t>
            </a:r>
            <a:r>
              <a:rPr lang="en-US" sz="4000" i="1" dirty="0" err="1" smtClean="0"/>
              <a:t>báo</a:t>
            </a:r>
            <a:endParaRPr lang="en-US" sz="4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0982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3600" dirty="0" err="1" smtClean="0"/>
              <a:t>Giám</a:t>
            </a:r>
            <a:r>
              <a:rPr lang="en-US" sz="3600" dirty="0" smtClean="0"/>
              <a:t> </a:t>
            </a:r>
            <a:r>
              <a:rPr lang="en-US" sz="3600" dirty="0" err="1" smtClean="0"/>
              <a:t>sát</a:t>
            </a:r>
            <a:r>
              <a:rPr lang="en-US" sz="3600" dirty="0" smtClean="0"/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đầu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vào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/>
              <a:t>của</a:t>
            </a:r>
            <a:r>
              <a:rPr lang="en-US" sz="3600" dirty="0" smtClean="0"/>
              <a:t> </a:t>
            </a:r>
            <a:r>
              <a:rPr lang="en-US" sz="3600" dirty="0" err="1" smtClean="0"/>
              <a:t>hệ</a:t>
            </a:r>
            <a:r>
              <a:rPr lang="en-US" sz="3600" dirty="0" smtClean="0"/>
              <a:t> </a:t>
            </a:r>
            <a:r>
              <a:rPr lang="en-US" sz="3600" dirty="0" err="1" smtClean="0"/>
              <a:t>thống</a:t>
            </a:r>
            <a:r>
              <a:rPr lang="en-US" sz="3600" dirty="0" smtClean="0"/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và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quá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trình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thực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</a:rPr>
              <a:t>hiện</a:t>
            </a:r>
            <a:r>
              <a:rPr lang="en-US" sz="3600" dirty="0" smtClean="0"/>
              <a:t> </a:t>
            </a:r>
            <a:r>
              <a:rPr lang="en-US" sz="3600" dirty="0" err="1" smtClean="0"/>
              <a:t>để</a:t>
            </a:r>
            <a:r>
              <a:rPr lang="en-US" sz="3600" dirty="0" smtClean="0"/>
              <a:t> </a:t>
            </a:r>
            <a:r>
              <a:rPr lang="en-US" sz="3600" dirty="0" err="1" smtClean="0"/>
              <a:t>khẳng</a:t>
            </a:r>
            <a:r>
              <a:rPr lang="en-US" sz="3600" dirty="0" smtClean="0"/>
              <a:t> </a:t>
            </a:r>
            <a:r>
              <a:rPr lang="en-US" sz="3600" dirty="0" err="1" smtClean="0"/>
              <a:t>định</a:t>
            </a:r>
            <a:r>
              <a:rPr lang="en-US" sz="3600" dirty="0" smtClean="0"/>
              <a:t> </a:t>
            </a:r>
            <a:r>
              <a:rPr lang="en-US" sz="3600" dirty="0" err="1" smtClean="0"/>
              <a:t>xem</a:t>
            </a:r>
            <a:r>
              <a:rPr lang="en-US" sz="3600" dirty="0" smtClean="0"/>
              <a:t> </a:t>
            </a:r>
            <a:r>
              <a:rPr lang="en-US" sz="3600" dirty="0" err="1" smtClean="0"/>
              <a:t>những</a:t>
            </a:r>
            <a:r>
              <a:rPr lang="en-US" sz="3600" dirty="0" smtClean="0"/>
              <a:t> </a:t>
            </a:r>
            <a:r>
              <a:rPr lang="en-US" sz="3600" dirty="0" err="1" smtClean="0"/>
              <a:t>đầu</a:t>
            </a:r>
            <a:r>
              <a:rPr lang="en-US" sz="3600" dirty="0" smtClean="0"/>
              <a:t> </a:t>
            </a:r>
            <a:r>
              <a:rPr lang="en-US" sz="3600" dirty="0" err="1" smtClean="0"/>
              <a:t>vào</a:t>
            </a:r>
            <a:r>
              <a:rPr lang="en-US" sz="3600" dirty="0" smtClean="0"/>
              <a:t> </a:t>
            </a:r>
            <a:r>
              <a:rPr lang="en-US" sz="3600" dirty="0" err="1" smtClean="0"/>
              <a:t>và</a:t>
            </a:r>
            <a:r>
              <a:rPr lang="en-US" sz="3600" dirty="0" smtClean="0"/>
              <a:t> </a:t>
            </a:r>
            <a:r>
              <a:rPr lang="en-US" sz="3600" dirty="0" err="1" smtClean="0"/>
              <a:t>cả</a:t>
            </a:r>
            <a:r>
              <a:rPr lang="en-US" sz="3600" dirty="0" smtClean="0"/>
              <a:t> </a:t>
            </a:r>
            <a:r>
              <a:rPr lang="en-US" sz="3600" dirty="0" err="1" smtClean="0"/>
              <a:t>quá</a:t>
            </a:r>
            <a:r>
              <a:rPr lang="en-US" sz="3600" dirty="0" smtClean="0"/>
              <a:t> </a:t>
            </a:r>
            <a:r>
              <a:rPr lang="en-US" sz="3600" dirty="0" err="1" smtClean="0"/>
              <a:t>trình</a:t>
            </a:r>
            <a:r>
              <a:rPr lang="en-US" sz="3600" dirty="0" smtClean="0"/>
              <a:t> </a:t>
            </a:r>
            <a:r>
              <a:rPr lang="en-US" sz="3600" dirty="0" err="1" smtClean="0"/>
              <a:t>đó</a:t>
            </a:r>
            <a:r>
              <a:rPr lang="en-US" sz="3600" dirty="0" smtClean="0"/>
              <a:t> </a:t>
            </a:r>
            <a:r>
              <a:rPr lang="en-US" sz="3600" dirty="0" err="1" smtClean="0"/>
              <a:t>có</a:t>
            </a:r>
            <a:r>
              <a:rPr lang="en-US" sz="3600" dirty="0" smtClean="0"/>
              <a:t> </a:t>
            </a:r>
            <a:r>
              <a:rPr lang="en-US" sz="3600" dirty="0" err="1" smtClean="0"/>
              <a:t>đảm</a:t>
            </a:r>
            <a:r>
              <a:rPr lang="en-US" sz="3600" dirty="0" smtClean="0"/>
              <a:t> </a:t>
            </a:r>
            <a:r>
              <a:rPr lang="en-US" sz="3600" dirty="0" err="1" smtClean="0"/>
              <a:t>bảo</a:t>
            </a:r>
            <a:r>
              <a:rPr lang="en-US" sz="3600" dirty="0" smtClean="0"/>
              <a:t> </a:t>
            </a:r>
            <a:r>
              <a:rPr lang="en-US" sz="3600" dirty="0" err="1" smtClean="0"/>
              <a:t>cho</a:t>
            </a:r>
            <a:r>
              <a:rPr lang="en-US" sz="3600" dirty="0" smtClean="0"/>
              <a:t> </a:t>
            </a:r>
            <a:r>
              <a:rPr lang="en-US" sz="3600" dirty="0" err="1" smtClean="0"/>
              <a:t>hệ</a:t>
            </a:r>
            <a:r>
              <a:rPr lang="en-US" sz="3600" dirty="0" smtClean="0"/>
              <a:t> </a:t>
            </a:r>
            <a:r>
              <a:rPr lang="en-US" sz="3600" dirty="0" err="1" smtClean="0"/>
              <a:t>thống</a:t>
            </a:r>
            <a:r>
              <a:rPr lang="en-US" sz="3600" dirty="0" smtClean="0"/>
              <a:t> </a:t>
            </a:r>
            <a:r>
              <a:rPr lang="en-US" sz="3600" dirty="0" err="1" smtClean="0"/>
              <a:t>thực</a:t>
            </a:r>
            <a:r>
              <a:rPr lang="en-US" sz="3600" dirty="0" smtClean="0"/>
              <a:t> </a:t>
            </a:r>
            <a:r>
              <a:rPr lang="en-US" sz="3600" dirty="0" err="1" smtClean="0"/>
              <a:t>hiện</a:t>
            </a:r>
            <a:r>
              <a:rPr lang="en-US" sz="3600" dirty="0" smtClean="0"/>
              <a:t> </a:t>
            </a:r>
            <a:r>
              <a:rPr lang="en-US" sz="3600" dirty="0" err="1" smtClean="0"/>
              <a:t>kế</a:t>
            </a:r>
            <a:r>
              <a:rPr lang="en-US" sz="3600" dirty="0" smtClean="0"/>
              <a:t> </a:t>
            </a:r>
            <a:r>
              <a:rPr lang="en-US" sz="3600" dirty="0" err="1" smtClean="0"/>
              <a:t>hoạch</a:t>
            </a:r>
            <a:r>
              <a:rPr lang="en-US" sz="3600" dirty="0" smtClean="0"/>
              <a:t> hay </a:t>
            </a:r>
            <a:r>
              <a:rPr lang="en-US" sz="3600" dirty="0" err="1" smtClean="0"/>
              <a:t>không</a:t>
            </a:r>
            <a:r>
              <a:rPr lang="en-US" sz="3600" dirty="0" smtClean="0"/>
              <a:t>. </a:t>
            </a:r>
          </a:p>
        </p:txBody>
      </p:sp>
    </p:spTree>
    <p:extLst>
      <p:ext uri="{BB962C8B-B14F-4D97-AF65-F5344CB8AC3E}">
        <p14:creationId xmlns="" xmlns:p14="http://schemas.microsoft.com/office/powerpoint/2010/main" val="75406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989993751"/>
              </p:ext>
            </p:extLst>
          </p:nvPr>
        </p:nvGraphicFramePr>
        <p:xfrm>
          <a:off x="487062" y="360218"/>
          <a:ext cx="8229600" cy="3708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1672261" y="3168847"/>
            <a:ext cx="6048622" cy="3337357"/>
            <a:chOff x="1672261" y="3168847"/>
            <a:chExt cx="6048622" cy="3337357"/>
          </a:xfrm>
        </p:grpSpPr>
        <p:grpSp>
          <p:nvGrpSpPr>
            <p:cNvPr id="7" name="Group 6"/>
            <p:cNvGrpSpPr/>
            <p:nvPr/>
          </p:nvGrpSpPr>
          <p:grpSpPr>
            <a:xfrm>
              <a:off x="1672261" y="3168847"/>
              <a:ext cx="5595155" cy="2150297"/>
              <a:chOff x="1672261" y="3168847"/>
              <a:chExt cx="5595155" cy="2150297"/>
            </a:xfrm>
          </p:grpSpPr>
          <p:graphicFrame>
            <p:nvGraphicFramePr>
              <p:cNvPr id="3" name="Diagram 2"/>
              <p:cNvGraphicFramePr/>
              <p:nvPr>
                <p:extLst>
                  <p:ext uri="{D42A27DB-BD31-4B8C-83A1-F6EECF244321}">
                    <p14:modId xmlns="" xmlns:p14="http://schemas.microsoft.com/office/powerpoint/2010/main" val="1553935024"/>
                  </p:ext>
                </p:extLst>
              </p:nvPr>
            </p:nvGraphicFramePr>
            <p:xfrm>
              <a:off x="1968987" y="3851158"/>
              <a:ext cx="5298429" cy="146798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  <p:grpSp>
            <p:nvGrpSpPr>
              <p:cNvPr id="5" name="Group 4"/>
              <p:cNvGrpSpPr/>
              <p:nvPr/>
            </p:nvGrpSpPr>
            <p:grpSpPr>
              <a:xfrm>
                <a:off x="1672261" y="3168847"/>
                <a:ext cx="2929601" cy="1537457"/>
                <a:chOff x="1672261" y="3168847"/>
                <a:chExt cx="2929601" cy="1537457"/>
              </a:xfrm>
            </p:grpSpPr>
            <p:cxnSp>
              <p:nvCxnSpPr>
                <p:cNvPr id="6" name="Straight Arrow Connector 5"/>
                <p:cNvCxnSpPr/>
                <p:nvPr/>
              </p:nvCxnSpPr>
              <p:spPr>
                <a:xfrm flipV="1">
                  <a:off x="4601862" y="3168847"/>
                  <a:ext cx="0" cy="569136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prstDash val="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/>
                <p:cNvCxnSpPr/>
                <p:nvPr/>
              </p:nvCxnSpPr>
              <p:spPr>
                <a:xfrm flipH="1" flipV="1">
                  <a:off x="1968987" y="3307172"/>
                  <a:ext cx="1251322" cy="980836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prstDash val="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/>
                <p:nvPr/>
              </p:nvCxnSpPr>
              <p:spPr>
                <a:xfrm>
                  <a:off x="1672261" y="3470643"/>
                  <a:ext cx="1548047" cy="123566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prstDash val="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" name="TextBox 25"/>
            <p:cNvSpPr txBox="1"/>
            <p:nvPr/>
          </p:nvSpPr>
          <p:spPr>
            <a:xfrm>
              <a:off x="1968987" y="5859873"/>
              <a:ext cx="5751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 err="1" smtClean="0">
                  <a:latin typeface="Arial"/>
                  <a:cs typeface="Arial"/>
                </a:rPr>
                <a:t>Hệ</a:t>
              </a:r>
              <a:r>
                <a:rPr lang="en-US" sz="3600" dirty="0" smtClean="0">
                  <a:latin typeface="Arial"/>
                  <a:cs typeface="Arial"/>
                </a:rPr>
                <a:t> </a:t>
              </a:r>
              <a:r>
                <a:rPr lang="en-US" sz="3600" dirty="0" err="1" smtClean="0">
                  <a:latin typeface="Arial"/>
                  <a:cs typeface="Arial"/>
                </a:rPr>
                <a:t>thống</a:t>
              </a:r>
              <a:r>
                <a:rPr lang="en-US" sz="3600" dirty="0" smtClean="0">
                  <a:latin typeface="Arial"/>
                  <a:cs typeface="Arial"/>
                </a:rPr>
                <a:t> </a:t>
              </a:r>
              <a:r>
                <a:rPr lang="en-US" sz="3600" dirty="0" err="1" smtClean="0">
                  <a:latin typeface="Arial"/>
                  <a:cs typeface="Arial"/>
                </a:rPr>
                <a:t>kiểm</a:t>
              </a:r>
              <a:r>
                <a:rPr lang="en-US" sz="3600" dirty="0" smtClean="0">
                  <a:latin typeface="Arial"/>
                  <a:cs typeface="Arial"/>
                </a:rPr>
                <a:t> </a:t>
              </a:r>
              <a:r>
                <a:rPr lang="en-US" sz="3600" dirty="0" err="1" smtClean="0">
                  <a:latin typeface="Arial"/>
                  <a:cs typeface="Arial"/>
                </a:rPr>
                <a:t>soát</a:t>
              </a:r>
              <a:r>
                <a:rPr lang="en-US" sz="3600" dirty="0" smtClean="0">
                  <a:latin typeface="Arial"/>
                  <a:cs typeface="Arial"/>
                </a:rPr>
                <a:t> </a:t>
              </a:r>
              <a:r>
                <a:rPr lang="en-US" sz="3600" dirty="0" err="1" smtClean="0">
                  <a:latin typeface="Arial"/>
                  <a:cs typeface="Arial"/>
                </a:rPr>
                <a:t>dự</a:t>
              </a:r>
              <a:r>
                <a:rPr lang="en-US" sz="3600" dirty="0" smtClean="0">
                  <a:latin typeface="Arial"/>
                  <a:cs typeface="Arial"/>
                </a:rPr>
                <a:t> </a:t>
              </a:r>
              <a:r>
                <a:rPr lang="en-US" sz="3600" dirty="0" err="1" smtClean="0">
                  <a:latin typeface="Arial"/>
                  <a:cs typeface="Arial"/>
                </a:rPr>
                <a:t>báo</a:t>
              </a:r>
              <a:endParaRPr lang="en-US" sz="3600" dirty="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576824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8764"/>
            <a:ext cx="8229600" cy="635923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b="1" i="1" dirty="0" err="1" smtClean="0"/>
              <a:t>Yêu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cầu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để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xây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dựng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hệ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thống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dự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báo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hiệu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quả</a:t>
            </a:r>
            <a:r>
              <a:rPr lang="en-US" sz="3200" b="1" i="1" dirty="0" smtClean="0"/>
              <a:t>: </a:t>
            </a:r>
            <a:endParaRPr lang="en-US" sz="2800" dirty="0" smtClean="0"/>
          </a:p>
          <a:p>
            <a:pPr marL="514350" indent="-514350" algn="just">
              <a:buNone/>
            </a:pPr>
            <a:r>
              <a:rPr lang="en-US" sz="3200" dirty="0" smtClean="0"/>
              <a:t>  - </a:t>
            </a:r>
            <a:r>
              <a:rPr lang="en-US" sz="3200" dirty="0" err="1" smtClean="0"/>
              <a:t>Thực</a:t>
            </a:r>
            <a:r>
              <a:rPr lang="en-US" sz="3200" dirty="0" smtClean="0"/>
              <a:t> </a:t>
            </a:r>
            <a:r>
              <a:rPr lang="en-US" sz="3200" dirty="0" err="1" smtClean="0"/>
              <a:t>hiện</a:t>
            </a:r>
            <a:r>
              <a:rPr lang="en-US" sz="3200" dirty="0" smtClean="0"/>
              <a:t> </a:t>
            </a:r>
            <a:r>
              <a:rPr lang="en-US" sz="3200" dirty="0" err="1" smtClean="0"/>
              <a:t>phân</a:t>
            </a:r>
            <a:r>
              <a:rPr lang="en-US" sz="3200" dirty="0" smtClean="0"/>
              <a:t> </a:t>
            </a:r>
            <a:r>
              <a:rPr lang="en-US" sz="3200" dirty="0" err="1" smtClean="0"/>
              <a:t>tích</a:t>
            </a:r>
            <a:r>
              <a:rPr lang="en-US" sz="3200" dirty="0" smtClean="0"/>
              <a:t> </a:t>
            </a:r>
            <a:r>
              <a:rPr lang="en-US" sz="3200" dirty="0" err="1" smtClean="0"/>
              <a:t>toàn</a:t>
            </a:r>
            <a:r>
              <a:rPr lang="en-US" sz="3200" dirty="0" smtClean="0"/>
              <a:t> </a:t>
            </a:r>
            <a:r>
              <a:rPr lang="en-US" sz="3200" dirty="0" err="1" smtClean="0"/>
              <a:t>bộ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kỹ</a:t>
            </a:r>
            <a:r>
              <a:rPr lang="en-US" sz="3200" dirty="0" smtClean="0"/>
              <a:t> </a:t>
            </a:r>
            <a:r>
              <a:rPr lang="en-US" sz="3200" dirty="0" err="1" smtClean="0"/>
              <a:t>càng</a:t>
            </a:r>
            <a:r>
              <a:rPr lang="en-US" sz="3200" dirty="0" smtClean="0"/>
              <a:t> </a:t>
            </a:r>
            <a:r>
              <a:rPr lang="en-US" sz="3200" dirty="0" err="1" smtClean="0"/>
              <a:t>về</a:t>
            </a:r>
            <a:r>
              <a:rPr lang="en-US" sz="3200" dirty="0" smtClean="0"/>
              <a:t> </a:t>
            </a:r>
            <a:r>
              <a:rPr lang="en-US" sz="3200" dirty="0" err="1" smtClean="0"/>
              <a:t>hệ</a:t>
            </a:r>
            <a:r>
              <a:rPr lang="en-US" sz="3200" dirty="0" smtClean="0"/>
              <a:t> </a:t>
            </a:r>
            <a:r>
              <a:rPr lang="en-US" sz="3200" dirty="0" err="1" smtClean="0"/>
              <a:t>thống</a:t>
            </a:r>
            <a:r>
              <a:rPr lang="en-US" sz="3200" dirty="0" smtClean="0"/>
              <a:t> </a:t>
            </a:r>
            <a:r>
              <a:rPr lang="en-US" sz="3200" dirty="0" err="1" smtClean="0"/>
              <a:t>lập</a:t>
            </a:r>
            <a:r>
              <a:rPr lang="en-US" sz="3200" dirty="0" smtClean="0"/>
              <a:t> </a:t>
            </a:r>
            <a:r>
              <a:rPr lang="en-US" sz="3200" dirty="0" err="1" smtClean="0"/>
              <a:t>kế</a:t>
            </a:r>
            <a:r>
              <a:rPr lang="en-US" sz="3200" dirty="0" smtClean="0"/>
              <a:t> </a:t>
            </a:r>
            <a:r>
              <a:rPr lang="en-US" sz="3200" dirty="0" err="1" smtClean="0"/>
              <a:t>hoạch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kiểm</a:t>
            </a:r>
            <a:r>
              <a:rPr lang="en-US" sz="3200" dirty="0" smtClean="0"/>
              <a:t> </a:t>
            </a:r>
            <a:r>
              <a:rPr lang="en-US" sz="3200" dirty="0" err="1" smtClean="0"/>
              <a:t>soát</a:t>
            </a:r>
            <a:r>
              <a:rPr lang="en-US" sz="3200" dirty="0" smtClean="0"/>
              <a:t> </a:t>
            </a:r>
            <a:r>
              <a:rPr lang="en-US" sz="3200" dirty="0" err="1" smtClean="0"/>
              <a:t>cũng</a:t>
            </a:r>
            <a:r>
              <a:rPr lang="en-US" sz="3200" dirty="0" smtClean="0"/>
              <a:t> </a:t>
            </a:r>
            <a:r>
              <a:rPr lang="en-US" sz="3200" dirty="0" err="1" smtClean="0"/>
              <a:t>như</a:t>
            </a:r>
            <a:r>
              <a:rPr lang="en-US" sz="3200" dirty="0" smtClean="0"/>
              <a:t> </a:t>
            </a:r>
            <a:r>
              <a:rPr lang="en-US" sz="3200" dirty="0" err="1" smtClean="0"/>
              <a:t>về</a:t>
            </a:r>
            <a:r>
              <a:rPr lang="en-US" sz="3200" dirty="0" smtClean="0"/>
              <a:t> </a:t>
            </a: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biến</a:t>
            </a:r>
            <a:r>
              <a:rPr lang="en-US" sz="3200" dirty="0" smtClean="0"/>
              <a:t> </a:t>
            </a:r>
            <a:r>
              <a:rPr lang="en-US" sz="3200" dirty="0" err="1" smtClean="0"/>
              <a:t>đầu</a:t>
            </a:r>
            <a:r>
              <a:rPr lang="en-US" sz="3200" dirty="0" smtClean="0"/>
              <a:t> </a:t>
            </a:r>
            <a:r>
              <a:rPr lang="en-US" sz="3200" dirty="0" err="1" smtClean="0"/>
              <a:t>vào</a:t>
            </a:r>
            <a:r>
              <a:rPr lang="en-US" sz="3200" dirty="0" smtClean="0"/>
              <a:t> </a:t>
            </a:r>
            <a:r>
              <a:rPr lang="en-US" sz="3200" dirty="0" err="1" smtClean="0"/>
              <a:t>quan</a:t>
            </a:r>
            <a:r>
              <a:rPr lang="en-US" sz="3200" dirty="0" smtClean="0"/>
              <a:t> </a:t>
            </a:r>
            <a:r>
              <a:rPr lang="en-US" sz="3200" dirty="0" err="1" smtClean="0"/>
              <a:t>trọng</a:t>
            </a:r>
            <a:r>
              <a:rPr lang="en-US" sz="3200" dirty="0" smtClean="0"/>
              <a:t>.</a:t>
            </a:r>
          </a:p>
          <a:p>
            <a:pPr marL="514350" indent="-514350" algn="just">
              <a:buNone/>
            </a:pPr>
            <a:r>
              <a:rPr lang="en-US" sz="3200" dirty="0" smtClean="0"/>
              <a:t>  - </a:t>
            </a:r>
            <a:r>
              <a:rPr lang="en-US" sz="3200" dirty="0" err="1" smtClean="0"/>
              <a:t>Xây</a:t>
            </a:r>
            <a:r>
              <a:rPr lang="en-US" sz="3200" dirty="0" smtClean="0"/>
              <a:t> </a:t>
            </a:r>
            <a:r>
              <a:rPr lang="en-US" sz="3200" dirty="0" err="1" smtClean="0"/>
              <a:t>dựng</a:t>
            </a:r>
            <a:r>
              <a:rPr lang="en-US" sz="3200" dirty="0" smtClean="0"/>
              <a:t> </a:t>
            </a:r>
            <a:r>
              <a:rPr lang="en-US" sz="3200" dirty="0" err="1" smtClean="0"/>
              <a:t>mô</a:t>
            </a:r>
            <a:r>
              <a:rPr lang="en-US" sz="3200" dirty="0" smtClean="0"/>
              <a:t> </a:t>
            </a:r>
            <a:r>
              <a:rPr lang="en-US" sz="3200" dirty="0" err="1" smtClean="0"/>
              <a:t>hình</a:t>
            </a:r>
            <a:r>
              <a:rPr lang="en-US" sz="3200" dirty="0" smtClean="0"/>
              <a:t> </a:t>
            </a:r>
            <a:r>
              <a:rPr lang="en-US" sz="3200" dirty="0" err="1" smtClean="0"/>
              <a:t>của</a:t>
            </a:r>
            <a:r>
              <a:rPr lang="en-US" sz="3200" dirty="0" smtClean="0"/>
              <a:t> </a:t>
            </a:r>
            <a:r>
              <a:rPr lang="en-US" sz="3200" dirty="0" err="1" smtClean="0"/>
              <a:t>hệ</a:t>
            </a:r>
            <a:r>
              <a:rPr lang="en-US" sz="3200" dirty="0" smtClean="0"/>
              <a:t> </a:t>
            </a:r>
            <a:r>
              <a:rPr lang="en-US" sz="3200" dirty="0" err="1" smtClean="0"/>
              <a:t>thống</a:t>
            </a:r>
            <a:r>
              <a:rPr lang="en-US" sz="3200" dirty="0" smtClean="0"/>
              <a:t> </a:t>
            </a:r>
            <a:r>
              <a:rPr lang="en-US" sz="3200" dirty="0" err="1" smtClean="0"/>
              <a:t>thể</a:t>
            </a:r>
            <a:r>
              <a:rPr lang="en-US" sz="3200" dirty="0" smtClean="0"/>
              <a:t> </a:t>
            </a:r>
            <a:r>
              <a:rPr lang="en-US" sz="3200" dirty="0" err="1" smtClean="0"/>
              <a:t>hiện</a:t>
            </a:r>
            <a:r>
              <a:rPr lang="en-US" sz="3200" dirty="0" smtClean="0"/>
              <a:t> </a:t>
            </a:r>
            <a:r>
              <a:rPr lang="en-US" sz="3200" dirty="0" err="1" smtClean="0"/>
              <a:t>mối</a:t>
            </a:r>
            <a:r>
              <a:rPr lang="en-US" sz="3200" dirty="0" smtClean="0"/>
              <a:t> </a:t>
            </a:r>
            <a:r>
              <a:rPr lang="en-US" sz="3200" dirty="0" err="1" smtClean="0"/>
              <a:t>quan</a:t>
            </a:r>
            <a:r>
              <a:rPr lang="en-US" sz="3200" dirty="0" smtClean="0"/>
              <a:t> </a:t>
            </a:r>
            <a:r>
              <a:rPr lang="en-US" sz="3200" dirty="0" err="1" smtClean="0"/>
              <a:t>hệ</a:t>
            </a:r>
            <a:r>
              <a:rPr lang="en-US" sz="3200" dirty="0" smtClean="0"/>
              <a:t> </a:t>
            </a:r>
            <a:r>
              <a:rPr lang="en-US" sz="3200" dirty="0" err="1" smtClean="0"/>
              <a:t>giữa</a:t>
            </a:r>
            <a:r>
              <a:rPr lang="en-US" sz="3200" dirty="0" smtClean="0"/>
              <a:t> </a:t>
            </a:r>
            <a:r>
              <a:rPr lang="en-US" sz="3200" dirty="0" err="1" smtClean="0"/>
              <a:t>đầu</a:t>
            </a:r>
            <a:r>
              <a:rPr lang="en-US" sz="3200" dirty="0" smtClean="0"/>
              <a:t> </a:t>
            </a:r>
            <a:r>
              <a:rPr lang="en-US" sz="3200" dirty="0" err="1" smtClean="0"/>
              <a:t>vào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đầu</a:t>
            </a:r>
            <a:r>
              <a:rPr lang="en-US" sz="3200" dirty="0" smtClean="0"/>
              <a:t> </a:t>
            </a:r>
            <a:r>
              <a:rPr lang="en-US" sz="3200" dirty="0" err="1" smtClean="0"/>
              <a:t>ra</a:t>
            </a:r>
            <a:r>
              <a:rPr lang="en-US" sz="3200" dirty="0" smtClean="0"/>
              <a:t> </a:t>
            </a:r>
            <a:r>
              <a:rPr lang="en-US" sz="3200" dirty="0" err="1" smtClean="0"/>
              <a:t>thông</a:t>
            </a:r>
            <a:r>
              <a:rPr lang="en-US" sz="3200" dirty="0" smtClean="0"/>
              <a:t> qua </a:t>
            </a:r>
            <a:r>
              <a:rPr lang="en-US" sz="3200" dirty="0" err="1" smtClean="0"/>
              <a:t>những</a:t>
            </a:r>
            <a:r>
              <a:rPr lang="en-US" sz="3200" dirty="0" smtClean="0"/>
              <a:t> </a:t>
            </a:r>
            <a:r>
              <a:rPr lang="en-US" sz="3200" dirty="0" err="1" smtClean="0"/>
              <a:t>hoạt</a:t>
            </a:r>
            <a:r>
              <a:rPr lang="en-US" sz="3200" dirty="0" smtClean="0"/>
              <a:t> </a:t>
            </a:r>
            <a:r>
              <a:rPr lang="en-US" sz="3200" dirty="0" err="1" smtClean="0"/>
              <a:t>động</a:t>
            </a:r>
            <a:r>
              <a:rPr lang="en-US" sz="3200" dirty="0" smtClean="0"/>
              <a:t> </a:t>
            </a:r>
            <a:r>
              <a:rPr lang="en-US" sz="3200" dirty="0" err="1" smtClean="0"/>
              <a:t>nhất</a:t>
            </a:r>
            <a:r>
              <a:rPr lang="en-US" sz="3200" dirty="0" smtClean="0"/>
              <a:t> </a:t>
            </a:r>
            <a:r>
              <a:rPr lang="en-US" sz="3200" dirty="0" err="1" smtClean="0"/>
              <a:t>định</a:t>
            </a:r>
            <a:r>
              <a:rPr lang="en-US" sz="3200" dirty="0" smtClean="0"/>
              <a:t>.</a:t>
            </a:r>
          </a:p>
          <a:p>
            <a:pPr marL="514350" indent="-514350" algn="just">
              <a:buNone/>
            </a:pPr>
            <a:r>
              <a:rPr lang="en-US" sz="3200" dirty="0" smtClean="0"/>
              <a:t>  - </a:t>
            </a:r>
            <a:r>
              <a:rPr lang="en-US" sz="3200" dirty="0" err="1" smtClean="0"/>
              <a:t>Mô</a:t>
            </a:r>
            <a:r>
              <a:rPr lang="en-US" sz="3200" dirty="0" smtClean="0"/>
              <a:t> </a:t>
            </a:r>
            <a:r>
              <a:rPr lang="en-US" sz="3200" dirty="0" err="1" smtClean="0"/>
              <a:t>hình</a:t>
            </a:r>
            <a:r>
              <a:rPr lang="en-US" sz="3200" dirty="0" smtClean="0"/>
              <a:t> </a:t>
            </a:r>
            <a:r>
              <a:rPr lang="en-US" sz="3200" dirty="0" err="1" smtClean="0"/>
              <a:t>phải</a:t>
            </a:r>
            <a:r>
              <a:rPr lang="en-US" sz="3200" dirty="0" smtClean="0"/>
              <a:t> </a:t>
            </a:r>
            <a:r>
              <a:rPr lang="en-US" sz="3200" dirty="0" err="1" smtClean="0"/>
              <a:t>được</a:t>
            </a:r>
            <a:r>
              <a:rPr lang="en-US" sz="3200" dirty="0" smtClean="0"/>
              <a:t> </a:t>
            </a:r>
            <a:r>
              <a:rPr lang="en-US" sz="3200" dirty="0" err="1" smtClean="0"/>
              <a:t>quan</a:t>
            </a:r>
            <a:r>
              <a:rPr lang="en-US" sz="3200" dirty="0" smtClean="0"/>
              <a:t> </a:t>
            </a:r>
            <a:r>
              <a:rPr lang="en-US" sz="3200" dirty="0" err="1" smtClean="0"/>
              <a:t>sát</a:t>
            </a:r>
            <a:r>
              <a:rPr lang="en-US" sz="3200" dirty="0" smtClean="0"/>
              <a:t> </a:t>
            </a:r>
            <a:r>
              <a:rPr lang="en-US" sz="3200" dirty="0" err="1" smtClean="0"/>
              <a:t>đều</a:t>
            </a:r>
            <a:r>
              <a:rPr lang="en-US" sz="3200" dirty="0" smtClean="0"/>
              <a:t> </a:t>
            </a:r>
            <a:r>
              <a:rPr lang="en-US" sz="3200" dirty="0" err="1" smtClean="0"/>
              <a:t>đặn</a:t>
            </a:r>
            <a:r>
              <a:rPr lang="en-US" sz="3200" dirty="0" smtClean="0"/>
              <a:t> </a:t>
            </a:r>
            <a:r>
              <a:rPr lang="en-US" sz="3200" dirty="0" err="1" smtClean="0"/>
              <a:t>để</a:t>
            </a:r>
            <a:r>
              <a:rPr lang="en-US" sz="3200" dirty="0" smtClean="0"/>
              <a:t> </a:t>
            </a:r>
            <a:r>
              <a:rPr lang="en-US" sz="3200" dirty="0" err="1" smtClean="0"/>
              <a:t>sao</a:t>
            </a:r>
            <a:r>
              <a:rPr lang="en-US" sz="3200" dirty="0" smtClean="0"/>
              <a:t> </a:t>
            </a:r>
            <a:r>
              <a:rPr lang="en-US" sz="3200" dirty="0" err="1" smtClean="0"/>
              <a:t>cho</a:t>
            </a:r>
            <a:r>
              <a:rPr lang="en-US" sz="3200" dirty="0" smtClean="0"/>
              <a:t> </a:t>
            </a:r>
            <a:r>
              <a:rPr lang="en-US" sz="3200" dirty="0" err="1" smtClean="0"/>
              <a:t>đầu</a:t>
            </a:r>
            <a:r>
              <a:rPr lang="en-US" sz="3200" dirty="0" smtClean="0"/>
              <a:t> </a:t>
            </a:r>
            <a:r>
              <a:rPr lang="en-US" sz="3200" dirty="0" err="1" smtClean="0"/>
              <a:t>vào</a:t>
            </a:r>
            <a:r>
              <a:rPr lang="en-US" sz="3200" dirty="0" smtClean="0"/>
              <a:t>, </a:t>
            </a:r>
            <a:r>
              <a:rPr lang="en-US" sz="3200" dirty="0" err="1" smtClean="0"/>
              <a:t>đầu</a:t>
            </a:r>
            <a:r>
              <a:rPr lang="en-US" sz="3200" dirty="0" smtClean="0"/>
              <a:t> </a:t>
            </a:r>
            <a:r>
              <a:rPr lang="en-US" sz="3200" dirty="0" err="1" smtClean="0"/>
              <a:t>ra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mối</a:t>
            </a:r>
            <a:r>
              <a:rPr lang="en-US" sz="3200" dirty="0" smtClean="0"/>
              <a:t> </a:t>
            </a:r>
            <a:r>
              <a:rPr lang="en-US" sz="3200" dirty="0" err="1" smtClean="0"/>
              <a:t>liên</a:t>
            </a:r>
            <a:r>
              <a:rPr lang="en-US" sz="3200" dirty="0" smtClean="0"/>
              <a:t> </a:t>
            </a:r>
            <a:r>
              <a:rPr lang="en-US" sz="3200" dirty="0" err="1" smtClean="0"/>
              <a:t>hệ</a:t>
            </a:r>
            <a:r>
              <a:rPr lang="en-US" sz="3200" dirty="0" smtClean="0"/>
              <a:t> </a:t>
            </a:r>
            <a:r>
              <a:rPr lang="en-US" sz="3200" dirty="0" err="1" smtClean="0"/>
              <a:t>giữa</a:t>
            </a:r>
            <a:r>
              <a:rPr lang="en-US" sz="3200" dirty="0" smtClean="0"/>
              <a:t> </a:t>
            </a:r>
            <a:r>
              <a:rPr lang="en-US" sz="3200" dirty="0" err="1" smtClean="0"/>
              <a:t>chúng</a:t>
            </a:r>
            <a:r>
              <a:rPr lang="en-US" sz="3200" dirty="0" smtClean="0"/>
              <a:t> </a:t>
            </a:r>
            <a:r>
              <a:rPr lang="en-US" sz="3200" dirty="0" err="1" smtClean="0"/>
              <a:t>luôn</a:t>
            </a:r>
            <a:r>
              <a:rPr lang="en-US" sz="3200" dirty="0" smtClean="0"/>
              <a:t> </a:t>
            </a:r>
            <a:r>
              <a:rPr lang="en-US" sz="3200" dirty="0" err="1" smtClean="0"/>
              <a:t>phản</a:t>
            </a:r>
            <a:r>
              <a:rPr lang="en-US" sz="3200" dirty="0" smtClean="0"/>
              <a:t> </a:t>
            </a:r>
            <a:r>
              <a:rPr lang="en-US" sz="3200" dirty="0" err="1" smtClean="0"/>
              <a:t>ánh</a:t>
            </a:r>
            <a:r>
              <a:rPr lang="en-US" sz="3200" dirty="0" smtClean="0"/>
              <a:t> </a:t>
            </a:r>
            <a:r>
              <a:rPr lang="en-US" sz="3200" dirty="0" err="1" smtClean="0"/>
              <a:t>thực</a:t>
            </a:r>
            <a:r>
              <a:rPr lang="en-US" sz="3200" dirty="0" smtClean="0"/>
              <a:t> </a:t>
            </a:r>
            <a:r>
              <a:rPr lang="en-US" sz="3200" dirty="0" err="1" smtClean="0"/>
              <a:t>tại</a:t>
            </a:r>
            <a:r>
              <a:rPr lang="en-US" sz="3200" dirty="0" smtClean="0"/>
              <a:t>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315845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" y="692727"/>
            <a:ext cx="8672946" cy="5929746"/>
          </a:xfrm>
        </p:spPr>
        <p:txBody>
          <a:bodyPr>
            <a:noAutofit/>
          </a:bodyPr>
          <a:lstStyle/>
          <a:p>
            <a:pPr marL="514350" indent="-514350" algn="just">
              <a:buNone/>
            </a:pPr>
            <a:r>
              <a:rPr lang="en-US" sz="2800" dirty="0" smtClean="0"/>
              <a:t>  - </a:t>
            </a:r>
            <a:r>
              <a:rPr lang="en-US" sz="3200" dirty="0" smtClean="0"/>
              <a:t>Thu </a:t>
            </a:r>
            <a:r>
              <a:rPr lang="en-US" sz="3200" dirty="0" err="1" smtClean="0"/>
              <a:t>thập</a:t>
            </a:r>
            <a:r>
              <a:rPr lang="en-US" sz="3200" dirty="0" smtClean="0"/>
              <a:t> </a:t>
            </a:r>
            <a:r>
              <a:rPr lang="en-US" sz="3200" dirty="0" err="1" smtClean="0"/>
              <a:t>dữ</a:t>
            </a:r>
            <a:r>
              <a:rPr lang="en-US" sz="3200" dirty="0" smtClean="0"/>
              <a:t> </a:t>
            </a:r>
            <a:r>
              <a:rPr lang="en-US" sz="3200" dirty="0" err="1" smtClean="0"/>
              <a:t>liệu</a:t>
            </a:r>
            <a:r>
              <a:rPr lang="en-US" sz="3200" dirty="0" smtClean="0"/>
              <a:t> </a:t>
            </a:r>
            <a:r>
              <a:rPr lang="en-US" sz="3200" dirty="0" err="1" smtClean="0"/>
              <a:t>về</a:t>
            </a:r>
            <a:r>
              <a:rPr lang="en-US" sz="3200" dirty="0" smtClean="0"/>
              <a:t> </a:t>
            </a: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biến</a:t>
            </a:r>
            <a:r>
              <a:rPr lang="en-US" sz="3200" dirty="0" smtClean="0"/>
              <a:t> </a:t>
            </a:r>
            <a:r>
              <a:rPr lang="en-US" sz="3200" dirty="0" err="1" smtClean="0"/>
              <a:t>đầu</a:t>
            </a:r>
            <a:r>
              <a:rPr lang="en-US" sz="3200" dirty="0" smtClean="0"/>
              <a:t> </a:t>
            </a:r>
            <a:r>
              <a:rPr lang="en-US" sz="3200" dirty="0" err="1" smtClean="0"/>
              <a:t>vào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quá</a:t>
            </a:r>
            <a:r>
              <a:rPr lang="en-US" sz="3200" dirty="0" smtClean="0"/>
              <a:t> </a:t>
            </a:r>
            <a:r>
              <a:rPr lang="en-US" sz="3200" dirty="0" err="1" smtClean="0"/>
              <a:t>trình</a:t>
            </a:r>
            <a:r>
              <a:rPr lang="en-US" sz="3200" dirty="0" smtClean="0"/>
              <a:t> </a:t>
            </a:r>
            <a:r>
              <a:rPr lang="en-US" sz="3200" dirty="0" err="1" smtClean="0"/>
              <a:t>được</a:t>
            </a:r>
            <a:r>
              <a:rPr lang="en-US" sz="3200" dirty="0" smtClean="0"/>
              <a:t> </a:t>
            </a:r>
            <a:r>
              <a:rPr lang="en-US" sz="3200" dirty="0" err="1" smtClean="0"/>
              <a:t>thực</a:t>
            </a:r>
            <a:r>
              <a:rPr lang="en-US" sz="3200" dirty="0" smtClean="0"/>
              <a:t> </a:t>
            </a:r>
            <a:r>
              <a:rPr lang="en-US" sz="3200" dirty="0" err="1" smtClean="0"/>
              <a:t>hiện</a:t>
            </a:r>
            <a:r>
              <a:rPr lang="en-US" sz="3200" dirty="0" smtClean="0"/>
              <a:t> </a:t>
            </a:r>
            <a:r>
              <a:rPr lang="en-US" sz="3200" dirty="0" err="1" smtClean="0"/>
              <a:t>một</a:t>
            </a:r>
            <a:r>
              <a:rPr lang="en-US" sz="3200" dirty="0" smtClean="0"/>
              <a:t> </a:t>
            </a:r>
            <a:r>
              <a:rPr lang="en-US" sz="3200" dirty="0" err="1" smtClean="0"/>
              <a:t>cách</a:t>
            </a:r>
            <a:r>
              <a:rPr lang="en-US" sz="3200" dirty="0" smtClean="0"/>
              <a:t> </a:t>
            </a:r>
            <a:r>
              <a:rPr lang="en-US" sz="3200" dirty="0" err="1" smtClean="0"/>
              <a:t>đều</a:t>
            </a:r>
            <a:r>
              <a:rPr lang="en-US" sz="3200" dirty="0" smtClean="0"/>
              <a:t> </a:t>
            </a:r>
            <a:r>
              <a:rPr lang="en-US" sz="3200" dirty="0" err="1" smtClean="0"/>
              <a:t>đặn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đặt</a:t>
            </a:r>
            <a:r>
              <a:rPr lang="en-US" sz="3200" dirty="0" smtClean="0"/>
              <a:t> </a:t>
            </a:r>
            <a:r>
              <a:rPr lang="en-US" sz="3200" dirty="0" err="1" smtClean="0"/>
              <a:t>chúng</a:t>
            </a:r>
            <a:r>
              <a:rPr lang="en-US" sz="3200" dirty="0" smtClean="0"/>
              <a:t> </a:t>
            </a:r>
            <a:r>
              <a:rPr lang="en-US" sz="3200" dirty="0" err="1" smtClean="0"/>
              <a:t>vào</a:t>
            </a:r>
            <a:r>
              <a:rPr lang="en-US" sz="3200" dirty="0" smtClean="0"/>
              <a:t> </a:t>
            </a:r>
            <a:r>
              <a:rPr lang="en-US" sz="3200" dirty="0" err="1" smtClean="0"/>
              <a:t>mô</a:t>
            </a:r>
            <a:r>
              <a:rPr lang="en-US" sz="3200" dirty="0" smtClean="0"/>
              <a:t> </a:t>
            </a:r>
            <a:r>
              <a:rPr lang="en-US" sz="3200" dirty="0" err="1" smtClean="0"/>
              <a:t>hình</a:t>
            </a:r>
            <a:r>
              <a:rPr lang="en-US" sz="3200" dirty="0" smtClean="0"/>
              <a:t>.</a:t>
            </a:r>
          </a:p>
          <a:p>
            <a:pPr marL="514350" indent="-514350" algn="just">
              <a:buNone/>
            </a:pPr>
            <a:r>
              <a:rPr lang="en-US" sz="3200" dirty="0" smtClean="0"/>
              <a:t>  - </a:t>
            </a:r>
            <a:r>
              <a:rPr lang="en-US" sz="3200" dirty="0" err="1" smtClean="0"/>
              <a:t>Đánh</a:t>
            </a:r>
            <a:r>
              <a:rPr lang="en-US" sz="3200" dirty="0" smtClean="0"/>
              <a:t> </a:t>
            </a:r>
            <a:r>
              <a:rPr lang="en-US" sz="3200" dirty="0" err="1" smtClean="0"/>
              <a:t>gía</a:t>
            </a:r>
            <a:r>
              <a:rPr lang="en-US" sz="3200" dirty="0" smtClean="0"/>
              <a:t> </a:t>
            </a:r>
            <a:r>
              <a:rPr lang="en-US" sz="3200" dirty="0" err="1" smtClean="0"/>
              <a:t>thường</a:t>
            </a:r>
            <a:r>
              <a:rPr lang="en-US" sz="3200" dirty="0" smtClean="0"/>
              <a:t> </a:t>
            </a:r>
            <a:r>
              <a:rPr lang="en-US" sz="3200" dirty="0" err="1" smtClean="0"/>
              <a:t>xuyên</a:t>
            </a:r>
            <a:r>
              <a:rPr lang="en-US" sz="3200" dirty="0" smtClean="0"/>
              <a:t> </a:t>
            </a:r>
            <a:r>
              <a:rPr lang="en-US" sz="3200" dirty="0" err="1" smtClean="0"/>
              <a:t>những</a:t>
            </a:r>
            <a:r>
              <a:rPr lang="en-US" sz="3200" dirty="0" smtClean="0"/>
              <a:t> </a:t>
            </a:r>
            <a:r>
              <a:rPr lang="en-US" sz="3200" dirty="0" err="1" smtClean="0"/>
              <a:t>sai</a:t>
            </a:r>
            <a:r>
              <a:rPr lang="en-US" sz="3200" dirty="0" smtClean="0"/>
              <a:t> </a:t>
            </a:r>
            <a:r>
              <a:rPr lang="en-US" sz="3200" dirty="0" err="1" smtClean="0"/>
              <a:t>lệch</a:t>
            </a:r>
            <a:r>
              <a:rPr lang="en-US" sz="3200" dirty="0" smtClean="0"/>
              <a:t> </a:t>
            </a:r>
            <a:r>
              <a:rPr lang="en-US" sz="3200" dirty="0" err="1" smtClean="0"/>
              <a:t>của</a:t>
            </a:r>
            <a:r>
              <a:rPr lang="en-US" sz="3200" dirty="0" smtClean="0"/>
              <a:t> </a:t>
            </a:r>
            <a:r>
              <a:rPr lang="en-US" sz="3200" dirty="0" err="1" smtClean="0"/>
              <a:t>đầu</a:t>
            </a:r>
            <a:r>
              <a:rPr lang="en-US" sz="3200" dirty="0" smtClean="0"/>
              <a:t> </a:t>
            </a:r>
            <a:r>
              <a:rPr lang="en-US" sz="3200" dirty="0" err="1" smtClean="0"/>
              <a:t>vào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quá</a:t>
            </a:r>
            <a:r>
              <a:rPr lang="en-US" sz="3200" dirty="0" smtClean="0"/>
              <a:t> </a:t>
            </a:r>
            <a:r>
              <a:rPr lang="en-US" sz="3200" dirty="0" err="1" smtClean="0"/>
              <a:t>trình</a:t>
            </a:r>
            <a:r>
              <a:rPr lang="en-US" sz="3200" dirty="0" smtClean="0"/>
              <a:t> </a:t>
            </a:r>
            <a:r>
              <a:rPr lang="en-US" sz="3200" dirty="0" err="1" smtClean="0"/>
              <a:t>hoạt</a:t>
            </a:r>
            <a:r>
              <a:rPr lang="en-US" sz="3200" dirty="0" smtClean="0"/>
              <a:t> </a:t>
            </a:r>
            <a:r>
              <a:rPr lang="en-US" sz="3200" dirty="0" err="1" smtClean="0"/>
              <a:t>động</a:t>
            </a:r>
            <a:r>
              <a:rPr lang="en-US" sz="3200" dirty="0" smtClean="0"/>
              <a:t> </a:t>
            </a:r>
            <a:r>
              <a:rPr lang="en-US" sz="3200" dirty="0" err="1" smtClean="0"/>
              <a:t>thực</a:t>
            </a:r>
            <a:r>
              <a:rPr lang="en-US" sz="3200" dirty="0" smtClean="0"/>
              <a:t> </a:t>
            </a:r>
            <a:r>
              <a:rPr lang="en-US" sz="3200" dirty="0" err="1" smtClean="0"/>
              <a:t>tế</a:t>
            </a:r>
            <a:r>
              <a:rPr lang="en-US" sz="3200" dirty="0" smtClean="0"/>
              <a:t> so </a:t>
            </a:r>
            <a:r>
              <a:rPr lang="en-US" sz="3200" dirty="0" err="1" smtClean="0"/>
              <a:t>với</a:t>
            </a:r>
            <a:r>
              <a:rPr lang="en-US" sz="3200" dirty="0" smtClean="0"/>
              <a:t> </a:t>
            </a:r>
            <a:r>
              <a:rPr lang="en-US" sz="3200" dirty="0" err="1" smtClean="0"/>
              <a:t>kế</a:t>
            </a:r>
            <a:r>
              <a:rPr lang="en-US" sz="3200" dirty="0" smtClean="0"/>
              <a:t> </a:t>
            </a:r>
            <a:r>
              <a:rPr lang="en-US" sz="3200" dirty="0" err="1" smtClean="0"/>
              <a:t>hoạch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ảnh</a:t>
            </a:r>
            <a:r>
              <a:rPr lang="en-US" sz="3200" dirty="0" smtClean="0"/>
              <a:t> </a:t>
            </a:r>
            <a:r>
              <a:rPr lang="en-US" sz="3200" dirty="0" err="1" smtClean="0"/>
              <a:t>hưởng</a:t>
            </a:r>
            <a:r>
              <a:rPr lang="en-US" sz="3200" dirty="0" smtClean="0"/>
              <a:t> </a:t>
            </a:r>
            <a:r>
              <a:rPr lang="en-US" sz="3200" dirty="0" err="1" smtClean="0"/>
              <a:t>của</a:t>
            </a:r>
            <a:r>
              <a:rPr lang="en-US" sz="3200" dirty="0" smtClean="0"/>
              <a:t> </a:t>
            </a:r>
            <a:r>
              <a:rPr lang="en-US" sz="3200" dirty="0" err="1" smtClean="0"/>
              <a:t>chúng</a:t>
            </a:r>
            <a:r>
              <a:rPr lang="en-US" sz="3200" dirty="0" smtClean="0"/>
              <a:t> </a:t>
            </a:r>
            <a:r>
              <a:rPr lang="en-US" sz="3200" dirty="0" err="1" smtClean="0"/>
              <a:t>tới</a:t>
            </a:r>
            <a:r>
              <a:rPr lang="en-US" sz="3200" dirty="0" smtClean="0"/>
              <a:t> </a:t>
            </a: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kết</a:t>
            </a:r>
            <a:r>
              <a:rPr lang="en-US" sz="3200" dirty="0" smtClean="0"/>
              <a:t> </a:t>
            </a:r>
            <a:r>
              <a:rPr lang="en-US" sz="3200" dirty="0" err="1" smtClean="0"/>
              <a:t>quả</a:t>
            </a:r>
            <a:r>
              <a:rPr lang="en-US" sz="3200" dirty="0" smtClean="0"/>
              <a:t> </a:t>
            </a:r>
            <a:r>
              <a:rPr lang="en-US" sz="3200" dirty="0" err="1" smtClean="0"/>
              <a:t>mong</a:t>
            </a:r>
            <a:r>
              <a:rPr lang="en-US" sz="3200" dirty="0" smtClean="0"/>
              <a:t> </a:t>
            </a:r>
            <a:r>
              <a:rPr lang="en-US" sz="3200" dirty="0" err="1" smtClean="0"/>
              <a:t>đợi</a:t>
            </a:r>
            <a:r>
              <a:rPr lang="en-US" sz="3200" dirty="0" smtClean="0"/>
              <a:t> </a:t>
            </a:r>
            <a:r>
              <a:rPr lang="en-US" sz="3200" dirty="0" err="1" smtClean="0"/>
              <a:t>cuối</a:t>
            </a:r>
            <a:r>
              <a:rPr lang="en-US" sz="3200" dirty="0" smtClean="0"/>
              <a:t> </a:t>
            </a:r>
            <a:r>
              <a:rPr lang="en-US" sz="3200" dirty="0" err="1" smtClean="0"/>
              <a:t>cùng</a:t>
            </a:r>
            <a:r>
              <a:rPr lang="en-US" sz="3200" dirty="0" smtClean="0"/>
              <a:t>.</a:t>
            </a:r>
          </a:p>
          <a:p>
            <a:pPr marL="514350" indent="-514350" algn="just">
              <a:buNone/>
            </a:pPr>
            <a:r>
              <a:rPr lang="en-US" sz="3200" dirty="0" smtClean="0"/>
              <a:t>  - </a:t>
            </a:r>
            <a:r>
              <a:rPr lang="en-US" sz="3200" dirty="0" err="1" smtClean="0"/>
              <a:t>Tiến</a:t>
            </a:r>
            <a:r>
              <a:rPr lang="en-US" sz="3200" dirty="0" smtClean="0"/>
              <a:t> </a:t>
            </a:r>
            <a:r>
              <a:rPr lang="en-US" sz="3200" dirty="0" err="1" smtClean="0"/>
              <a:t>hành</a:t>
            </a:r>
            <a:r>
              <a:rPr lang="en-US" sz="3200" dirty="0" smtClean="0"/>
              <a:t> </a:t>
            </a:r>
            <a:r>
              <a:rPr lang="en-US" sz="3200" dirty="0" err="1" smtClean="0"/>
              <a:t>tác</a:t>
            </a:r>
            <a:r>
              <a:rPr lang="en-US" sz="3200" dirty="0" smtClean="0"/>
              <a:t> </a:t>
            </a:r>
            <a:r>
              <a:rPr lang="en-US" sz="3200" dirty="0" err="1" smtClean="0"/>
              <a:t>động</a:t>
            </a:r>
            <a:r>
              <a:rPr lang="en-US" sz="3200" dirty="0" smtClean="0"/>
              <a:t> </a:t>
            </a:r>
            <a:r>
              <a:rPr lang="en-US" sz="3200" dirty="0" err="1" smtClean="0"/>
              <a:t>kịp</a:t>
            </a:r>
            <a:r>
              <a:rPr lang="en-US" sz="3200" dirty="0" smtClean="0"/>
              <a:t> </a:t>
            </a:r>
            <a:r>
              <a:rPr lang="en-US" sz="3200" dirty="0" err="1" smtClean="0"/>
              <a:t>thời</a:t>
            </a:r>
            <a:r>
              <a:rPr lang="en-US" sz="3200" dirty="0" smtClean="0"/>
              <a:t> </a:t>
            </a:r>
            <a:r>
              <a:rPr lang="en-US" sz="3200" dirty="0" err="1" smtClean="0"/>
              <a:t>lên</a:t>
            </a:r>
            <a:r>
              <a:rPr lang="en-US" sz="3200" dirty="0" smtClean="0"/>
              <a:t> </a:t>
            </a: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đầu</a:t>
            </a:r>
            <a:r>
              <a:rPr lang="en-US" sz="3200" dirty="0" smtClean="0"/>
              <a:t> </a:t>
            </a:r>
            <a:r>
              <a:rPr lang="en-US" sz="3200" dirty="0" err="1" smtClean="0"/>
              <a:t>vào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quá</a:t>
            </a:r>
            <a:r>
              <a:rPr lang="en-US" sz="3200" dirty="0" smtClean="0"/>
              <a:t> </a:t>
            </a:r>
            <a:r>
              <a:rPr lang="en-US" sz="3200" dirty="0" err="1" smtClean="0"/>
              <a:t>trình</a:t>
            </a:r>
            <a:r>
              <a:rPr lang="en-US" sz="3200" dirty="0" smtClean="0"/>
              <a:t> </a:t>
            </a:r>
            <a:r>
              <a:rPr lang="en-US" sz="3200" dirty="0" err="1" smtClean="0"/>
              <a:t>để</a:t>
            </a:r>
            <a:r>
              <a:rPr lang="en-US" sz="3200" dirty="0" smtClean="0"/>
              <a:t> </a:t>
            </a:r>
            <a:r>
              <a:rPr lang="en-US" sz="3200" dirty="0" err="1" smtClean="0"/>
              <a:t>điều</a:t>
            </a:r>
            <a:r>
              <a:rPr lang="en-US" sz="3200" dirty="0" smtClean="0"/>
              <a:t> </a:t>
            </a:r>
            <a:r>
              <a:rPr lang="en-US" sz="3200" dirty="0" err="1" smtClean="0"/>
              <a:t>chỉnh</a:t>
            </a:r>
            <a:r>
              <a:rPr lang="en-US" sz="3200" dirty="0" smtClean="0"/>
              <a:t> </a:t>
            </a:r>
            <a:r>
              <a:rPr lang="en-US" sz="3200" dirty="0" err="1" smtClean="0"/>
              <a:t>sai</a:t>
            </a:r>
            <a:r>
              <a:rPr lang="en-US" sz="3200" dirty="0" smtClean="0"/>
              <a:t> </a:t>
            </a:r>
            <a:r>
              <a:rPr lang="en-US" sz="3200" dirty="0" err="1" smtClean="0"/>
              <a:t>lệch</a:t>
            </a:r>
            <a:r>
              <a:rPr lang="en-US" sz="3200" dirty="0" smtClean="0"/>
              <a:t> </a:t>
            </a:r>
            <a:r>
              <a:rPr lang="en-US" sz="3200" dirty="0" err="1" smtClean="0"/>
              <a:t>nhằm</a:t>
            </a:r>
            <a:r>
              <a:rPr lang="en-US" sz="3200" dirty="0" smtClean="0"/>
              <a:t> </a:t>
            </a:r>
            <a:r>
              <a:rPr lang="en-US" sz="3200" dirty="0" err="1" smtClean="0"/>
              <a:t>thực</a:t>
            </a:r>
            <a:r>
              <a:rPr lang="en-US" sz="3200" dirty="0" smtClean="0"/>
              <a:t> </a:t>
            </a:r>
            <a:r>
              <a:rPr lang="en-US" sz="3200" dirty="0" err="1" smtClean="0"/>
              <a:t>hiện</a:t>
            </a:r>
            <a:r>
              <a:rPr lang="en-US" sz="3200" dirty="0" smtClean="0"/>
              <a:t> </a:t>
            </a:r>
            <a:r>
              <a:rPr lang="en-US" sz="3200" dirty="0" err="1" smtClean="0"/>
              <a:t>đúng</a:t>
            </a:r>
            <a:r>
              <a:rPr lang="en-US" sz="3200" dirty="0" smtClean="0"/>
              <a:t> </a:t>
            </a:r>
            <a:r>
              <a:rPr lang="en-US" sz="3200" dirty="0" err="1" smtClean="0"/>
              <a:t>mục</a:t>
            </a:r>
            <a:r>
              <a:rPr lang="en-US" sz="3200" dirty="0" smtClean="0"/>
              <a:t> </a:t>
            </a:r>
            <a:r>
              <a:rPr lang="en-US" sz="3200" dirty="0" err="1" smtClean="0"/>
              <a:t>tiêu</a:t>
            </a:r>
            <a:r>
              <a:rPr lang="en-US" sz="3200" dirty="0" smtClean="0"/>
              <a:t> </a:t>
            </a:r>
            <a:r>
              <a:rPr lang="en-US" sz="3200" dirty="0" err="1" smtClean="0"/>
              <a:t>trong</a:t>
            </a:r>
            <a:r>
              <a:rPr lang="en-US" sz="3200" dirty="0" smtClean="0"/>
              <a:t> </a:t>
            </a:r>
            <a:r>
              <a:rPr lang="en-US" sz="3200" dirty="0" err="1" smtClean="0"/>
              <a:t>thực</a:t>
            </a:r>
            <a:r>
              <a:rPr lang="en-US" sz="3200" dirty="0" smtClean="0"/>
              <a:t> </a:t>
            </a:r>
            <a:r>
              <a:rPr lang="en-US" sz="3200" dirty="0" err="1" smtClean="0"/>
              <a:t>tế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221873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913" y="-1"/>
            <a:ext cx="8613913" cy="1537855"/>
          </a:xfrm>
        </p:spPr>
        <p:txBody>
          <a:bodyPr>
            <a:normAutofit/>
          </a:bodyPr>
          <a:lstStyle/>
          <a:p>
            <a:r>
              <a:rPr lang="en-US" sz="3000" dirty="0" err="1" smtClean="0"/>
              <a:t>Hệ</a:t>
            </a:r>
            <a:r>
              <a:rPr lang="en-US" sz="3000" dirty="0" smtClean="0"/>
              <a:t> </a:t>
            </a:r>
            <a:r>
              <a:rPr lang="en-US" sz="3000" dirty="0" err="1" smtClean="0"/>
              <a:t>thống</a:t>
            </a:r>
            <a:r>
              <a:rPr lang="en-US" sz="3000" dirty="0" smtClean="0"/>
              <a:t> </a:t>
            </a:r>
            <a:r>
              <a:rPr lang="en-US" sz="3000" dirty="0" err="1" smtClean="0"/>
              <a:t>kiểm</a:t>
            </a:r>
            <a:r>
              <a:rPr lang="en-US" sz="3000" dirty="0" smtClean="0"/>
              <a:t> </a:t>
            </a:r>
            <a:r>
              <a:rPr lang="en-US" sz="3000" dirty="0" err="1" smtClean="0"/>
              <a:t>soát</a:t>
            </a:r>
            <a:r>
              <a:rPr lang="en-US" sz="3000" dirty="0" smtClean="0"/>
              <a:t> </a:t>
            </a:r>
            <a:r>
              <a:rPr lang="en-US" sz="3000" dirty="0" err="1" smtClean="0"/>
              <a:t>có</a:t>
            </a:r>
            <a:r>
              <a:rPr lang="en-US" sz="3000" dirty="0" smtClean="0"/>
              <a:t> </a:t>
            </a:r>
            <a:r>
              <a:rPr lang="en-US" sz="3000" dirty="0" err="1" smtClean="0"/>
              <a:t>hiệu</a:t>
            </a:r>
            <a:r>
              <a:rPr lang="en-US" sz="3000" dirty="0" smtClean="0"/>
              <a:t> </a:t>
            </a:r>
            <a:r>
              <a:rPr lang="en-US" sz="3000" dirty="0" err="1" smtClean="0"/>
              <a:t>quả</a:t>
            </a:r>
            <a:r>
              <a:rPr lang="en-US" sz="3000" dirty="0" smtClean="0"/>
              <a:t> </a:t>
            </a:r>
            <a:r>
              <a:rPr lang="en-US" sz="3000" dirty="0" err="1" smtClean="0"/>
              <a:t>phải</a:t>
            </a:r>
            <a:r>
              <a:rPr lang="en-US" sz="3000" dirty="0" smtClean="0"/>
              <a:t> </a:t>
            </a:r>
            <a:r>
              <a:rPr lang="en-US" sz="3000" dirty="0" err="1" smtClean="0"/>
              <a:t>là</a:t>
            </a:r>
            <a:r>
              <a:rPr lang="en-US" sz="3000" dirty="0" smtClean="0"/>
              <a:t> </a:t>
            </a:r>
            <a:r>
              <a:rPr lang="en-US" sz="3000" dirty="0" err="1" smtClean="0"/>
              <a:t>sự</a:t>
            </a:r>
            <a:r>
              <a:rPr lang="en-US" sz="3000" dirty="0" smtClean="0"/>
              <a:t> </a:t>
            </a:r>
            <a:r>
              <a:rPr lang="en-US" sz="3000" dirty="0" err="1" smtClean="0"/>
              <a:t>kết</a:t>
            </a:r>
            <a:r>
              <a:rPr lang="en-US" sz="3000" dirty="0" smtClean="0"/>
              <a:t> </a:t>
            </a:r>
            <a:r>
              <a:rPr lang="en-US" sz="3000" dirty="0" err="1" smtClean="0"/>
              <a:t>hợp</a:t>
            </a:r>
            <a:r>
              <a:rPr lang="en-US" sz="3000" dirty="0" smtClean="0"/>
              <a:t> KS </a:t>
            </a:r>
            <a:r>
              <a:rPr lang="en-US" sz="3000" dirty="0" err="1" smtClean="0"/>
              <a:t>cả</a:t>
            </a:r>
            <a:r>
              <a:rPr lang="en-US" sz="3000" dirty="0" smtClean="0"/>
              <a:t> </a:t>
            </a:r>
            <a:r>
              <a:rPr lang="en-US" sz="3000" dirty="0" err="1" smtClean="0"/>
              <a:t>đầu</a:t>
            </a:r>
            <a:r>
              <a:rPr lang="en-US" sz="3000" dirty="0" smtClean="0"/>
              <a:t> </a:t>
            </a:r>
            <a:r>
              <a:rPr lang="en-US" sz="3000" dirty="0" err="1" smtClean="0"/>
              <a:t>vào</a:t>
            </a:r>
            <a:r>
              <a:rPr lang="en-US" sz="3000" dirty="0" smtClean="0"/>
              <a:t>, </a:t>
            </a:r>
            <a:r>
              <a:rPr lang="en-US" sz="3000" dirty="0" err="1" smtClean="0"/>
              <a:t>quá</a:t>
            </a:r>
            <a:r>
              <a:rPr lang="en-US" sz="3000" dirty="0" smtClean="0"/>
              <a:t> </a:t>
            </a:r>
            <a:r>
              <a:rPr lang="en-US" sz="3000" dirty="0" err="1" smtClean="0"/>
              <a:t>trình</a:t>
            </a:r>
            <a:r>
              <a:rPr lang="en-US" sz="3000" dirty="0" smtClean="0"/>
              <a:t> </a:t>
            </a:r>
            <a:r>
              <a:rPr lang="en-US" sz="3000" dirty="0" err="1" smtClean="0"/>
              <a:t>và</a:t>
            </a:r>
            <a:r>
              <a:rPr lang="en-US" sz="3000" dirty="0" smtClean="0"/>
              <a:t> </a:t>
            </a:r>
            <a:r>
              <a:rPr lang="en-US" sz="3000" dirty="0" err="1" smtClean="0"/>
              <a:t>đầu</a:t>
            </a:r>
            <a:r>
              <a:rPr lang="en-US" sz="3000" dirty="0" smtClean="0"/>
              <a:t> </a:t>
            </a:r>
            <a:r>
              <a:rPr lang="en-US" sz="3000" dirty="0" err="1" smtClean="0"/>
              <a:t>ra</a:t>
            </a:r>
            <a:endParaRPr lang="en-US" sz="3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8443906"/>
              </p:ext>
            </p:extLst>
          </p:nvPr>
        </p:nvGraphicFramePr>
        <p:xfrm>
          <a:off x="616226" y="1537854"/>
          <a:ext cx="8229600" cy="3282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1454610" y="4039779"/>
            <a:ext cx="5958782" cy="2150297"/>
            <a:chOff x="1672261" y="3168847"/>
            <a:chExt cx="5958782" cy="2150297"/>
          </a:xfrm>
        </p:grpSpPr>
        <p:graphicFrame>
          <p:nvGraphicFramePr>
            <p:cNvPr id="3" name="Diagram 2"/>
            <p:cNvGraphicFramePr/>
            <p:nvPr>
              <p:extLst>
                <p:ext uri="{D42A27DB-BD31-4B8C-83A1-F6EECF244321}">
                  <p14:modId xmlns="" xmlns:p14="http://schemas.microsoft.com/office/powerpoint/2010/main" val="3813328848"/>
                </p:ext>
              </p:extLst>
            </p:nvPr>
          </p:nvGraphicFramePr>
          <p:xfrm>
            <a:off x="1968987" y="3851158"/>
            <a:ext cx="5298429" cy="146798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" r:lo="rId7" r:qs="rId8" r:cs="rId9"/>
            </a:graphicData>
          </a:graphic>
        </p:graphicFrame>
        <p:cxnSp>
          <p:nvCxnSpPr>
            <p:cNvPr id="6" name="Straight Arrow Connector 5"/>
            <p:cNvCxnSpPr/>
            <p:nvPr/>
          </p:nvCxnSpPr>
          <p:spPr>
            <a:xfrm flipV="1">
              <a:off x="4767515" y="3168847"/>
              <a:ext cx="0" cy="569136"/>
            </a:xfrm>
            <a:prstGeom prst="straightConnector1">
              <a:avLst/>
            </a:prstGeom>
            <a:ln>
              <a:solidFill>
                <a:srgbClr val="4F81BD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 flipV="1">
              <a:off x="1968987" y="3307172"/>
              <a:ext cx="1251322" cy="980836"/>
            </a:xfrm>
            <a:prstGeom prst="straightConnector1">
              <a:avLst/>
            </a:prstGeom>
            <a:ln>
              <a:solidFill>
                <a:srgbClr val="4F81BD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1672261" y="3470643"/>
              <a:ext cx="1548047" cy="1235661"/>
            </a:xfrm>
            <a:prstGeom prst="straightConnector1">
              <a:avLst/>
            </a:prstGeom>
            <a:ln>
              <a:solidFill>
                <a:srgbClr val="4F81BD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4434001" y="3168847"/>
              <a:ext cx="0" cy="604313"/>
            </a:xfrm>
            <a:prstGeom prst="straightConnector1">
              <a:avLst/>
            </a:prstGeom>
            <a:ln>
              <a:solidFill>
                <a:srgbClr val="4F81BD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6219965" y="3470643"/>
              <a:ext cx="1411078" cy="1235661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538779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367" y="392576"/>
            <a:ext cx="8222894" cy="1500187"/>
          </a:xfrm>
        </p:spPr>
        <p:txBody>
          <a:bodyPr anchor="t">
            <a:normAutofit/>
          </a:bodyPr>
          <a:lstStyle/>
          <a:p>
            <a:r>
              <a:rPr lang="en-US" sz="4400" b="1" dirty="0" smtClean="0"/>
              <a:t>1.3. </a:t>
            </a:r>
            <a:r>
              <a:rPr lang="en-US" sz="4400" b="1" dirty="0" err="1" smtClean="0"/>
              <a:t>Vai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trò</a:t>
            </a:r>
            <a:r>
              <a:rPr lang="en-US" sz="4400" b="1" dirty="0"/>
              <a:t> </a:t>
            </a:r>
            <a:r>
              <a:rPr lang="en-US" sz="4400" b="1" dirty="0" err="1" smtClean="0"/>
              <a:t>của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kiểm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soát</a:t>
            </a:r>
            <a:r>
              <a:rPr lang="en-US" sz="4400" b="1" dirty="0" smtClean="0"/>
              <a:t> </a:t>
            </a:r>
            <a:endParaRPr lang="en-US" sz="4400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79367" y="1565564"/>
            <a:ext cx="8222894" cy="38210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Giúp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hệ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thống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theo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sát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và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đối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phó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với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sự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thay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đổi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của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môi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trường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</a:p>
          <a:p>
            <a:pPr marL="457200" indent="-457200" algn="just">
              <a:buFont typeface="Arial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Ngăn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chặn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các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sai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phạm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có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thể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xảy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ra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trong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quá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trình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quản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lý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</a:p>
          <a:p>
            <a:pPr marL="457200" indent="-457200" algn="just">
              <a:buFont typeface="Arial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Đảm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bảo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thực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quyền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lực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của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các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nhà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quản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lý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 typeface="Arial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Hoàn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thiện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các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quyết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định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quản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lý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 typeface="Arial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Giảm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thiểu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các</a:t>
            </a:r>
            <a:r>
              <a:rPr lang="en-US" dirty="0" smtClean="0">
                <a:solidFill>
                  <a:schemeClr val="tx1"/>
                </a:solidFill>
              </a:rPr>
              <a:t> chi </a:t>
            </a:r>
            <a:r>
              <a:rPr lang="en-US" dirty="0" err="1" smtClean="0">
                <a:solidFill>
                  <a:schemeClr val="tx1"/>
                </a:solidFill>
              </a:rPr>
              <a:t>phí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trong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quá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trình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quản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lý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 typeface="Arial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Tạo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tiền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đề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cho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quá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trình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hoàn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thiện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và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đổi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mới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 typeface="Arial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858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367" y="476641"/>
            <a:ext cx="8222894" cy="1500187"/>
          </a:xfrm>
        </p:spPr>
        <p:txBody>
          <a:bodyPr anchor="t">
            <a:normAutofit/>
          </a:bodyPr>
          <a:lstStyle/>
          <a:p>
            <a:r>
              <a:rPr lang="en-US" sz="4000" b="1" dirty="0" smtClean="0"/>
              <a:t>1.4. </a:t>
            </a:r>
            <a:r>
              <a:rPr lang="en-US" sz="4000" b="1" dirty="0" err="1" smtClean="0"/>
              <a:t>Đặc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điểm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của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kiểm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soát</a:t>
            </a:r>
            <a:endParaRPr lang="en-US" sz="4000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79367" y="1676400"/>
            <a:ext cx="8222894" cy="38210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/>
              <a:buChar char="•"/>
            </a:pPr>
            <a:r>
              <a:rPr lang="en-US" sz="3600" dirty="0" err="1" smtClean="0"/>
              <a:t>Là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dirty="0" err="1" smtClean="0"/>
              <a:t>mang</a:t>
            </a:r>
            <a:r>
              <a:rPr lang="en-US" sz="3600" dirty="0" smtClean="0"/>
              <a:t> </a:t>
            </a:r>
            <a:r>
              <a:rPr lang="en-US" sz="3600" dirty="0" err="1" smtClean="0"/>
              <a:t>tính</a:t>
            </a:r>
            <a:r>
              <a:rPr lang="en-US" sz="3600" dirty="0" smtClean="0"/>
              <a:t> </a:t>
            </a:r>
            <a:r>
              <a:rPr lang="en-US" sz="3600" dirty="0" err="1" smtClean="0"/>
              <a:t>quyền</a:t>
            </a:r>
            <a:r>
              <a:rPr lang="en-US" sz="3600" dirty="0" smtClean="0"/>
              <a:t> </a:t>
            </a:r>
            <a:r>
              <a:rPr lang="en-US" sz="3600" dirty="0" err="1" smtClean="0"/>
              <a:t>lực</a:t>
            </a:r>
            <a:r>
              <a:rPr lang="en-US" sz="3600" dirty="0" smtClean="0"/>
              <a:t>.</a:t>
            </a:r>
          </a:p>
          <a:p>
            <a:pPr marL="457200" indent="-457200" algn="just">
              <a:buFont typeface="Arial"/>
              <a:buChar char="•"/>
            </a:pPr>
            <a:r>
              <a:rPr lang="en-US" sz="3600" dirty="0" err="1" smtClean="0"/>
              <a:t>Là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dirty="0" err="1" smtClean="0"/>
              <a:t>có</a:t>
            </a:r>
            <a:r>
              <a:rPr lang="en-US" sz="3600" dirty="0" smtClean="0"/>
              <a:t> </a:t>
            </a:r>
            <a:r>
              <a:rPr lang="en-US" sz="3600" dirty="0" err="1" smtClean="0"/>
              <a:t>tính</a:t>
            </a:r>
            <a:r>
              <a:rPr lang="en-US" sz="3600" dirty="0" smtClean="0"/>
              <a:t> </a:t>
            </a:r>
            <a:r>
              <a:rPr lang="en-US" sz="3600" dirty="0" err="1" smtClean="0"/>
              <a:t>mục</a:t>
            </a:r>
            <a:r>
              <a:rPr lang="en-US" sz="3600" dirty="0" smtClean="0"/>
              <a:t> </a:t>
            </a:r>
            <a:r>
              <a:rPr lang="en-US" sz="3600" dirty="0" err="1" smtClean="0"/>
              <a:t>đích</a:t>
            </a:r>
            <a:endParaRPr lang="en-US" sz="3600" dirty="0" smtClean="0"/>
          </a:p>
          <a:p>
            <a:pPr marL="457200" indent="-457200" algn="just">
              <a:buFont typeface="Arial"/>
              <a:buChar char="•"/>
            </a:pPr>
            <a:r>
              <a:rPr lang="en-US" sz="3600" dirty="0" err="1" smtClean="0"/>
              <a:t>Là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dirty="0" err="1" smtClean="0"/>
              <a:t>gắn</a:t>
            </a:r>
            <a:r>
              <a:rPr lang="en-US" sz="3600" dirty="0" smtClean="0"/>
              <a:t> </a:t>
            </a:r>
            <a:r>
              <a:rPr lang="en-US" sz="3600" dirty="0" err="1" smtClean="0"/>
              <a:t>với</a:t>
            </a:r>
            <a:r>
              <a:rPr lang="en-US" sz="3600" dirty="0" smtClean="0"/>
              <a:t> </a:t>
            </a:r>
            <a:r>
              <a:rPr lang="en-US" sz="3600" dirty="0" err="1" smtClean="0"/>
              <a:t>một</a:t>
            </a:r>
            <a:r>
              <a:rPr lang="en-US" sz="3600" dirty="0" smtClean="0"/>
              <a:t> </a:t>
            </a:r>
            <a:r>
              <a:rPr lang="en-US" sz="3600" dirty="0" err="1" smtClean="0"/>
              <a:t>chủ</a:t>
            </a:r>
            <a:r>
              <a:rPr lang="en-US" sz="3600" dirty="0" smtClean="0"/>
              <a:t> </a:t>
            </a:r>
            <a:r>
              <a:rPr lang="en-US" sz="3600" dirty="0" err="1" smtClean="0"/>
              <a:t>thể</a:t>
            </a:r>
            <a:r>
              <a:rPr lang="en-US" sz="3600" dirty="0" smtClean="0"/>
              <a:t> </a:t>
            </a:r>
            <a:r>
              <a:rPr lang="en-US" sz="3600" dirty="0" err="1" smtClean="0"/>
              <a:t>nhất</a:t>
            </a:r>
            <a:r>
              <a:rPr lang="en-US" sz="3600" dirty="0" smtClean="0"/>
              <a:t> </a:t>
            </a:r>
            <a:r>
              <a:rPr lang="en-US" sz="3600" dirty="0" err="1" smtClean="0"/>
              <a:t>định</a:t>
            </a:r>
            <a:r>
              <a:rPr lang="en-US" sz="3600" dirty="0" smtClean="0"/>
              <a:t>.</a:t>
            </a:r>
          </a:p>
          <a:p>
            <a:pPr marL="457200" indent="-457200" algn="just">
              <a:buFont typeface="Arial"/>
              <a:buChar char="•"/>
            </a:pPr>
            <a:r>
              <a:rPr lang="en-US" sz="3600" dirty="0" err="1" smtClean="0"/>
              <a:t>Là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dirty="0" err="1" smtClean="0"/>
              <a:t>gắn</a:t>
            </a:r>
            <a:r>
              <a:rPr lang="en-US" sz="3600" dirty="0" smtClean="0"/>
              <a:t> </a:t>
            </a:r>
            <a:r>
              <a:rPr lang="en-US" sz="3600" dirty="0" err="1" smtClean="0"/>
              <a:t>với</a:t>
            </a:r>
            <a:r>
              <a:rPr lang="en-US" sz="3600" dirty="0" smtClean="0"/>
              <a:t> </a:t>
            </a:r>
            <a:r>
              <a:rPr lang="en-US" sz="3600" dirty="0" err="1" smtClean="0"/>
              <a:t>một</a:t>
            </a:r>
            <a:r>
              <a:rPr lang="en-US" sz="3600" dirty="0" smtClean="0"/>
              <a:t> </a:t>
            </a:r>
            <a:r>
              <a:rPr lang="en-US" sz="3600" dirty="0" err="1" smtClean="0"/>
              <a:t>đối</a:t>
            </a:r>
            <a:r>
              <a:rPr lang="en-US" sz="3600" dirty="0" smtClean="0"/>
              <a:t> </a:t>
            </a:r>
            <a:r>
              <a:rPr lang="en-US" sz="3600" dirty="0" err="1" smtClean="0"/>
              <a:t>tượng</a:t>
            </a:r>
            <a:r>
              <a:rPr lang="en-US" sz="3600" dirty="0" smtClean="0"/>
              <a:t> </a:t>
            </a:r>
            <a:r>
              <a:rPr lang="en-US" sz="3600" dirty="0" err="1" smtClean="0"/>
              <a:t>cụ</a:t>
            </a:r>
            <a:r>
              <a:rPr lang="en-US" sz="3600" dirty="0" smtClean="0"/>
              <a:t> </a:t>
            </a:r>
            <a:r>
              <a:rPr lang="en-US" sz="3600" dirty="0" err="1" smtClean="0"/>
              <a:t>thể</a:t>
            </a:r>
            <a:r>
              <a:rPr lang="en-US" sz="3600" dirty="0" smtClean="0"/>
              <a:t>.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413749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367" y="476642"/>
            <a:ext cx="8222894" cy="908814"/>
          </a:xfrm>
        </p:spPr>
        <p:txBody>
          <a:bodyPr anchor="t">
            <a:normAutofit/>
          </a:bodyPr>
          <a:lstStyle/>
          <a:p>
            <a:r>
              <a:rPr lang="en-US" sz="4000" b="1" dirty="0" smtClean="0"/>
              <a:t>1.5. </a:t>
            </a:r>
            <a:r>
              <a:rPr lang="en-US" sz="4000" b="1" dirty="0" err="1" smtClean="0"/>
              <a:t>Nguyên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tắc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của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kiểm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soát</a:t>
            </a:r>
            <a:endParaRPr lang="en-US" sz="4000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79367" y="1976828"/>
            <a:ext cx="8222894" cy="38210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/>
              <a:buChar char="•"/>
            </a:pP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soát</a:t>
            </a:r>
            <a:r>
              <a:rPr lang="en-US" dirty="0" smtClean="0"/>
              <a:t> </a:t>
            </a:r>
            <a:r>
              <a:rPr lang="en-US" dirty="0" err="1" smtClean="0"/>
              <a:t>khu</a:t>
            </a:r>
            <a:r>
              <a:rPr lang="en-US" dirty="0" smtClean="0"/>
              <a:t> </a:t>
            </a:r>
            <a:r>
              <a:rPr lang="en-US" dirty="0" err="1" smtClean="0"/>
              <a:t>vực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yếu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yếu</a:t>
            </a:r>
            <a:r>
              <a:rPr lang="en-US" dirty="0" smtClean="0"/>
              <a:t>.</a:t>
            </a:r>
          </a:p>
          <a:p>
            <a:pPr marL="457200" indent="-457200" algn="just">
              <a:buFont typeface="Arial"/>
              <a:buChar char="•"/>
            </a:pPr>
            <a:r>
              <a:rPr lang="en-US" dirty="0" err="1" smtClean="0"/>
              <a:t>Tuân</a:t>
            </a:r>
            <a:r>
              <a:rPr lang="en-US" dirty="0" smtClean="0"/>
              <a:t> </a:t>
            </a:r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luật</a:t>
            </a:r>
            <a:r>
              <a:rPr lang="en-US" dirty="0" smtClean="0"/>
              <a:t>.</a:t>
            </a:r>
          </a:p>
          <a:p>
            <a:pPr marL="457200" indent="-457200" algn="just">
              <a:buFont typeface="Arial"/>
              <a:buChar char="•"/>
            </a:pP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, </a:t>
            </a:r>
            <a:r>
              <a:rPr lang="en-US" dirty="0" err="1" smtClean="0"/>
              <a:t>khách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.</a:t>
            </a:r>
          </a:p>
          <a:p>
            <a:pPr marL="457200" indent="-457200" algn="just">
              <a:buFont typeface="Arial"/>
              <a:buChar char="•"/>
            </a:pP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, minh </a:t>
            </a:r>
            <a:r>
              <a:rPr lang="en-US" dirty="0" err="1" smtClean="0"/>
              <a:t>bạch</a:t>
            </a:r>
            <a:r>
              <a:rPr lang="en-US" dirty="0" smtClean="0"/>
              <a:t>. </a:t>
            </a:r>
          </a:p>
          <a:p>
            <a:pPr marL="457200" indent="-457200" algn="just">
              <a:buFont typeface="Arial"/>
              <a:buChar char="•"/>
            </a:pP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mang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đồng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.</a:t>
            </a:r>
          </a:p>
          <a:p>
            <a:pPr marL="457200" indent="-457200" algn="just">
              <a:buFont typeface="Arial"/>
              <a:buChar char="•"/>
            </a:pP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.</a:t>
            </a:r>
          </a:p>
          <a:p>
            <a:pPr marL="457200" indent="-457200" algn="just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5692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964" y="476641"/>
            <a:ext cx="8742218" cy="1500187"/>
          </a:xfrm>
        </p:spPr>
        <p:txBody>
          <a:bodyPr anchor="t">
            <a:normAutofit/>
          </a:bodyPr>
          <a:lstStyle/>
          <a:p>
            <a:r>
              <a:rPr lang="en-US" sz="3600" b="1" dirty="0" smtClean="0"/>
              <a:t>1.6. </a:t>
            </a:r>
            <a:r>
              <a:rPr lang="en-US" sz="3600" b="1" dirty="0" err="1" smtClean="0"/>
              <a:t>Yêu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cầu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đối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với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hệ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thống</a:t>
            </a:r>
            <a:endParaRPr lang="en-US" sz="3600" b="1" dirty="0" smtClean="0"/>
          </a:p>
          <a:p>
            <a:r>
              <a:rPr lang="en-US" sz="3600" b="1" dirty="0" smtClean="0"/>
              <a:t>       </a:t>
            </a:r>
            <a:r>
              <a:rPr lang="en-US" sz="3600" b="1" dirty="0" err="1" smtClean="0"/>
              <a:t>kiểm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soát</a:t>
            </a:r>
            <a:endParaRPr lang="en-US" sz="3600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3964" y="1976828"/>
            <a:ext cx="8742217" cy="38210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/>
              <a:buChar char="•"/>
            </a:pPr>
            <a:r>
              <a:rPr lang="en-US" sz="3600" dirty="0" err="1" smtClean="0"/>
              <a:t>Phải</a:t>
            </a:r>
            <a:r>
              <a:rPr lang="en-US" sz="3600" dirty="0" smtClean="0"/>
              <a:t> </a:t>
            </a:r>
            <a:r>
              <a:rPr lang="en-US" sz="3600" dirty="0" err="1" smtClean="0"/>
              <a:t>được</a:t>
            </a:r>
            <a:r>
              <a:rPr lang="en-US" sz="3600" dirty="0" smtClean="0"/>
              <a:t> </a:t>
            </a:r>
            <a:r>
              <a:rPr lang="en-US" sz="3600" dirty="0" err="1" smtClean="0"/>
              <a:t>thiết</a:t>
            </a:r>
            <a:r>
              <a:rPr lang="en-US" sz="3600" dirty="0" smtClean="0"/>
              <a:t> </a:t>
            </a:r>
            <a:r>
              <a:rPr lang="en-US" sz="3600" dirty="0" err="1" smtClean="0"/>
              <a:t>kế</a:t>
            </a:r>
            <a:r>
              <a:rPr lang="en-US" sz="3600" dirty="0" smtClean="0"/>
              <a:t> </a:t>
            </a:r>
            <a:r>
              <a:rPr lang="en-US" sz="3600" dirty="0" err="1" smtClean="0"/>
              <a:t>theo</a:t>
            </a:r>
            <a:r>
              <a:rPr lang="en-US" sz="3600" dirty="0" smtClean="0"/>
              <a:t> </a:t>
            </a:r>
            <a:r>
              <a:rPr lang="en-US" sz="3600" dirty="0" err="1" smtClean="0"/>
              <a:t>các</a:t>
            </a:r>
            <a:r>
              <a:rPr lang="en-US" sz="3600" dirty="0" smtClean="0"/>
              <a:t> </a:t>
            </a:r>
            <a:r>
              <a:rPr lang="en-US" sz="3600" dirty="0" err="1" smtClean="0"/>
              <a:t>kế</a:t>
            </a:r>
            <a:r>
              <a:rPr lang="en-US" sz="3600" dirty="0" smtClean="0"/>
              <a:t> </a:t>
            </a:r>
            <a:r>
              <a:rPr lang="en-US" sz="3600" dirty="0" err="1" smtClean="0"/>
              <a:t>hoạch</a:t>
            </a:r>
            <a:r>
              <a:rPr lang="en-US" sz="3600" dirty="0" smtClean="0"/>
              <a:t>.</a:t>
            </a:r>
          </a:p>
          <a:p>
            <a:pPr marL="457200" indent="-457200" algn="just">
              <a:buFont typeface="Arial"/>
              <a:buChar char="•"/>
            </a:pPr>
            <a:r>
              <a:rPr lang="en-US" sz="3600" dirty="0" err="1" smtClean="0"/>
              <a:t>Phải</a:t>
            </a:r>
            <a:r>
              <a:rPr lang="en-US" sz="3600" dirty="0" smtClean="0"/>
              <a:t> </a:t>
            </a:r>
            <a:r>
              <a:rPr lang="en-US" sz="3600" dirty="0" err="1" smtClean="0"/>
              <a:t>được</a:t>
            </a:r>
            <a:r>
              <a:rPr lang="en-US" sz="3600" dirty="0" smtClean="0"/>
              <a:t> </a:t>
            </a:r>
            <a:r>
              <a:rPr lang="en-US" sz="3600" dirty="0" err="1" smtClean="0"/>
              <a:t>thiết</a:t>
            </a:r>
            <a:r>
              <a:rPr lang="en-US" sz="3600" dirty="0" smtClean="0"/>
              <a:t> </a:t>
            </a:r>
            <a:r>
              <a:rPr lang="en-US" sz="3600" dirty="0" err="1" smtClean="0"/>
              <a:t>kế</a:t>
            </a:r>
            <a:r>
              <a:rPr lang="en-US" sz="3600" dirty="0" smtClean="0"/>
              <a:t> </a:t>
            </a:r>
            <a:r>
              <a:rPr lang="en-US" sz="3600" dirty="0" err="1" smtClean="0"/>
              <a:t>phù</a:t>
            </a:r>
            <a:r>
              <a:rPr lang="en-US" sz="3600" dirty="0" smtClean="0"/>
              <a:t> </a:t>
            </a:r>
            <a:r>
              <a:rPr lang="en-US" sz="3600" dirty="0" err="1" smtClean="0"/>
              <a:t>hợp</a:t>
            </a:r>
            <a:r>
              <a:rPr lang="en-US" sz="3600" dirty="0" smtClean="0"/>
              <a:t> </a:t>
            </a:r>
            <a:r>
              <a:rPr lang="en-US" sz="3600" dirty="0" err="1" smtClean="0"/>
              <a:t>với</a:t>
            </a:r>
            <a:r>
              <a:rPr lang="en-US" sz="3600" dirty="0" smtClean="0"/>
              <a:t> </a:t>
            </a:r>
            <a:r>
              <a:rPr lang="en-US" sz="3600" dirty="0" err="1" smtClean="0"/>
              <a:t>hệ</a:t>
            </a:r>
            <a:r>
              <a:rPr lang="en-US" sz="3600" dirty="0" smtClean="0"/>
              <a:t> </a:t>
            </a:r>
            <a:r>
              <a:rPr lang="en-US" sz="3600" dirty="0" err="1" smtClean="0"/>
              <a:t>thống</a:t>
            </a:r>
            <a:r>
              <a:rPr lang="en-US" sz="3600" dirty="0" smtClean="0"/>
              <a:t> </a:t>
            </a:r>
            <a:r>
              <a:rPr lang="en-US" sz="3600" dirty="0" err="1" smtClean="0"/>
              <a:t>và</a:t>
            </a:r>
            <a:r>
              <a:rPr lang="en-US" sz="3600" dirty="0" smtClean="0"/>
              <a:t> con </a:t>
            </a:r>
            <a:r>
              <a:rPr lang="en-US" sz="3600" dirty="0" err="1" smtClean="0"/>
              <a:t>người</a:t>
            </a:r>
            <a:r>
              <a:rPr lang="en-US" sz="3600" dirty="0" smtClean="0"/>
              <a:t> </a:t>
            </a:r>
            <a:r>
              <a:rPr lang="en-US" sz="3600" dirty="0" err="1" smtClean="0"/>
              <a:t>trong</a:t>
            </a:r>
            <a:r>
              <a:rPr lang="en-US" sz="3600" dirty="0" smtClean="0"/>
              <a:t> </a:t>
            </a:r>
            <a:r>
              <a:rPr lang="en-US" sz="3600" dirty="0" err="1" smtClean="0"/>
              <a:t>hệ</a:t>
            </a:r>
            <a:r>
              <a:rPr lang="en-US" sz="3600" dirty="0" smtClean="0"/>
              <a:t> </a:t>
            </a:r>
            <a:r>
              <a:rPr lang="en-US" sz="3600" dirty="0" err="1" smtClean="0"/>
              <a:t>thống</a:t>
            </a:r>
            <a:r>
              <a:rPr lang="en-US" sz="3600" dirty="0" smtClean="0"/>
              <a:t>.</a:t>
            </a:r>
          </a:p>
          <a:p>
            <a:pPr marL="457200" indent="-457200" algn="just">
              <a:buFont typeface="Arial"/>
              <a:buChar char="•"/>
            </a:pPr>
            <a:r>
              <a:rPr lang="en-US" sz="3600" dirty="0" err="1" smtClean="0"/>
              <a:t>Phải</a:t>
            </a:r>
            <a:r>
              <a:rPr lang="en-US" sz="3600" dirty="0" smtClean="0"/>
              <a:t> </a:t>
            </a:r>
            <a:r>
              <a:rPr lang="en-US" sz="3600" dirty="0" err="1" smtClean="0"/>
              <a:t>linh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và</a:t>
            </a:r>
            <a:r>
              <a:rPr lang="en-US" sz="3600" dirty="0" smtClean="0"/>
              <a:t> </a:t>
            </a:r>
            <a:r>
              <a:rPr lang="en-US" sz="3600" dirty="0" err="1" smtClean="0"/>
              <a:t>có</a:t>
            </a:r>
            <a:r>
              <a:rPr lang="en-US" sz="3600" dirty="0" smtClean="0"/>
              <a:t> </a:t>
            </a:r>
            <a:r>
              <a:rPr lang="en-US" sz="3600" dirty="0" err="1" smtClean="0"/>
              <a:t>độ</a:t>
            </a:r>
            <a:r>
              <a:rPr lang="en-US" sz="3600" dirty="0" smtClean="0"/>
              <a:t> </a:t>
            </a:r>
            <a:r>
              <a:rPr lang="en-US" sz="3600" dirty="0" err="1" smtClean="0"/>
              <a:t>đa</a:t>
            </a:r>
            <a:r>
              <a:rPr lang="en-US" sz="3600" dirty="0" smtClean="0"/>
              <a:t> </a:t>
            </a:r>
            <a:r>
              <a:rPr lang="en-US" sz="3600" dirty="0" err="1" smtClean="0"/>
              <a:t>dạng</a:t>
            </a:r>
            <a:r>
              <a:rPr lang="en-US" sz="3600" dirty="0" smtClean="0"/>
              <a:t> </a:t>
            </a:r>
            <a:r>
              <a:rPr lang="en-US" sz="3600" dirty="0" err="1" smtClean="0"/>
              <a:t>hợp</a:t>
            </a:r>
            <a:r>
              <a:rPr lang="en-US" sz="3600" dirty="0" smtClean="0"/>
              <a:t> </a:t>
            </a:r>
            <a:r>
              <a:rPr lang="en-US" sz="3600" dirty="0" err="1" smtClean="0"/>
              <a:t>lý</a:t>
            </a:r>
            <a:r>
              <a:rPr lang="en-US" sz="3600" dirty="0" smtClean="0"/>
              <a:t>.</a:t>
            </a:r>
          </a:p>
          <a:p>
            <a:pPr marL="457200" indent="-457200" algn="just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6165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80268" y="2738782"/>
            <a:ext cx="5862592" cy="3003827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3316" y="3494018"/>
            <a:ext cx="5270400" cy="1362075"/>
          </a:xfrm>
        </p:spPr>
        <p:txBody>
          <a:bodyPr anchor="b">
            <a:normAutofit/>
          </a:bodyPr>
          <a:lstStyle/>
          <a:p>
            <a:pPr algn="r"/>
            <a:r>
              <a:rPr lang="en-US" sz="3800" dirty="0" smtClean="0"/>
              <a:t>2 HỆ THỐNG KIỂM SOÁT</a:t>
            </a:r>
            <a:endParaRPr lang="en-US" sz="3800" dirty="0"/>
          </a:p>
        </p:txBody>
      </p:sp>
      <p:pic>
        <p:nvPicPr>
          <p:cNvPr id="5" name="Picture 4" descr="Ảnh chụp Màn hình 2021-03-17 lúc 11.41.06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10" y="235527"/>
            <a:ext cx="3851564" cy="425535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3831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2.1.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soát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800" dirty="0" smtClean="0"/>
              <a:t>   </a:t>
            </a:r>
            <a:r>
              <a:rPr lang="en-US" sz="3600" dirty="0" err="1" smtClean="0"/>
              <a:t>Chủ</a:t>
            </a:r>
            <a:r>
              <a:rPr lang="en-US" sz="3600" dirty="0" smtClean="0"/>
              <a:t> </a:t>
            </a:r>
            <a:r>
              <a:rPr lang="en-US" sz="3600" dirty="0" err="1" smtClean="0"/>
              <a:t>thể</a:t>
            </a:r>
            <a:r>
              <a:rPr lang="en-US" sz="3600" dirty="0" smtClean="0"/>
              <a:t>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r>
              <a:rPr lang="en-US" sz="3600" dirty="0" smtClean="0"/>
              <a:t> </a:t>
            </a:r>
            <a:r>
              <a:rPr lang="en-US" sz="3600" dirty="0" err="1" smtClean="0"/>
              <a:t>là</a:t>
            </a:r>
            <a:r>
              <a:rPr lang="en-US" sz="3600" dirty="0" smtClean="0"/>
              <a:t> </a:t>
            </a:r>
            <a:r>
              <a:rPr lang="en-US" sz="3600" dirty="0" err="1" smtClean="0"/>
              <a:t>người</a:t>
            </a:r>
            <a:r>
              <a:rPr lang="en-US" sz="3600" dirty="0" smtClean="0"/>
              <a:t> </a:t>
            </a:r>
            <a:r>
              <a:rPr lang="en-US" sz="3600" dirty="0" err="1" smtClean="0"/>
              <a:t>hoặc</a:t>
            </a:r>
            <a:r>
              <a:rPr lang="en-US" sz="3600" dirty="0" smtClean="0"/>
              <a:t> </a:t>
            </a:r>
            <a:r>
              <a:rPr lang="en-US" sz="3600" dirty="0" err="1" smtClean="0"/>
              <a:t>đơn</a:t>
            </a:r>
            <a:r>
              <a:rPr lang="en-US" sz="3600" dirty="0" smtClean="0"/>
              <a:t> </a:t>
            </a:r>
            <a:r>
              <a:rPr lang="en-US" sz="3600" dirty="0" err="1" smtClean="0"/>
              <a:t>vị</a:t>
            </a:r>
            <a:r>
              <a:rPr lang="en-US" sz="3600" dirty="0" smtClean="0"/>
              <a:t> </a:t>
            </a:r>
            <a:r>
              <a:rPr lang="en-US" sz="3600" dirty="0" err="1" smtClean="0"/>
              <a:t>đưa</a:t>
            </a:r>
            <a:r>
              <a:rPr lang="en-US" sz="3600" dirty="0" smtClean="0"/>
              <a:t> </a:t>
            </a:r>
            <a:r>
              <a:rPr lang="en-US" sz="3600" dirty="0" err="1" smtClean="0"/>
              <a:t>ra</a:t>
            </a:r>
            <a:r>
              <a:rPr lang="en-US" sz="3600" dirty="0" smtClean="0"/>
              <a:t> </a:t>
            </a:r>
            <a:r>
              <a:rPr lang="en-US" sz="3600" dirty="0" err="1" smtClean="0"/>
              <a:t>các</a:t>
            </a:r>
            <a:r>
              <a:rPr lang="en-US" sz="3600" dirty="0" smtClean="0"/>
              <a:t> </a:t>
            </a:r>
            <a:r>
              <a:rPr lang="en-US" sz="3600" dirty="0" err="1" smtClean="0"/>
              <a:t>tác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r>
              <a:rPr lang="en-US" sz="3600" dirty="0" smtClean="0"/>
              <a:t> </a:t>
            </a:r>
            <a:r>
              <a:rPr lang="en-US" sz="3600" dirty="0" err="1" smtClean="0"/>
              <a:t>hoặc</a:t>
            </a:r>
            <a:r>
              <a:rPr lang="en-US" sz="3600" dirty="0" smtClean="0"/>
              <a:t> </a:t>
            </a:r>
            <a:r>
              <a:rPr lang="en-US" sz="3600" dirty="0" err="1" smtClean="0"/>
              <a:t>thực</a:t>
            </a:r>
            <a:r>
              <a:rPr lang="en-US" sz="3600" dirty="0" smtClean="0"/>
              <a:t> </a:t>
            </a:r>
            <a:r>
              <a:rPr lang="en-US" sz="3600" dirty="0" err="1" smtClean="0"/>
              <a:t>hiện</a:t>
            </a:r>
            <a:r>
              <a:rPr lang="en-US" sz="3600" dirty="0" smtClean="0"/>
              <a:t> </a:t>
            </a:r>
            <a:r>
              <a:rPr lang="en-US" sz="3600" dirty="0" err="1" smtClean="0"/>
              <a:t>chức</a:t>
            </a:r>
            <a:r>
              <a:rPr lang="en-US" sz="3600" dirty="0" smtClean="0"/>
              <a:t> </a:t>
            </a:r>
            <a:r>
              <a:rPr lang="en-US" sz="3600" dirty="0" err="1" smtClean="0"/>
              <a:t>năng</a:t>
            </a:r>
            <a:r>
              <a:rPr lang="en-US" sz="3600" dirty="0" smtClean="0"/>
              <a:t>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r>
              <a:rPr lang="en-US" sz="3600" dirty="0" smtClean="0"/>
              <a:t>. </a:t>
            </a:r>
          </a:p>
        </p:txBody>
      </p:sp>
    </p:spTree>
    <p:extLst>
      <p:ext uri="{BB962C8B-B14F-4D97-AF65-F5344CB8AC3E}">
        <p14:creationId xmlns="" xmlns:p14="http://schemas.microsoft.com/office/powerpoint/2010/main" val="2714666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3345"/>
            <a:ext cx="8229600" cy="581891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4000" b="1" dirty="0" err="1" smtClean="0"/>
              <a:t>Chủ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thể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bên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ngoài</a:t>
            </a:r>
            <a:r>
              <a:rPr lang="en-US" sz="4000" b="1" dirty="0" smtClean="0"/>
              <a:t>: </a:t>
            </a:r>
          </a:p>
          <a:p>
            <a:pPr marL="0" indent="0" algn="just">
              <a:buNone/>
            </a:pPr>
            <a:endParaRPr lang="en-US" sz="2800" dirty="0" smtClean="0"/>
          </a:p>
          <a:p>
            <a:pPr algn="just"/>
            <a:r>
              <a:rPr lang="en-US" sz="3500" dirty="0" err="1" smtClean="0"/>
              <a:t>Giám</a:t>
            </a:r>
            <a:r>
              <a:rPr lang="en-US" sz="3500" dirty="0" smtClean="0"/>
              <a:t> </a:t>
            </a:r>
            <a:r>
              <a:rPr lang="en-US" sz="3500" dirty="0" err="1" smtClean="0"/>
              <a:t>sát</a:t>
            </a:r>
            <a:r>
              <a:rPr lang="en-US" sz="3500" dirty="0" smtClean="0"/>
              <a:t> </a:t>
            </a:r>
            <a:r>
              <a:rPr lang="en-US" sz="3500" dirty="0" err="1" smtClean="0"/>
              <a:t>của</a:t>
            </a:r>
            <a:r>
              <a:rPr lang="en-US" sz="3500" dirty="0" smtClean="0"/>
              <a:t> </a:t>
            </a:r>
            <a:r>
              <a:rPr lang="en-US" sz="3500" dirty="0" err="1" smtClean="0"/>
              <a:t>Quốc</a:t>
            </a:r>
            <a:r>
              <a:rPr lang="en-US" sz="3500" dirty="0" smtClean="0"/>
              <a:t> </a:t>
            </a:r>
            <a:r>
              <a:rPr lang="en-US" sz="3500" dirty="0" err="1" smtClean="0"/>
              <a:t>hội</a:t>
            </a:r>
            <a:r>
              <a:rPr lang="en-US" sz="3500" dirty="0" smtClean="0"/>
              <a:t> </a:t>
            </a:r>
            <a:r>
              <a:rPr lang="mr-IN" sz="3500" dirty="0" smtClean="0"/>
              <a:t>–</a:t>
            </a:r>
            <a:r>
              <a:rPr lang="en-US" sz="3500" dirty="0" smtClean="0"/>
              <a:t> </a:t>
            </a:r>
            <a:r>
              <a:rPr lang="en-US" sz="3500" dirty="0" err="1" smtClean="0"/>
              <a:t>Hội</a:t>
            </a:r>
            <a:r>
              <a:rPr lang="en-US" sz="3500" dirty="0" smtClean="0"/>
              <a:t> </a:t>
            </a:r>
            <a:r>
              <a:rPr lang="en-US" sz="3500" dirty="0" err="1" smtClean="0"/>
              <a:t>đồng</a:t>
            </a:r>
            <a:r>
              <a:rPr lang="en-US" sz="3500" dirty="0" smtClean="0"/>
              <a:t> </a:t>
            </a:r>
            <a:r>
              <a:rPr lang="en-US" sz="3500" dirty="0" err="1" smtClean="0"/>
              <a:t>nhân</a:t>
            </a:r>
            <a:r>
              <a:rPr lang="en-US" sz="3500" dirty="0" smtClean="0"/>
              <a:t> </a:t>
            </a:r>
            <a:r>
              <a:rPr lang="en-US" sz="3500" dirty="0" err="1" smtClean="0"/>
              <a:t>dân</a:t>
            </a:r>
            <a:r>
              <a:rPr lang="en-US" sz="3500" dirty="0" smtClean="0"/>
              <a:t> </a:t>
            </a:r>
            <a:r>
              <a:rPr lang="mr-IN" sz="3500" dirty="0" smtClean="0"/>
              <a:t>–</a:t>
            </a:r>
            <a:r>
              <a:rPr lang="en-US" sz="3500" dirty="0" smtClean="0"/>
              <a:t> </a:t>
            </a:r>
            <a:r>
              <a:rPr lang="en-US" sz="3500" dirty="0" err="1" smtClean="0"/>
              <a:t>Toà</a:t>
            </a:r>
            <a:r>
              <a:rPr lang="en-US" sz="3500" dirty="0" smtClean="0"/>
              <a:t> </a:t>
            </a:r>
            <a:r>
              <a:rPr lang="en-US" sz="3500" dirty="0" err="1" smtClean="0"/>
              <a:t>án</a:t>
            </a:r>
            <a:endParaRPr lang="en-US" sz="3500" dirty="0" smtClean="0"/>
          </a:p>
          <a:p>
            <a:pPr algn="just"/>
            <a:r>
              <a:rPr lang="en-US" sz="3500" dirty="0" err="1" smtClean="0"/>
              <a:t>Kiểm</a:t>
            </a:r>
            <a:r>
              <a:rPr lang="en-US" sz="3500" dirty="0" smtClean="0"/>
              <a:t> </a:t>
            </a:r>
            <a:r>
              <a:rPr lang="en-US" sz="3500" dirty="0" err="1" smtClean="0"/>
              <a:t>tra</a:t>
            </a:r>
            <a:r>
              <a:rPr lang="en-US" sz="3500" dirty="0" smtClean="0"/>
              <a:t> </a:t>
            </a:r>
            <a:r>
              <a:rPr lang="en-US" sz="3500" dirty="0" err="1" smtClean="0"/>
              <a:t>của</a:t>
            </a:r>
            <a:r>
              <a:rPr lang="en-US" sz="3500" dirty="0" smtClean="0"/>
              <a:t> </a:t>
            </a:r>
            <a:r>
              <a:rPr lang="en-US" sz="3500" dirty="0" err="1" smtClean="0"/>
              <a:t>Chính</a:t>
            </a:r>
            <a:r>
              <a:rPr lang="en-US" sz="3500" dirty="0" smtClean="0"/>
              <a:t> </a:t>
            </a:r>
            <a:r>
              <a:rPr lang="en-US" sz="3500" dirty="0" err="1" smtClean="0"/>
              <a:t>phủ</a:t>
            </a:r>
            <a:r>
              <a:rPr lang="en-US" sz="3500" dirty="0" smtClean="0"/>
              <a:t>, UBND, </a:t>
            </a:r>
            <a:r>
              <a:rPr lang="en-US" sz="3500" dirty="0" err="1" smtClean="0"/>
              <a:t>cơ</a:t>
            </a:r>
            <a:r>
              <a:rPr lang="en-US" sz="3500" dirty="0" smtClean="0"/>
              <a:t> </a:t>
            </a:r>
            <a:r>
              <a:rPr lang="en-US" sz="3500" dirty="0" err="1" smtClean="0"/>
              <a:t>quan</a:t>
            </a:r>
            <a:r>
              <a:rPr lang="en-US" sz="3500" dirty="0" smtClean="0"/>
              <a:t> </a:t>
            </a:r>
            <a:r>
              <a:rPr lang="en-US" sz="3500" dirty="0" err="1" smtClean="0"/>
              <a:t>chức</a:t>
            </a:r>
            <a:r>
              <a:rPr lang="en-US" sz="3500" dirty="0" smtClean="0"/>
              <a:t> </a:t>
            </a:r>
            <a:r>
              <a:rPr lang="en-US" sz="3500" dirty="0" err="1" smtClean="0"/>
              <a:t>năng</a:t>
            </a:r>
            <a:r>
              <a:rPr lang="en-US" sz="3500" dirty="0" smtClean="0"/>
              <a:t> </a:t>
            </a:r>
          </a:p>
          <a:p>
            <a:pPr algn="just"/>
            <a:r>
              <a:rPr lang="en-US" sz="3500" dirty="0" err="1" smtClean="0"/>
              <a:t>Thanh</a:t>
            </a:r>
            <a:r>
              <a:rPr lang="en-US" sz="3500" dirty="0" smtClean="0"/>
              <a:t> </a:t>
            </a:r>
            <a:r>
              <a:rPr lang="en-US" sz="3500" dirty="0" err="1" smtClean="0"/>
              <a:t>tra</a:t>
            </a:r>
            <a:r>
              <a:rPr lang="en-US" sz="3500" dirty="0" smtClean="0"/>
              <a:t> </a:t>
            </a:r>
            <a:r>
              <a:rPr lang="en-US" sz="3500" dirty="0" err="1" smtClean="0"/>
              <a:t>của</a:t>
            </a:r>
            <a:r>
              <a:rPr lang="en-US" sz="3500" dirty="0" smtClean="0"/>
              <a:t> </a:t>
            </a:r>
            <a:r>
              <a:rPr lang="en-US" sz="3500" dirty="0" err="1" smtClean="0"/>
              <a:t>Tổng</a:t>
            </a:r>
            <a:r>
              <a:rPr lang="en-US" sz="3500" dirty="0" smtClean="0"/>
              <a:t> </a:t>
            </a:r>
            <a:r>
              <a:rPr lang="en-US" sz="3500" dirty="0" err="1" smtClean="0"/>
              <a:t>thanh</a:t>
            </a:r>
            <a:r>
              <a:rPr lang="en-US" sz="3500" dirty="0" smtClean="0"/>
              <a:t> </a:t>
            </a:r>
            <a:r>
              <a:rPr lang="en-US" sz="3500" dirty="0" err="1" smtClean="0"/>
              <a:t>tra</a:t>
            </a:r>
            <a:r>
              <a:rPr lang="en-US" sz="3500" dirty="0" smtClean="0"/>
              <a:t> </a:t>
            </a:r>
            <a:r>
              <a:rPr lang="en-US" sz="3500" dirty="0" err="1" smtClean="0"/>
              <a:t>Nhà</a:t>
            </a:r>
            <a:r>
              <a:rPr lang="en-US" sz="3500" dirty="0" smtClean="0"/>
              <a:t> </a:t>
            </a:r>
            <a:r>
              <a:rPr lang="en-US" sz="3500" dirty="0" err="1" smtClean="0"/>
              <a:t>nước</a:t>
            </a:r>
            <a:r>
              <a:rPr lang="en-US" sz="3500" dirty="0" smtClean="0"/>
              <a:t> </a:t>
            </a:r>
            <a:r>
              <a:rPr lang="en-US" sz="3500" dirty="0" err="1" smtClean="0"/>
              <a:t>và</a:t>
            </a:r>
            <a:r>
              <a:rPr lang="en-US" sz="3500" dirty="0" smtClean="0"/>
              <a:t> </a:t>
            </a:r>
            <a:r>
              <a:rPr lang="en-US" sz="3500" dirty="0" err="1" smtClean="0"/>
              <a:t>thanh</a:t>
            </a:r>
            <a:r>
              <a:rPr lang="en-US" sz="3500" dirty="0" smtClean="0"/>
              <a:t> </a:t>
            </a:r>
            <a:r>
              <a:rPr lang="en-US" sz="3500" dirty="0" err="1" smtClean="0"/>
              <a:t>tra</a:t>
            </a:r>
            <a:r>
              <a:rPr lang="en-US" sz="3500" dirty="0" smtClean="0"/>
              <a:t> </a:t>
            </a:r>
            <a:r>
              <a:rPr lang="en-US" sz="3500" dirty="0" err="1" smtClean="0"/>
              <a:t>Nhà</a:t>
            </a:r>
            <a:r>
              <a:rPr lang="en-US" sz="3500" dirty="0" smtClean="0"/>
              <a:t> </a:t>
            </a:r>
            <a:r>
              <a:rPr lang="en-US" sz="3500" dirty="0" err="1" smtClean="0"/>
              <a:t>nước</a:t>
            </a:r>
            <a:r>
              <a:rPr lang="en-US" sz="3500" dirty="0" smtClean="0"/>
              <a:t> </a:t>
            </a:r>
            <a:r>
              <a:rPr lang="en-US" sz="3500" dirty="0" err="1" smtClean="0"/>
              <a:t>chuyên</a:t>
            </a:r>
            <a:r>
              <a:rPr lang="en-US" sz="3500" dirty="0" smtClean="0"/>
              <a:t> </a:t>
            </a:r>
            <a:r>
              <a:rPr lang="en-US" sz="3500" dirty="0" err="1" smtClean="0"/>
              <a:t>ngành</a:t>
            </a:r>
            <a:r>
              <a:rPr lang="en-US" sz="3500" dirty="0" smtClean="0"/>
              <a:t>. </a:t>
            </a:r>
          </a:p>
          <a:p>
            <a:pPr algn="just"/>
            <a:r>
              <a:rPr lang="en-US" sz="3500" dirty="0" err="1" smtClean="0"/>
              <a:t>Kiểm</a:t>
            </a:r>
            <a:r>
              <a:rPr lang="en-US" sz="3500" dirty="0" smtClean="0"/>
              <a:t> </a:t>
            </a:r>
            <a:r>
              <a:rPr lang="en-US" sz="3500" dirty="0" err="1" smtClean="0"/>
              <a:t>soát</a:t>
            </a:r>
            <a:r>
              <a:rPr lang="en-US" sz="3500" dirty="0" smtClean="0"/>
              <a:t> </a:t>
            </a:r>
            <a:r>
              <a:rPr lang="en-US" sz="3500" dirty="0" err="1" smtClean="0"/>
              <a:t>của</a:t>
            </a:r>
            <a:r>
              <a:rPr lang="en-US" sz="3500" dirty="0" smtClean="0"/>
              <a:t> </a:t>
            </a:r>
            <a:r>
              <a:rPr lang="en-US" sz="3500" dirty="0" err="1" smtClean="0"/>
              <a:t>Viện</a:t>
            </a:r>
            <a:r>
              <a:rPr lang="en-US" sz="3500" dirty="0" smtClean="0"/>
              <a:t> </a:t>
            </a:r>
            <a:r>
              <a:rPr lang="en-US" sz="3500" dirty="0" err="1" smtClean="0"/>
              <a:t>Kiểm</a:t>
            </a:r>
            <a:r>
              <a:rPr lang="en-US" sz="3500" dirty="0" smtClean="0"/>
              <a:t> </a:t>
            </a:r>
            <a:r>
              <a:rPr lang="en-US" sz="3500" dirty="0" err="1" smtClean="0"/>
              <a:t>sát</a:t>
            </a:r>
            <a:r>
              <a:rPr lang="en-US" sz="3500" dirty="0"/>
              <a:t> </a:t>
            </a:r>
            <a:r>
              <a:rPr lang="en-US" sz="3500" dirty="0" err="1" smtClean="0"/>
              <a:t>nhân</a:t>
            </a:r>
            <a:r>
              <a:rPr lang="en-US" sz="3500" dirty="0" smtClean="0"/>
              <a:t> </a:t>
            </a:r>
            <a:r>
              <a:rPr lang="en-US" sz="3500" dirty="0" err="1" smtClean="0"/>
              <a:t>dân</a:t>
            </a:r>
            <a:r>
              <a:rPr lang="en-US" sz="3500" dirty="0" smtClean="0"/>
              <a:t> </a:t>
            </a:r>
            <a:r>
              <a:rPr lang="en-US" sz="3500" dirty="0" err="1" smtClean="0"/>
              <a:t>các</a:t>
            </a:r>
            <a:r>
              <a:rPr lang="en-US" sz="3500" dirty="0" smtClean="0"/>
              <a:t> </a:t>
            </a:r>
            <a:r>
              <a:rPr lang="en-US" sz="3500" dirty="0" err="1" smtClean="0"/>
              <a:t>cấp</a:t>
            </a:r>
            <a:r>
              <a:rPr lang="en-US" sz="3500" dirty="0" smtClean="0"/>
              <a:t>.</a:t>
            </a:r>
          </a:p>
          <a:p>
            <a:pPr algn="just"/>
            <a:r>
              <a:rPr lang="en-US" sz="3500" dirty="0" err="1" smtClean="0"/>
              <a:t>Kiểm</a:t>
            </a:r>
            <a:r>
              <a:rPr lang="en-US" sz="3500" dirty="0" smtClean="0"/>
              <a:t> </a:t>
            </a:r>
            <a:r>
              <a:rPr lang="en-US" sz="3500" dirty="0" err="1" smtClean="0"/>
              <a:t>toán</a:t>
            </a:r>
            <a:r>
              <a:rPr lang="en-US" sz="3500" dirty="0" smtClean="0"/>
              <a:t> </a:t>
            </a:r>
            <a:r>
              <a:rPr lang="en-US" sz="3500" dirty="0" err="1" smtClean="0"/>
              <a:t>Nhà</a:t>
            </a:r>
            <a:r>
              <a:rPr lang="en-US" sz="3500" dirty="0" smtClean="0"/>
              <a:t> </a:t>
            </a:r>
            <a:r>
              <a:rPr lang="en-US" sz="3500" dirty="0" err="1" smtClean="0"/>
              <a:t>nước</a:t>
            </a:r>
            <a:r>
              <a:rPr lang="en-US" sz="3500" dirty="0" smtClean="0"/>
              <a:t>. </a:t>
            </a:r>
            <a:endParaRPr lang="en-US" sz="3500" dirty="0"/>
          </a:p>
        </p:txBody>
      </p:sp>
    </p:spTree>
    <p:extLst>
      <p:ext uri="{BB962C8B-B14F-4D97-AF65-F5344CB8AC3E}">
        <p14:creationId xmlns="" xmlns:p14="http://schemas.microsoft.com/office/powerpoint/2010/main" val="2683359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41712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000" b="1" dirty="0" err="1" smtClean="0"/>
              <a:t>Chủ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thể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bên</a:t>
            </a:r>
            <a:r>
              <a:rPr lang="en-US" sz="4000" b="1" dirty="0"/>
              <a:t> </a:t>
            </a:r>
            <a:r>
              <a:rPr lang="en-US" sz="4000" b="1" dirty="0" err="1" smtClean="0"/>
              <a:t>trong</a:t>
            </a:r>
            <a:r>
              <a:rPr lang="en-US" sz="4000" b="1" dirty="0" smtClean="0"/>
              <a:t>: </a:t>
            </a:r>
          </a:p>
          <a:p>
            <a:pPr marL="0" indent="0" algn="just">
              <a:buNone/>
            </a:pPr>
            <a:endParaRPr lang="en-US" sz="2800" dirty="0" smtClean="0"/>
          </a:p>
          <a:p>
            <a:pPr algn="just"/>
            <a:r>
              <a:rPr lang="en-US" sz="2800" dirty="0" err="1" smtClean="0"/>
              <a:t>Hội</a:t>
            </a:r>
            <a:r>
              <a:rPr lang="en-US" sz="2800" dirty="0" smtClean="0"/>
              <a:t> </a:t>
            </a:r>
            <a:r>
              <a:rPr lang="en-US" sz="2800" dirty="0" err="1" smtClean="0"/>
              <a:t>đồng</a:t>
            </a:r>
            <a:r>
              <a:rPr lang="en-US" sz="2800" dirty="0" smtClean="0"/>
              <a:t> </a:t>
            </a:r>
            <a:r>
              <a:rPr lang="en-US" sz="2800" dirty="0" err="1" smtClean="0"/>
              <a:t>quản</a:t>
            </a:r>
            <a:r>
              <a:rPr lang="en-US" sz="2800" dirty="0" smtClean="0"/>
              <a:t> </a:t>
            </a:r>
            <a:r>
              <a:rPr lang="en-US" sz="2800" dirty="0" err="1" smtClean="0"/>
              <a:t>trị</a:t>
            </a:r>
            <a:r>
              <a:rPr lang="en-US" sz="2800" dirty="0" smtClean="0"/>
              <a:t> (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doanh</a:t>
            </a:r>
            <a:r>
              <a:rPr lang="en-US" dirty="0" smtClean="0"/>
              <a:t> </a:t>
            </a:r>
            <a:r>
              <a:rPr lang="en-US" dirty="0" err="1" smtClean="0"/>
              <a:t>nghiệp</a:t>
            </a:r>
            <a:r>
              <a:rPr lang="en-US" dirty="0" smtClean="0"/>
              <a:t>)</a:t>
            </a:r>
            <a:r>
              <a:rPr lang="en-US" sz="2800" dirty="0" smtClean="0"/>
              <a:t> </a:t>
            </a:r>
          </a:p>
          <a:p>
            <a:pPr algn="just"/>
            <a:r>
              <a:rPr lang="en-US" dirty="0" smtClean="0"/>
              <a:t>Ban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soát</a:t>
            </a:r>
            <a:r>
              <a:rPr lang="en-US" dirty="0" smtClean="0"/>
              <a:t>.</a:t>
            </a:r>
          </a:p>
          <a:p>
            <a:pPr algn="just"/>
            <a:r>
              <a:rPr lang="en-US" sz="2800" dirty="0" err="1" smtClean="0"/>
              <a:t>Giám</a:t>
            </a:r>
            <a:r>
              <a:rPr lang="en-US" sz="2800" dirty="0" smtClean="0"/>
              <a:t> </a:t>
            </a:r>
            <a:r>
              <a:rPr lang="en-US" sz="2800" dirty="0" err="1" smtClean="0"/>
              <a:t>đốc</a:t>
            </a:r>
            <a:r>
              <a:rPr lang="en-US" sz="2800" dirty="0" smtClean="0"/>
              <a:t> </a:t>
            </a:r>
            <a:r>
              <a:rPr lang="en-US" sz="2800" dirty="0" err="1" smtClean="0"/>
              <a:t>doanh</a:t>
            </a:r>
            <a:r>
              <a:rPr lang="en-US" sz="2800" dirty="0" smtClean="0"/>
              <a:t> </a:t>
            </a:r>
            <a:r>
              <a:rPr lang="en-US" sz="2800" dirty="0" err="1" smtClean="0"/>
              <a:t>nghiệp</a:t>
            </a:r>
            <a:r>
              <a:rPr lang="en-US" sz="2800" dirty="0" smtClean="0"/>
              <a:t>. </a:t>
            </a:r>
          </a:p>
          <a:p>
            <a:pPr algn="just"/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nhà</a:t>
            </a:r>
            <a:r>
              <a:rPr lang="en-US" sz="2800" dirty="0" smtClean="0"/>
              <a:t> </a:t>
            </a:r>
            <a:r>
              <a:rPr lang="en-US" sz="2800" dirty="0" err="1" smtClean="0"/>
              <a:t>quản</a:t>
            </a:r>
            <a:r>
              <a:rPr lang="en-US" sz="2800" dirty="0" smtClean="0"/>
              <a:t> </a:t>
            </a:r>
            <a:r>
              <a:rPr lang="en-US" sz="2800" dirty="0" err="1" smtClean="0"/>
              <a:t>lý</a:t>
            </a:r>
            <a:r>
              <a:rPr lang="en-US" sz="2800" dirty="0" smtClean="0"/>
              <a:t> </a:t>
            </a:r>
            <a:r>
              <a:rPr lang="en-US" sz="2800" dirty="0" err="1" smtClean="0"/>
              <a:t>bộ</a:t>
            </a:r>
            <a:r>
              <a:rPr lang="en-US" sz="2800" dirty="0" smtClean="0"/>
              <a:t> </a:t>
            </a:r>
            <a:r>
              <a:rPr lang="en-US" sz="2800" dirty="0" err="1" smtClean="0"/>
              <a:t>phận</a:t>
            </a:r>
            <a:r>
              <a:rPr lang="en-US" sz="2800" dirty="0" smtClean="0"/>
              <a:t> </a:t>
            </a:r>
            <a:r>
              <a:rPr lang="en-US" sz="2800" dirty="0" err="1" smtClean="0"/>
              <a:t>chức</a:t>
            </a:r>
            <a:r>
              <a:rPr lang="en-US" sz="2800" dirty="0" smtClean="0"/>
              <a:t> </a:t>
            </a:r>
            <a:r>
              <a:rPr lang="en-US" sz="2800" dirty="0" err="1" smtClean="0"/>
              <a:t>năng</a:t>
            </a:r>
            <a:r>
              <a:rPr lang="en-US" sz="2800" dirty="0" smtClean="0"/>
              <a:t>. </a:t>
            </a:r>
          </a:p>
          <a:p>
            <a:pPr algn="just"/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(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hữu</a:t>
            </a:r>
            <a:r>
              <a:rPr lang="en-US" dirty="0" smtClean="0"/>
              <a:t>).</a:t>
            </a:r>
          </a:p>
          <a:p>
            <a:pPr algn="just"/>
            <a:r>
              <a:rPr lang="en-US" sz="2800" dirty="0" err="1" smtClean="0"/>
              <a:t>Kiểm</a:t>
            </a:r>
            <a:r>
              <a:rPr lang="en-US" sz="2800" dirty="0" smtClean="0"/>
              <a:t> </a:t>
            </a:r>
            <a:r>
              <a:rPr lang="en-US" sz="2800" dirty="0" err="1" smtClean="0"/>
              <a:t>tra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err="1" smtClean="0"/>
              <a:t>người</a:t>
            </a:r>
            <a:r>
              <a:rPr lang="en-US" sz="2800" dirty="0" smtClean="0"/>
              <a:t> </a:t>
            </a:r>
            <a:r>
              <a:rPr lang="en-US" sz="2800" dirty="0" err="1" smtClean="0"/>
              <a:t>làm</a:t>
            </a:r>
            <a:r>
              <a:rPr lang="en-US" sz="2800" dirty="0" smtClean="0"/>
              <a:t> </a:t>
            </a:r>
            <a:r>
              <a:rPr lang="en-US" sz="2800" dirty="0" err="1" smtClean="0"/>
              <a:t>công</a:t>
            </a:r>
            <a:r>
              <a:rPr lang="en-US" sz="2800" dirty="0" smtClean="0"/>
              <a:t> (</a:t>
            </a:r>
            <a:r>
              <a:rPr lang="en-US" sz="2800" dirty="0" err="1" smtClean="0"/>
              <a:t>thanh</a:t>
            </a:r>
            <a:r>
              <a:rPr lang="en-US" sz="2800" dirty="0" smtClean="0"/>
              <a:t> </a:t>
            </a:r>
            <a:r>
              <a:rPr lang="en-US" sz="2800" dirty="0" err="1" smtClean="0"/>
              <a:t>tra</a:t>
            </a:r>
            <a:r>
              <a:rPr lang="en-US" sz="2800" dirty="0" smtClean="0"/>
              <a:t> </a:t>
            </a:r>
            <a:r>
              <a:rPr lang="en-US" sz="2800" dirty="0" err="1" smtClean="0"/>
              <a:t>nhân</a:t>
            </a:r>
            <a:r>
              <a:rPr lang="en-US" sz="2800" dirty="0" smtClean="0"/>
              <a:t> </a:t>
            </a:r>
            <a:r>
              <a:rPr lang="en-US" sz="2800" dirty="0" err="1" smtClean="0"/>
              <a:t>dân</a:t>
            </a:r>
            <a:r>
              <a:rPr lang="en-US" sz="2800" dirty="0" smtClean="0"/>
              <a:t>). </a:t>
            </a:r>
          </a:p>
          <a:p>
            <a:pPr marL="0" indent="0" algn="just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1029308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59343"/>
            <a:ext cx="91440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2.2. </a:t>
            </a:r>
            <a:r>
              <a:rPr lang="en-US" sz="3600" dirty="0" err="1" smtClean="0"/>
              <a:t>Công</a:t>
            </a:r>
            <a:r>
              <a:rPr lang="en-US" sz="3600" dirty="0" smtClean="0"/>
              <a:t> </a:t>
            </a:r>
            <a:r>
              <a:rPr lang="en-US" sz="3600" dirty="0" err="1" smtClean="0"/>
              <a:t>cụ</a:t>
            </a:r>
            <a:r>
              <a:rPr lang="en-US" sz="3600" dirty="0" smtClean="0"/>
              <a:t> </a:t>
            </a:r>
            <a:r>
              <a:rPr lang="en-US" sz="3600" dirty="0" err="1" smtClean="0"/>
              <a:t>và</a:t>
            </a:r>
            <a:r>
              <a:rPr lang="en-US" sz="3600" dirty="0" smtClean="0"/>
              <a:t> </a:t>
            </a:r>
            <a:r>
              <a:rPr lang="en-US" sz="3600" dirty="0" err="1" smtClean="0"/>
              <a:t>kỹ</a:t>
            </a:r>
            <a:r>
              <a:rPr lang="en-US" sz="3600" dirty="0" smtClean="0"/>
              <a:t> </a:t>
            </a:r>
            <a:r>
              <a:rPr lang="en-US" sz="3600" dirty="0" err="1" smtClean="0"/>
              <a:t>thuật</a:t>
            </a:r>
            <a:r>
              <a:rPr lang="en-US" sz="3600" dirty="0" smtClean="0"/>
              <a:t>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9027"/>
            <a:ext cx="8229600" cy="452596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3500" i="1" dirty="0" err="1" smtClean="0"/>
              <a:t>Những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phương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tiện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mà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chủ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thể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kiểm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soát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sử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dụng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để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thực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hiện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hoạt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động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kiểm</a:t>
            </a:r>
            <a:r>
              <a:rPr lang="en-US" sz="3500" i="1" dirty="0" smtClean="0"/>
              <a:t> </a:t>
            </a:r>
            <a:r>
              <a:rPr lang="en-US" sz="3500" i="1" dirty="0" err="1" smtClean="0"/>
              <a:t>soát</a:t>
            </a:r>
            <a:r>
              <a:rPr lang="en-US" sz="3500" i="1" dirty="0" smtClean="0"/>
              <a:t>.</a:t>
            </a:r>
          </a:p>
          <a:p>
            <a:pPr marL="0" indent="0" algn="just">
              <a:buNone/>
            </a:pPr>
            <a:endParaRPr lang="en-US" sz="2800" dirty="0" smtClean="0"/>
          </a:p>
          <a:p>
            <a:pPr algn="just"/>
            <a:r>
              <a:rPr lang="en-US" sz="3500" dirty="0" err="1" smtClean="0"/>
              <a:t>Các</a:t>
            </a:r>
            <a:r>
              <a:rPr lang="en-US" sz="3500" dirty="0" smtClean="0"/>
              <a:t> </a:t>
            </a:r>
            <a:r>
              <a:rPr lang="en-US" sz="3500" dirty="0" err="1" smtClean="0"/>
              <a:t>công</a:t>
            </a:r>
            <a:r>
              <a:rPr lang="en-US" sz="3500" dirty="0" smtClean="0"/>
              <a:t> </a:t>
            </a:r>
            <a:r>
              <a:rPr lang="en-US" sz="3500" dirty="0" err="1" smtClean="0"/>
              <a:t>cụ</a:t>
            </a:r>
            <a:r>
              <a:rPr lang="en-US" sz="3500" dirty="0" smtClean="0"/>
              <a:t> </a:t>
            </a:r>
            <a:r>
              <a:rPr lang="en-US" sz="3500" dirty="0" err="1" smtClean="0"/>
              <a:t>kiểm</a:t>
            </a:r>
            <a:r>
              <a:rPr lang="en-US" sz="3500" dirty="0" smtClean="0"/>
              <a:t> </a:t>
            </a:r>
            <a:r>
              <a:rPr lang="en-US" sz="3500" dirty="0" err="1" smtClean="0"/>
              <a:t>soát</a:t>
            </a:r>
            <a:r>
              <a:rPr lang="en-US" sz="3500" dirty="0" smtClean="0"/>
              <a:t> </a:t>
            </a:r>
            <a:r>
              <a:rPr lang="en-US" sz="3500" dirty="0" err="1" smtClean="0"/>
              <a:t>truyền</a:t>
            </a:r>
            <a:r>
              <a:rPr lang="en-US" sz="3500" dirty="0" smtClean="0"/>
              <a:t> </a:t>
            </a:r>
            <a:r>
              <a:rPr lang="en-US" sz="3500" dirty="0" err="1" smtClean="0"/>
              <a:t>thống</a:t>
            </a:r>
            <a:r>
              <a:rPr lang="en-US" sz="3500" dirty="0" smtClean="0"/>
              <a:t>:</a:t>
            </a:r>
          </a:p>
          <a:p>
            <a:pPr algn="just">
              <a:buNone/>
            </a:pPr>
            <a:r>
              <a:rPr lang="en-US" sz="3500" dirty="0" smtClean="0"/>
              <a:t>  - </a:t>
            </a:r>
            <a:r>
              <a:rPr lang="en-US" sz="3500" dirty="0" err="1" smtClean="0"/>
              <a:t>Các</a:t>
            </a:r>
            <a:r>
              <a:rPr lang="en-US" sz="3500" dirty="0" smtClean="0"/>
              <a:t> </a:t>
            </a:r>
            <a:r>
              <a:rPr lang="en-US" sz="3500" dirty="0" err="1" smtClean="0"/>
              <a:t>dữ</a:t>
            </a:r>
            <a:r>
              <a:rPr lang="en-US" sz="3500" dirty="0" smtClean="0"/>
              <a:t> </a:t>
            </a:r>
            <a:r>
              <a:rPr lang="en-US" sz="3500" dirty="0" err="1" smtClean="0"/>
              <a:t>liệu</a:t>
            </a:r>
            <a:r>
              <a:rPr lang="en-US" sz="3500" dirty="0" smtClean="0"/>
              <a:t> </a:t>
            </a:r>
            <a:r>
              <a:rPr lang="en-US" sz="3500" dirty="0" err="1" smtClean="0"/>
              <a:t>thống</a:t>
            </a:r>
            <a:r>
              <a:rPr lang="en-US" sz="3500" dirty="0" smtClean="0"/>
              <a:t> </a:t>
            </a:r>
            <a:r>
              <a:rPr lang="en-US" sz="3500" dirty="0" err="1" smtClean="0"/>
              <a:t>kê</a:t>
            </a:r>
            <a:r>
              <a:rPr lang="en-US" sz="3500" dirty="0" smtClean="0"/>
              <a:t>.</a:t>
            </a:r>
          </a:p>
          <a:p>
            <a:pPr algn="just">
              <a:buNone/>
            </a:pPr>
            <a:r>
              <a:rPr lang="en-US" sz="3500" dirty="0" smtClean="0"/>
              <a:t>  - </a:t>
            </a:r>
            <a:r>
              <a:rPr lang="en-US" sz="3500" dirty="0" err="1" smtClean="0"/>
              <a:t>Các</a:t>
            </a:r>
            <a:r>
              <a:rPr lang="en-US" sz="3500" dirty="0" smtClean="0"/>
              <a:t> </a:t>
            </a:r>
            <a:r>
              <a:rPr lang="en-US" sz="3500" dirty="0" err="1" smtClean="0"/>
              <a:t>bản</a:t>
            </a:r>
            <a:r>
              <a:rPr lang="en-US" sz="3500" dirty="0" smtClean="0"/>
              <a:t> </a:t>
            </a:r>
            <a:r>
              <a:rPr lang="en-US" sz="3500" dirty="0" err="1" smtClean="0"/>
              <a:t>báo</a:t>
            </a:r>
            <a:r>
              <a:rPr lang="en-US" sz="3500" dirty="0" smtClean="0"/>
              <a:t> </a:t>
            </a:r>
            <a:r>
              <a:rPr lang="en-US" sz="3500" dirty="0" err="1" smtClean="0"/>
              <a:t>cáo</a:t>
            </a:r>
            <a:r>
              <a:rPr lang="en-US" sz="3500" dirty="0" smtClean="0"/>
              <a:t> </a:t>
            </a:r>
            <a:r>
              <a:rPr lang="en-US" sz="3500" dirty="0" err="1" smtClean="0"/>
              <a:t>tài</a:t>
            </a:r>
            <a:r>
              <a:rPr lang="en-US" sz="3500" dirty="0" smtClean="0"/>
              <a:t> </a:t>
            </a:r>
            <a:r>
              <a:rPr lang="en-US" sz="3500" dirty="0" err="1" smtClean="0"/>
              <a:t>chính</a:t>
            </a:r>
            <a:r>
              <a:rPr lang="en-US" sz="3500" dirty="0" smtClean="0"/>
              <a:t>.</a:t>
            </a:r>
          </a:p>
          <a:p>
            <a:pPr algn="just">
              <a:buNone/>
            </a:pPr>
            <a:r>
              <a:rPr lang="en-US" sz="3500" dirty="0" smtClean="0"/>
              <a:t>  - </a:t>
            </a:r>
            <a:r>
              <a:rPr lang="en-US" sz="3500" dirty="0" err="1" smtClean="0"/>
              <a:t>Ngân</a:t>
            </a:r>
            <a:r>
              <a:rPr lang="en-US" sz="3500" dirty="0" smtClean="0"/>
              <a:t> </a:t>
            </a:r>
            <a:r>
              <a:rPr lang="en-US" sz="3500" dirty="0" err="1" smtClean="0"/>
              <a:t>quỹ</a:t>
            </a:r>
            <a:r>
              <a:rPr lang="en-US" sz="3500" dirty="0" smtClean="0"/>
              <a:t>. </a:t>
            </a:r>
          </a:p>
          <a:p>
            <a:pPr algn="just">
              <a:buNone/>
            </a:pPr>
            <a:r>
              <a:rPr lang="en-US" sz="3500" dirty="0" smtClean="0"/>
              <a:t>  - </a:t>
            </a:r>
            <a:r>
              <a:rPr lang="en-US" sz="3500" dirty="0" err="1" smtClean="0"/>
              <a:t>Các</a:t>
            </a:r>
            <a:r>
              <a:rPr lang="en-US" sz="3500" dirty="0" smtClean="0"/>
              <a:t> </a:t>
            </a:r>
            <a:r>
              <a:rPr lang="en-US" sz="3500" dirty="0" err="1" smtClean="0"/>
              <a:t>báo</a:t>
            </a:r>
            <a:r>
              <a:rPr lang="en-US" sz="3500" dirty="0" smtClean="0"/>
              <a:t> </a:t>
            </a:r>
            <a:r>
              <a:rPr lang="en-US" sz="3500" dirty="0" err="1" smtClean="0"/>
              <a:t>cáo</a:t>
            </a:r>
            <a:r>
              <a:rPr lang="en-US" sz="3500" dirty="0" smtClean="0"/>
              <a:t> </a:t>
            </a:r>
            <a:r>
              <a:rPr lang="en-US" sz="3500" dirty="0" err="1" smtClean="0"/>
              <a:t>và</a:t>
            </a:r>
            <a:r>
              <a:rPr lang="en-US" sz="3500" dirty="0" smtClean="0"/>
              <a:t> </a:t>
            </a:r>
            <a:r>
              <a:rPr lang="en-US" sz="3500" dirty="0" err="1" smtClean="0"/>
              <a:t>phân</a:t>
            </a:r>
            <a:r>
              <a:rPr lang="en-US" sz="3500" dirty="0" smtClean="0"/>
              <a:t> </a:t>
            </a:r>
            <a:r>
              <a:rPr lang="en-US" sz="3500" dirty="0" err="1" smtClean="0"/>
              <a:t>tích</a:t>
            </a:r>
            <a:r>
              <a:rPr lang="en-US" sz="3500" dirty="0" smtClean="0"/>
              <a:t> </a:t>
            </a:r>
            <a:r>
              <a:rPr lang="en-US" sz="3500" dirty="0" err="1" smtClean="0"/>
              <a:t>chuyên</a:t>
            </a:r>
            <a:r>
              <a:rPr lang="en-US" sz="3500" dirty="0" smtClean="0"/>
              <a:t> </a:t>
            </a:r>
            <a:r>
              <a:rPr lang="en-US" sz="3500" dirty="0" err="1" smtClean="0"/>
              <a:t>môn</a:t>
            </a:r>
            <a:r>
              <a:rPr lang="en-US" sz="3500" dirty="0" smtClean="0"/>
              <a:t>.</a:t>
            </a:r>
          </a:p>
          <a:p>
            <a:pPr algn="just">
              <a:buNone/>
            </a:pPr>
            <a:endParaRPr lang="en-US" sz="3500" dirty="0" smtClean="0"/>
          </a:p>
          <a:p>
            <a:pPr algn="just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156817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6582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i="1" dirty="0" err="1" smtClean="0"/>
              <a:t>Các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công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cụ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kiểm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soát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hiện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đại</a:t>
            </a:r>
            <a:r>
              <a:rPr lang="en-US" sz="3600" i="1" dirty="0" smtClean="0"/>
              <a:t>:</a:t>
            </a:r>
          </a:p>
          <a:p>
            <a:pPr marL="0" indent="0" algn="just">
              <a:buNone/>
            </a:pPr>
            <a:endParaRPr lang="en-US" sz="2800" dirty="0" smtClean="0"/>
          </a:p>
          <a:p>
            <a:pPr algn="just"/>
            <a:r>
              <a:rPr lang="en-US" sz="3200" dirty="0" err="1" smtClean="0"/>
              <a:t>Phương</a:t>
            </a:r>
            <a:r>
              <a:rPr lang="en-US" sz="3200" dirty="0" smtClean="0"/>
              <a:t> </a:t>
            </a:r>
            <a:r>
              <a:rPr lang="en-US" sz="3200" dirty="0" err="1" smtClean="0"/>
              <a:t>pháp</a:t>
            </a:r>
            <a:r>
              <a:rPr lang="en-US" sz="3200" dirty="0" smtClean="0"/>
              <a:t> </a:t>
            </a:r>
            <a:r>
              <a:rPr lang="en-US" sz="3200" dirty="0" err="1" smtClean="0"/>
              <a:t>đánh</a:t>
            </a:r>
            <a:r>
              <a:rPr lang="en-US" sz="3200" dirty="0" smtClean="0"/>
              <a:t> </a:t>
            </a:r>
            <a:r>
              <a:rPr lang="en-US" sz="3200" dirty="0" err="1" smtClean="0"/>
              <a:t>giá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kiểm</a:t>
            </a:r>
            <a:r>
              <a:rPr lang="en-US" sz="3200" dirty="0" smtClean="0"/>
              <a:t> </a:t>
            </a:r>
            <a:r>
              <a:rPr lang="en-US" sz="3200" dirty="0" err="1" smtClean="0"/>
              <a:t>tra</a:t>
            </a:r>
            <a:r>
              <a:rPr lang="en-US" sz="3200" dirty="0" smtClean="0"/>
              <a:t> </a:t>
            </a:r>
            <a:r>
              <a:rPr lang="en-US" sz="3200" dirty="0" err="1" smtClean="0"/>
              <a:t>chương</a:t>
            </a:r>
            <a:r>
              <a:rPr lang="en-US" sz="3200" dirty="0" smtClean="0"/>
              <a:t> </a:t>
            </a:r>
            <a:r>
              <a:rPr lang="en-US" sz="3200" dirty="0" err="1" smtClean="0"/>
              <a:t>trình</a:t>
            </a:r>
            <a:r>
              <a:rPr lang="en-US" sz="3200" dirty="0" smtClean="0"/>
              <a:t> (Program Evaluation and Review Technique </a:t>
            </a:r>
            <a:r>
              <a:rPr lang="mr-IN" sz="3200" dirty="0" smtClean="0"/>
              <a:t>–</a:t>
            </a:r>
            <a:r>
              <a:rPr lang="en-US" sz="3200" dirty="0" smtClean="0"/>
              <a:t> PERT)</a:t>
            </a:r>
          </a:p>
          <a:p>
            <a:pPr algn="just"/>
            <a:r>
              <a:rPr lang="en-US" sz="3200" dirty="0" err="1" smtClean="0"/>
              <a:t>Lập</a:t>
            </a:r>
            <a:r>
              <a:rPr lang="en-US" sz="3200" dirty="0" smtClean="0"/>
              <a:t> </a:t>
            </a:r>
            <a:r>
              <a:rPr lang="en-US" sz="3200" dirty="0" err="1" smtClean="0"/>
              <a:t>ngân</a:t>
            </a:r>
            <a:r>
              <a:rPr lang="en-US" sz="3200" dirty="0" smtClean="0"/>
              <a:t> </a:t>
            </a:r>
            <a:r>
              <a:rPr lang="en-US" sz="3200" dirty="0" err="1" smtClean="0"/>
              <a:t>quỹ</a:t>
            </a:r>
            <a:r>
              <a:rPr lang="en-US" sz="3200" dirty="0" smtClean="0"/>
              <a:t> </a:t>
            </a:r>
            <a:r>
              <a:rPr lang="en-US" sz="3200" dirty="0" err="1" smtClean="0"/>
              <a:t>theo</a:t>
            </a:r>
            <a:r>
              <a:rPr lang="en-US" sz="3200" dirty="0" smtClean="0"/>
              <a:t> </a:t>
            </a:r>
            <a:r>
              <a:rPr lang="en-US" sz="3200" dirty="0" err="1" smtClean="0"/>
              <a:t>chương</a:t>
            </a:r>
            <a:r>
              <a:rPr lang="en-US" sz="3200" dirty="0" smtClean="0"/>
              <a:t> </a:t>
            </a:r>
            <a:r>
              <a:rPr lang="en-US" sz="3200" dirty="0" err="1" smtClean="0"/>
              <a:t>trình</a:t>
            </a:r>
            <a:r>
              <a:rPr lang="en-US" sz="3200" dirty="0" smtClean="0"/>
              <a:t> </a:t>
            </a:r>
            <a:r>
              <a:rPr lang="en-US" sz="3200" dirty="0" err="1" smtClean="0"/>
              <a:t>mục</a:t>
            </a:r>
            <a:r>
              <a:rPr lang="en-US" sz="3200" dirty="0" smtClean="0"/>
              <a:t> </a:t>
            </a:r>
            <a:r>
              <a:rPr lang="en-US" sz="3200" dirty="0" err="1" smtClean="0"/>
              <a:t>tiêu</a:t>
            </a:r>
            <a:r>
              <a:rPr lang="en-US" sz="3200" dirty="0" smtClean="0"/>
              <a:t> (Program Planning and Budgeting - PPB)</a:t>
            </a:r>
          </a:p>
        </p:txBody>
      </p:sp>
    </p:spTree>
    <p:extLst>
      <p:ext uri="{BB962C8B-B14F-4D97-AF65-F5344CB8AC3E}">
        <p14:creationId xmlns="" xmlns:p14="http://schemas.microsoft.com/office/powerpoint/2010/main" val="2387671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80268" y="2738782"/>
            <a:ext cx="5862592" cy="3003827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3316" y="3494018"/>
            <a:ext cx="5270400" cy="1362075"/>
          </a:xfrm>
        </p:spPr>
        <p:txBody>
          <a:bodyPr anchor="b">
            <a:normAutofit/>
          </a:bodyPr>
          <a:lstStyle/>
          <a:p>
            <a:pPr algn="r"/>
            <a:r>
              <a:rPr lang="en-US" sz="3800" dirty="0" smtClean="0"/>
              <a:t>3. HÌNH THỨC</a:t>
            </a:r>
            <a:br>
              <a:rPr lang="en-US" sz="3800" dirty="0" smtClean="0"/>
            </a:br>
            <a:r>
              <a:rPr lang="en-US" sz="3800" dirty="0" smtClean="0"/>
              <a:t>KIỂM SOÁT</a:t>
            </a:r>
            <a:endParaRPr lang="en-US" sz="3800" dirty="0"/>
          </a:p>
        </p:txBody>
      </p:sp>
      <p:pic>
        <p:nvPicPr>
          <p:cNvPr id="3" name="Picture 2" descr="Ảnh chụp Màn hình 2021-03-17 lúc 14.46.39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292" r="11195"/>
          <a:stretch/>
        </p:blipFill>
        <p:spPr>
          <a:xfrm>
            <a:off x="382120" y="747030"/>
            <a:ext cx="4271617" cy="3353850"/>
          </a:xfrm>
          <a:prstGeom prst="rect">
            <a:avLst/>
          </a:prstGeom>
          <a:ln>
            <a:solidFill>
              <a:srgbClr val="4F81BD"/>
            </a:solidFill>
          </a:ln>
        </p:spPr>
      </p:pic>
    </p:spTree>
    <p:extLst>
      <p:ext uri="{BB962C8B-B14F-4D97-AF65-F5344CB8AC3E}">
        <p14:creationId xmlns="" xmlns:p14="http://schemas.microsoft.com/office/powerpoint/2010/main" val="371897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3.1. XÉT THEO CẤP ĐỘ CỦA </a:t>
            </a:r>
            <a:br>
              <a:rPr lang="en-US" sz="3600" dirty="0" smtClean="0"/>
            </a:br>
            <a:r>
              <a:rPr lang="en-US" sz="3600" dirty="0" smtClean="0"/>
              <a:t>HỆ THỐNG KIỂM SOÁT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AutoNum type="alphaLcPeriod"/>
            </a:pPr>
            <a:r>
              <a:rPr lang="en-US" sz="2800" dirty="0" err="1" smtClean="0"/>
              <a:t>Kiểm</a:t>
            </a:r>
            <a:r>
              <a:rPr lang="en-US" sz="2800" dirty="0" smtClean="0"/>
              <a:t> </a:t>
            </a:r>
            <a:r>
              <a:rPr lang="en-US" sz="2800" dirty="0" err="1" smtClean="0"/>
              <a:t>soát</a:t>
            </a:r>
            <a:r>
              <a:rPr lang="en-US" sz="2800" dirty="0" smtClean="0"/>
              <a:t> </a:t>
            </a:r>
            <a:r>
              <a:rPr lang="en-US" sz="2800" dirty="0" err="1" smtClean="0"/>
              <a:t>chiến</a:t>
            </a:r>
            <a:r>
              <a:rPr lang="en-US" sz="2800" dirty="0" smtClean="0"/>
              <a:t> </a:t>
            </a:r>
            <a:r>
              <a:rPr lang="en-US" sz="2800" dirty="0" err="1" smtClean="0"/>
              <a:t>lược</a:t>
            </a:r>
            <a:r>
              <a:rPr lang="en-US" sz="2800" dirty="0" smtClean="0"/>
              <a:t>. </a:t>
            </a:r>
          </a:p>
          <a:p>
            <a:pPr marL="514350" indent="-514350" algn="just">
              <a:buAutoNum type="alphaLcPeriod"/>
            </a:pPr>
            <a:r>
              <a:rPr lang="en-US" sz="2800" dirty="0" err="1" smtClean="0"/>
              <a:t>Kiểm</a:t>
            </a:r>
            <a:r>
              <a:rPr lang="en-US" sz="2800" dirty="0" smtClean="0"/>
              <a:t> </a:t>
            </a:r>
            <a:r>
              <a:rPr lang="en-US" sz="2800" dirty="0" err="1" smtClean="0"/>
              <a:t>soát</a:t>
            </a:r>
            <a:r>
              <a:rPr lang="en-US" sz="2800" dirty="0" smtClean="0"/>
              <a:t> </a:t>
            </a:r>
            <a:r>
              <a:rPr lang="en-US" sz="2800" dirty="0" err="1" smtClean="0"/>
              <a:t>tác</a:t>
            </a:r>
            <a:r>
              <a:rPr lang="en-US" sz="2800" dirty="0" smtClean="0"/>
              <a:t> </a:t>
            </a:r>
            <a:r>
              <a:rPr lang="en-US" sz="2800" dirty="0" err="1" smtClean="0"/>
              <a:t>nghiệp</a:t>
            </a:r>
            <a:r>
              <a:rPr lang="en-US" sz="2800" dirty="0" smtClean="0"/>
              <a:t>.</a:t>
            </a:r>
          </a:p>
          <a:p>
            <a:pPr marL="514350" indent="-514350" algn="just">
              <a:buAutoNum type="alphaLcPeriod"/>
            </a:pPr>
            <a:r>
              <a:rPr lang="en-US" sz="2800" dirty="0" err="1" smtClean="0"/>
              <a:t>Kiểm</a:t>
            </a:r>
            <a:r>
              <a:rPr lang="en-US" sz="2800" dirty="0" smtClean="0"/>
              <a:t> </a:t>
            </a:r>
            <a:r>
              <a:rPr lang="en-US" sz="2800" dirty="0" err="1" smtClean="0"/>
              <a:t>soát</a:t>
            </a:r>
            <a:r>
              <a:rPr lang="en-US" sz="2800" dirty="0" smtClean="0"/>
              <a:t> </a:t>
            </a:r>
            <a:r>
              <a:rPr lang="en-US" sz="2800" dirty="0" err="1" smtClean="0"/>
              <a:t>đồng</a:t>
            </a:r>
            <a:r>
              <a:rPr lang="en-US" sz="2800" dirty="0" smtClean="0"/>
              <a:t> </a:t>
            </a:r>
            <a:r>
              <a:rPr lang="en-US" sz="2800" dirty="0" err="1" smtClean="0"/>
              <a:t>bộ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2410663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373239438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148"/>
                <a:gridCol w="4013008"/>
                <a:gridCol w="2590844"/>
              </a:tblGrid>
              <a:tr h="111454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Kiểm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soát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chiến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lược</a:t>
                      </a:r>
                      <a:endParaRPr lang="en-US" sz="2800" dirty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Kiểm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soát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tác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nghiệp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endParaRPr lang="en-US" sz="2800" dirty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Kiểm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soát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đồng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bộ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endParaRPr lang="en-US" sz="2800" dirty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3455"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Phân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tích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đánh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giá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khả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năng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phát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triển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ở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tương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lai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của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một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tổ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chức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.</a:t>
                      </a:r>
                    </a:p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dirty="0" smtClean="0">
                        <a:latin typeface="Arial"/>
                        <a:cs typeface="Arial"/>
                      </a:endParaRPr>
                    </a:p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Không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hướng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vào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việc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đánh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giá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xem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xét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hệ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thống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công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tác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quản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lý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.</a:t>
                      </a:r>
                      <a:endParaRPr lang="en-US" sz="2800" dirty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Chỉ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tập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trung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vào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chuyên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đề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vụ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việc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sự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kiện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cụ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thể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nào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đó</a:t>
                      </a:r>
                      <a:endParaRPr lang="en-US" sz="2800" dirty="0" smtClean="0">
                        <a:latin typeface="Arial"/>
                        <a:cs typeface="Arial"/>
                      </a:endParaRPr>
                    </a:p>
                    <a:p>
                      <a:pPr algn="just"/>
                      <a:r>
                        <a:rPr lang="en-US" sz="2800" baseline="0" dirty="0" smtClean="0">
                          <a:latin typeface="Arial"/>
                          <a:cs typeface="Arial"/>
                        </a:rPr>
                        <a:t>-&gt; </a:t>
                      </a:r>
                      <a:r>
                        <a:rPr lang="en-US" sz="2800" baseline="0" dirty="0" err="1" smtClean="0">
                          <a:latin typeface="Arial"/>
                          <a:cs typeface="Arial"/>
                        </a:rPr>
                        <a:t>Đ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ưa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ra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những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tiêu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chuẩn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cho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việc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thực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hiện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kế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hoạch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mong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muốn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+ So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sánh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những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kết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quả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thực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tế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về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sản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phẩm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dịch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vụ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đối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với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các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tiêu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chuẩn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này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dưới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dạng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số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lượng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chất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lượng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thời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gian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.</a:t>
                      </a:r>
                      <a:endParaRPr lang="en-US" sz="2800" dirty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Sử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dụng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để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kiểm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soát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toàn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bộ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hoạt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động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của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tổ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chức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một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cách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tổng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dirty="0" err="1" smtClean="0">
                          <a:latin typeface="Arial"/>
                          <a:cs typeface="Arial"/>
                        </a:rPr>
                        <a:t>thể</a:t>
                      </a:r>
                      <a:r>
                        <a:rPr lang="en-US" sz="2800" dirty="0" smtClean="0">
                          <a:latin typeface="Arial"/>
                          <a:cs typeface="Arial"/>
                        </a:rPr>
                        <a:t>.</a:t>
                      </a:r>
                      <a:endParaRPr lang="en-US" sz="2800" dirty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4178235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3328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3.2</a:t>
            </a:r>
            <a:r>
              <a:rPr lang="en-US" sz="4000" dirty="0" smtClean="0"/>
              <a:t>. XÉT THEO QUÁ TRÌNH</a:t>
            </a:r>
            <a:br>
              <a:rPr lang="en-US" sz="4000" dirty="0" smtClean="0"/>
            </a:br>
            <a:r>
              <a:rPr lang="en-US" sz="4000" dirty="0" smtClean="0"/>
              <a:t>HOẠT ĐỘNG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7855"/>
            <a:ext cx="8229600" cy="4525963"/>
          </a:xfrm>
        </p:spPr>
        <p:txBody>
          <a:bodyPr>
            <a:normAutofit/>
          </a:bodyPr>
          <a:lstStyle/>
          <a:p>
            <a:pPr marL="514350" indent="-514350" algn="just">
              <a:buAutoNum type="alphaLcPeriod"/>
            </a:pP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r>
              <a:rPr lang="en-US" sz="3600" dirty="0" smtClean="0"/>
              <a:t> </a:t>
            </a:r>
            <a:r>
              <a:rPr lang="en-US" sz="3600" dirty="0" err="1" smtClean="0"/>
              <a:t>trước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(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r>
              <a:rPr lang="en-US" sz="3600" dirty="0" smtClean="0"/>
              <a:t> </a:t>
            </a:r>
            <a:r>
              <a:rPr lang="en-US" sz="3600" dirty="0" err="1" smtClean="0"/>
              <a:t>lường</a:t>
            </a:r>
            <a:r>
              <a:rPr lang="en-US" sz="3600" dirty="0" smtClean="0"/>
              <a:t> </a:t>
            </a:r>
            <a:r>
              <a:rPr lang="en-US" sz="3600" dirty="0" err="1" smtClean="0"/>
              <a:t>trước</a:t>
            </a:r>
            <a:r>
              <a:rPr lang="en-US" sz="3600" dirty="0" smtClean="0"/>
              <a:t>)</a:t>
            </a:r>
          </a:p>
          <a:p>
            <a:pPr marL="514350" indent="-514350" algn="just">
              <a:buAutoNum type="alphaLcPeriod"/>
            </a:pP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r>
              <a:rPr lang="en-US" sz="3600" dirty="0" smtClean="0"/>
              <a:t> </a:t>
            </a:r>
            <a:r>
              <a:rPr lang="en-US" sz="3600" dirty="0" err="1" smtClean="0"/>
              <a:t>trong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dirty="0" smtClean="0"/>
              <a:t>(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r>
              <a:rPr lang="en-US" sz="3600" dirty="0" smtClean="0"/>
              <a:t> </a:t>
            </a:r>
            <a:r>
              <a:rPr lang="en-US" sz="3600" dirty="0" err="1" smtClean="0"/>
              <a:t>kết</a:t>
            </a:r>
            <a:r>
              <a:rPr lang="en-US" sz="3600" dirty="0" smtClean="0"/>
              <a:t> </a:t>
            </a:r>
            <a:r>
              <a:rPr lang="en-US" sz="3600" dirty="0" err="1" smtClean="0"/>
              <a:t>quả</a:t>
            </a:r>
            <a:r>
              <a:rPr lang="en-US" sz="3600" dirty="0" smtClean="0"/>
              <a:t> </a:t>
            </a:r>
            <a:r>
              <a:rPr lang="en-US" sz="3600" dirty="0" err="1" smtClean="0"/>
              <a:t>của</a:t>
            </a:r>
            <a:r>
              <a:rPr lang="en-US" sz="3600" dirty="0" smtClean="0"/>
              <a:t> </a:t>
            </a:r>
            <a:r>
              <a:rPr lang="en-US" sz="3600" dirty="0" err="1" smtClean="0"/>
              <a:t>từng</a:t>
            </a:r>
            <a:r>
              <a:rPr lang="en-US" sz="3600" dirty="0" smtClean="0"/>
              <a:t> </a:t>
            </a:r>
            <a:r>
              <a:rPr lang="en-US" sz="3600" dirty="0" err="1" smtClean="0"/>
              <a:t>giai</a:t>
            </a:r>
            <a:r>
              <a:rPr lang="en-US" sz="3600" dirty="0" smtClean="0"/>
              <a:t> </a:t>
            </a:r>
            <a:r>
              <a:rPr lang="en-US" sz="3600" dirty="0" err="1" smtClean="0"/>
              <a:t>đoạn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) </a:t>
            </a:r>
          </a:p>
          <a:p>
            <a:pPr marL="514350" indent="-514350" algn="just">
              <a:buAutoNum type="alphaLcPeriod"/>
            </a:pP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r>
              <a:rPr lang="en-US" sz="3600" dirty="0" smtClean="0"/>
              <a:t> </a:t>
            </a:r>
            <a:r>
              <a:rPr lang="en-US" sz="3600" dirty="0" err="1" smtClean="0"/>
              <a:t>sau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dirty="0" smtClean="0"/>
              <a:t>(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r>
              <a:rPr lang="en-US" sz="3600" dirty="0" smtClean="0"/>
              <a:t> </a:t>
            </a:r>
            <a:r>
              <a:rPr lang="en-US" sz="3600" dirty="0" err="1" smtClean="0"/>
              <a:t>kết</a:t>
            </a:r>
            <a:r>
              <a:rPr lang="en-US" sz="3600" dirty="0" smtClean="0"/>
              <a:t> </a:t>
            </a:r>
            <a:r>
              <a:rPr lang="en-US" sz="3600" dirty="0" err="1" smtClean="0"/>
              <a:t>quả</a:t>
            </a:r>
            <a:r>
              <a:rPr lang="en-US" sz="3600" dirty="0" smtClean="0"/>
              <a:t>)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3058490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5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a. </a:t>
            </a:r>
            <a:r>
              <a:rPr lang="en-US" sz="4000" dirty="0" err="1" smtClean="0"/>
              <a:t>Kiểm</a:t>
            </a:r>
            <a:r>
              <a:rPr lang="en-US" sz="4000" dirty="0" smtClean="0"/>
              <a:t> </a:t>
            </a:r>
            <a:r>
              <a:rPr lang="en-US" sz="4000" dirty="0" err="1" smtClean="0"/>
              <a:t>soát</a:t>
            </a:r>
            <a:r>
              <a:rPr lang="en-US" sz="4000" dirty="0" smtClean="0"/>
              <a:t> </a:t>
            </a:r>
            <a:r>
              <a:rPr lang="en-US" sz="4000" dirty="0" err="1" smtClean="0"/>
              <a:t>trước</a:t>
            </a:r>
            <a:r>
              <a:rPr lang="en-US" sz="4000" dirty="0" smtClean="0"/>
              <a:t> </a:t>
            </a:r>
            <a:r>
              <a:rPr lang="en-US" sz="4000" dirty="0" err="1" smtClean="0"/>
              <a:t>hoạt</a:t>
            </a:r>
            <a:r>
              <a:rPr lang="en-US" sz="4000" dirty="0" smtClean="0"/>
              <a:t> </a:t>
            </a:r>
            <a:r>
              <a:rPr lang="en-US" sz="4000" dirty="0" err="1" smtClean="0"/>
              <a:t>động</a:t>
            </a:r>
            <a:r>
              <a:rPr lang="en-US" sz="40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 err="1" smtClean="0"/>
              <a:t>Hình</a:t>
            </a:r>
            <a:r>
              <a:rPr lang="en-US" sz="3600" dirty="0" smtClean="0"/>
              <a:t> </a:t>
            </a:r>
            <a:r>
              <a:rPr lang="en-US" sz="3600" dirty="0" err="1" smtClean="0"/>
              <a:t>thức</a:t>
            </a:r>
            <a:r>
              <a:rPr lang="en-US" sz="3600" dirty="0" smtClean="0"/>
              <a:t>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r>
              <a:rPr lang="en-US" sz="3600" dirty="0" smtClean="0"/>
              <a:t> </a:t>
            </a:r>
            <a:r>
              <a:rPr lang="en-US" sz="3600" dirty="0" err="1" smtClean="0"/>
              <a:t>ngăn</a:t>
            </a:r>
            <a:r>
              <a:rPr lang="en-US" sz="3600" dirty="0" smtClean="0"/>
              <a:t> </a:t>
            </a:r>
            <a:r>
              <a:rPr lang="en-US" sz="3600" dirty="0" err="1" smtClean="0"/>
              <a:t>ngừa</a:t>
            </a:r>
            <a:r>
              <a:rPr lang="en-US" sz="3600" dirty="0" smtClean="0"/>
              <a:t> </a:t>
            </a:r>
            <a:r>
              <a:rPr lang="en-US" sz="3600" dirty="0" err="1" smtClean="0"/>
              <a:t>những</a:t>
            </a:r>
            <a:r>
              <a:rPr lang="en-US" sz="3600" dirty="0" smtClean="0"/>
              <a:t> </a:t>
            </a:r>
            <a:r>
              <a:rPr lang="en-US" sz="3600" dirty="0" err="1" smtClean="0"/>
              <a:t>gì</a:t>
            </a:r>
            <a:r>
              <a:rPr lang="en-US" sz="3600" dirty="0" smtClean="0"/>
              <a:t> </a:t>
            </a:r>
            <a:r>
              <a:rPr lang="en-US" sz="3600" dirty="0" err="1" smtClean="0"/>
              <a:t>đã</a:t>
            </a:r>
            <a:r>
              <a:rPr lang="en-US" sz="3600" dirty="0" smtClean="0"/>
              <a:t> </a:t>
            </a:r>
            <a:r>
              <a:rPr lang="en-US" sz="3600" dirty="0" err="1" smtClean="0"/>
              <a:t>có</a:t>
            </a:r>
            <a:r>
              <a:rPr lang="en-US" sz="3600" dirty="0" smtClean="0"/>
              <a:t> </a:t>
            </a:r>
            <a:r>
              <a:rPr lang="en-US" sz="3600" dirty="0" err="1" smtClean="0"/>
              <a:t>thể</a:t>
            </a:r>
            <a:r>
              <a:rPr lang="en-US" sz="3600" dirty="0" smtClean="0"/>
              <a:t> </a:t>
            </a:r>
            <a:r>
              <a:rPr lang="en-US" sz="3600" dirty="0" err="1" smtClean="0"/>
              <a:t>biết</a:t>
            </a:r>
            <a:r>
              <a:rPr lang="en-US" sz="3600" dirty="0" smtClean="0"/>
              <a:t> </a:t>
            </a:r>
            <a:r>
              <a:rPr lang="en-US" sz="3600" dirty="0" err="1" smtClean="0"/>
              <a:t>trước</a:t>
            </a:r>
            <a:r>
              <a:rPr lang="en-US" sz="3600" dirty="0" smtClean="0"/>
              <a:t> </a:t>
            </a:r>
            <a:r>
              <a:rPr lang="en-US" sz="3600" dirty="0" err="1" smtClean="0"/>
              <a:t>nhằm</a:t>
            </a:r>
            <a:r>
              <a:rPr lang="en-US" sz="3600" dirty="0" smtClean="0"/>
              <a:t> </a:t>
            </a:r>
            <a:r>
              <a:rPr lang="en-US" sz="3600" dirty="0" err="1" smtClean="0"/>
              <a:t>không</a:t>
            </a:r>
            <a:r>
              <a:rPr lang="en-US" sz="3600" dirty="0" smtClean="0"/>
              <a:t> </a:t>
            </a:r>
            <a:r>
              <a:rPr lang="en-US" sz="3600" dirty="0" err="1" smtClean="0"/>
              <a:t>cho</a:t>
            </a:r>
            <a:r>
              <a:rPr lang="en-US" sz="3600" dirty="0" smtClean="0"/>
              <a:t> </a:t>
            </a:r>
            <a:r>
              <a:rPr lang="en-US" sz="3600" dirty="0" err="1" smtClean="0"/>
              <a:t>nó</a:t>
            </a:r>
            <a:r>
              <a:rPr lang="en-US" sz="3600" dirty="0" smtClean="0"/>
              <a:t> </a:t>
            </a:r>
            <a:r>
              <a:rPr lang="en-US" sz="3600" dirty="0" err="1" smtClean="0"/>
              <a:t>xảy</a:t>
            </a:r>
            <a:r>
              <a:rPr lang="en-US" sz="3600" dirty="0" smtClean="0"/>
              <a:t> </a:t>
            </a:r>
            <a:r>
              <a:rPr lang="en-US" sz="3600" dirty="0" err="1" smtClean="0"/>
              <a:t>ra</a:t>
            </a:r>
            <a:r>
              <a:rPr lang="en-US" sz="3600" dirty="0" smtClean="0"/>
              <a:t> (</a:t>
            </a:r>
            <a:r>
              <a:rPr lang="en-US" sz="3600" dirty="0" err="1" smtClean="0"/>
              <a:t>nếu</a:t>
            </a:r>
            <a:r>
              <a:rPr lang="en-US" sz="3600" dirty="0" smtClean="0"/>
              <a:t> </a:t>
            </a:r>
            <a:r>
              <a:rPr lang="en-US" sz="3600" dirty="0" err="1" smtClean="0"/>
              <a:t>như</a:t>
            </a:r>
            <a:r>
              <a:rPr lang="en-US" sz="3600" dirty="0" smtClean="0"/>
              <a:t> </a:t>
            </a:r>
            <a:r>
              <a:rPr lang="en-US" sz="3600" dirty="0" err="1" smtClean="0"/>
              <a:t>tác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dirty="0" err="1" smtClean="0"/>
              <a:t>xấu</a:t>
            </a:r>
            <a:r>
              <a:rPr lang="en-US" sz="3600" dirty="0" smtClean="0"/>
              <a:t> </a:t>
            </a:r>
            <a:r>
              <a:rPr lang="en-US" sz="3600" dirty="0" err="1" smtClean="0"/>
              <a:t>đến</a:t>
            </a:r>
            <a:r>
              <a:rPr lang="en-US" sz="3600" dirty="0" smtClean="0"/>
              <a:t> </a:t>
            </a:r>
            <a:r>
              <a:rPr lang="en-US" sz="3600" dirty="0" err="1" smtClean="0"/>
              <a:t>sự</a:t>
            </a:r>
            <a:r>
              <a:rPr lang="en-US" sz="3600" dirty="0" smtClean="0"/>
              <a:t> </a:t>
            </a:r>
            <a:r>
              <a:rPr lang="en-US" sz="3600" dirty="0" err="1" smtClean="0"/>
              <a:t>đạt</a:t>
            </a:r>
            <a:r>
              <a:rPr lang="en-US" sz="3600" dirty="0" smtClean="0"/>
              <a:t> </a:t>
            </a:r>
            <a:r>
              <a:rPr lang="en-US" sz="3600" dirty="0" err="1" smtClean="0"/>
              <a:t>được</a:t>
            </a:r>
            <a:r>
              <a:rPr lang="en-US" sz="3600" dirty="0" smtClean="0"/>
              <a:t> </a:t>
            </a:r>
            <a:r>
              <a:rPr lang="en-US" sz="3600" dirty="0" err="1" smtClean="0"/>
              <a:t>mục</a:t>
            </a:r>
            <a:r>
              <a:rPr lang="en-US" sz="3600" dirty="0" smtClean="0"/>
              <a:t> </a:t>
            </a:r>
            <a:r>
              <a:rPr lang="en-US" sz="3600" dirty="0" err="1" smtClean="0"/>
              <a:t>tiêu</a:t>
            </a:r>
            <a:r>
              <a:rPr lang="en-US" sz="3600" dirty="0" smtClean="0"/>
              <a:t> </a:t>
            </a:r>
            <a:r>
              <a:rPr lang="en-US" sz="3600" dirty="0" err="1" smtClean="0"/>
              <a:t>của</a:t>
            </a:r>
            <a:r>
              <a:rPr lang="en-US" sz="3600" dirty="0" smtClean="0"/>
              <a:t> </a:t>
            </a:r>
            <a:r>
              <a:rPr lang="en-US" sz="3600" dirty="0" err="1" smtClean="0"/>
              <a:t>tổ</a:t>
            </a:r>
            <a:r>
              <a:rPr lang="en-US" sz="3600" dirty="0" smtClean="0"/>
              <a:t> </a:t>
            </a:r>
            <a:r>
              <a:rPr lang="en-US" sz="3600" dirty="0" err="1" smtClean="0"/>
              <a:t>chức</a:t>
            </a:r>
            <a:r>
              <a:rPr lang="en-US" sz="3600" dirty="0" smtClean="0"/>
              <a:t>). </a:t>
            </a:r>
          </a:p>
          <a:p>
            <a:pPr algn="just"/>
            <a:r>
              <a:rPr lang="en-US" sz="3600" dirty="0" err="1" smtClean="0"/>
              <a:t>Giúp</a:t>
            </a:r>
            <a:r>
              <a:rPr lang="en-US" sz="3600" dirty="0" smtClean="0"/>
              <a:t> </a:t>
            </a:r>
            <a:r>
              <a:rPr lang="en-US" sz="3600" dirty="0" err="1" smtClean="0"/>
              <a:t>ngăn</a:t>
            </a:r>
            <a:r>
              <a:rPr lang="en-US" sz="3600" dirty="0" smtClean="0"/>
              <a:t> </a:t>
            </a:r>
            <a:r>
              <a:rPr lang="en-US" sz="3600" dirty="0" err="1" smtClean="0"/>
              <a:t>ngừa</a:t>
            </a:r>
            <a:r>
              <a:rPr lang="en-US" sz="3600" dirty="0" smtClean="0"/>
              <a:t> </a:t>
            </a:r>
            <a:r>
              <a:rPr lang="en-US" sz="3600" dirty="0" err="1" smtClean="0"/>
              <a:t>các</a:t>
            </a:r>
            <a:r>
              <a:rPr lang="en-US" sz="3600" dirty="0" smtClean="0"/>
              <a:t> </a:t>
            </a:r>
            <a:r>
              <a:rPr lang="en-US" sz="3600" dirty="0" err="1" smtClean="0"/>
              <a:t>vấn</a:t>
            </a:r>
            <a:r>
              <a:rPr lang="en-US" sz="3600" dirty="0" smtClean="0"/>
              <a:t> </a:t>
            </a:r>
            <a:r>
              <a:rPr lang="en-US" sz="3600" dirty="0" err="1" smtClean="0"/>
              <a:t>đề</a:t>
            </a:r>
            <a:r>
              <a:rPr lang="en-US" sz="3600" dirty="0" smtClean="0"/>
              <a:t> </a:t>
            </a:r>
            <a:r>
              <a:rPr lang="en-US" sz="3600" dirty="0" err="1" smtClean="0"/>
              <a:t>có</a:t>
            </a:r>
            <a:r>
              <a:rPr lang="en-US" sz="3600" dirty="0" smtClean="0"/>
              <a:t> </a:t>
            </a:r>
            <a:r>
              <a:rPr lang="en-US" sz="3600" dirty="0" err="1" smtClean="0"/>
              <a:t>thể</a:t>
            </a:r>
            <a:r>
              <a:rPr lang="en-US" sz="3600" dirty="0" smtClean="0"/>
              <a:t> </a:t>
            </a:r>
            <a:r>
              <a:rPr lang="en-US" sz="3600" dirty="0" err="1" smtClean="0"/>
              <a:t>gây</a:t>
            </a:r>
            <a:r>
              <a:rPr lang="en-US" sz="3600" dirty="0" smtClean="0"/>
              <a:t> </a:t>
            </a:r>
            <a:r>
              <a:rPr lang="en-US" sz="3600" dirty="0" err="1" smtClean="0"/>
              <a:t>khó</a:t>
            </a:r>
            <a:r>
              <a:rPr lang="en-US" sz="3600" dirty="0" smtClean="0"/>
              <a:t> </a:t>
            </a:r>
            <a:r>
              <a:rPr lang="en-US" sz="3600" dirty="0" err="1" smtClean="0"/>
              <a:t>khăn</a:t>
            </a:r>
            <a:r>
              <a:rPr lang="en-US" sz="3600" dirty="0" smtClean="0"/>
              <a:t> </a:t>
            </a:r>
            <a:r>
              <a:rPr lang="en-US" sz="3600" dirty="0" err="1" smtClean="0"/>
              <a:t>trước</a:t>
            </a:r>
            <a:r>
              <a:rPr lang="en-US" sz="3600" dirty="0" smtClean="0"/>
              <a:t> </a:t>
            </a:r>
            <a:r>
              <a:rPr lang="en-US" sz="3600" dirty="0" err="1" smtClean="0"/>
              <a:t>khi</a:t>
            </a:r>
            <a:r>
              <a:rPr lang="en-US" sz="3600" dirty="0" smtClean="0"/>
              <a:t> </a:t>
            </a:r>
            <a:r>
              <a:rPr lang="en-US" sz="3600" dirty="0" err="1" smtClean="0"/>
              <a:t>nó</a:t>
            </a:r>
            <a:r>
              <a:rPr lang="en-US" sz="3600" dirty="0" smtClean="0"/>
              <a:t> </a:t>
            </a:r>
            <a:r>
              <a:rPr lang="en-US" sz="3600" dirty="0" err="1" smtClean="0"/>
              <a:t>xảy</a:t>
            </a:r>
            <a:r>
              <a:rPr lang="en-US" sz="3600" dirty="0" smtClean="0"/>
              <a:t> </a:t>
            </a:r>
            <a:r>
              <a:rPr lang="en-US" sz="3600" dirty="0" err="1" smtClean="0"/>
              <a:t>ra.</a:t>
            </a:r>
            <a:endParaRPr lang="en-US" sz="3600" dirty="0" smtClean="0"/>
          </a:p>
          <a:p>
            <a:pPr algn="just"/>
            <a:r>
              <a:rPr lang="en-US" sz="3600" dirty="0" err="1" smtClean="0"/>
              <a:t>Được</a:t>
            </a:r>
            <a:r>
              <a:rPr lang="en-US" sz="3600" dirty="0" smtClean="0"/>
              <a:t> </a:t>
            </a:r>
            <a:r>
              <a:rPr lang="en-US" sz="3600" dirty="0" err="1" smtClean="0"/>
              <a:t>đặc</a:t>
            </a:r>
            <a:r>
              <a:rPr lang="en-US" sz="3600" dirty="0" smtClean="0"/>
              <a:t> </a:t>
            </a:r>
            <a:r>
              <a:rPr lang="en-US" sz="3600" dirty="0" err="1" smtClean="0"/>
              <a:t>biệt</a:t>
            </a:r>
            <a:r>
              <a:rPr lang="en-US" sz="3600" dirty="0" smtClean="0"/>
              <a:t> </a:t>
            </a:r>
            <a:r>
              <a:rPr lang="en-US" sz="3600" dirty="0" err="1" smtClean="0"/>
              <a:t>nhấn</a:t>
            </a:r>
            <a:r>
              <a:rPr lang="en-US" sz="3600" dirty="0" smtClean="0"/>
              <a:t> </a:t>
            </a:r>
            <a:r>
              <a:rPr lang="en-US" sz="3600" dirty="0" err="1" smtClean="0"/>
              <a:t>mạnh</a:t>
            </a:r>
            <a:r>
              <a:rPr lang="en-US" sz="3600" dirty="0" smtClean="0"/>
              <a:t> </a:t>
            </a:r>
            <a:r>
              <a:rPr lang="en-US" sz="3600" dirty="0" err="1" smtClean="0"/>
              <a:t>tầm</a:t>
            </a:r>
            <a:r>
              <a:rPr lang="en-US" sz="3600" dirty="0" smtClean="0"/>
              <a:t> </a:t>
            </a:r>
            <a:r>
              <a:rPr lang="en-US" sz="3600" dirty="0" err="1" smtClean="0"/>
              <a:t>quan</a:t>
            </a:r>
            <a:r>
              <a:rPr lang="en-US" sz="3600" dirty="0" smtClean="0"/>
              <a:t> </a:t>
            </a:r>
            <a:r>
              <a:rPr lang="en-US" sz="3600" dirty="0" err="1" smtClean="0"/>
              <a:t>trọng</a:t>
            </a:r>
            <a:r>
              <a:rPr lang="en-US" sz="3600" dirty="0" smtClean="0"/>
              <a:t>. 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695586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5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b. </a:t>
            </a:r>
            <a:r>
              <a:rPr lang="en-US" sz="4000" dirty="0" err="1" smtClean="0"/>
              <a:t>Kiểm</a:t>
            </a:r>
            <a:r>
              <a:rPr lang="en-US" sz="4000" dirty="0" smtClean="0"/>
              <a:t> </a:t>
            </a:r>
            <a:r>
              <a:rPr lang="en-US" sz="4000" dirty="0" err="1" smtClean="0"/>
              <a:t>soát</a:t>
            </a:r>
            <a:r>
              <a:rPr lang="en-US" sz="4000" dirty="0" smtClean="0"/>
              <a:t> </a:t>
            </a:r>
            <a:r>
              <a:rPr lang="en-US" sz="4000" dirty="0" err="1" smtClean="0"/>
              <a:t>trong</a:t>
            </a:r>
            <a:r>
              <a:rPr lang="en-US" sz="4000" dirty="0" smtClean="0"/>
              <a:t> </a:t>
            </a:r>
            <a:r>
              <a:rPr lang="en-US" sz="4000" dirty="0" err="1" smtClean="0"/>
              <a:t>hoạt</a:t>
            </a:r>
            <a:r>
              <a:rPr lang="en-US" sz="4000" dirty="0" smtClean="0"/>
              <a:t> </a:t>
            </a:r>
            <a:r>
              <a:rPr lang="en-US" sz="4000" dirty="0" err="1" smtClean="0"/>
              <a:t>động</a:t>
            </a:r>
            <a:r>
              <a:rPr lang="en-US" sz="40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 err="1" smtClean="0"/>
              <a:t>Một</a:t>
            </a:r>
            <a:r>
              <a:rPr lang="en-US" sz="3600" dirty="0" smtClean="0"/>
              <a:t> </a:t>
            </a:r>
            <a:r>
              <a:rPr lang="en-US" sz="3600" dirty="0" err="1" smtClean="0"/>
              <a:t>hình</a:t>
            </a:r>
            <a:r>
              <a:rPr lang="en-US" sz="3600" dirty="0" smtClean="0"/>
              <a:t> </a:t>
            </a:r>
            <a:r>
              <a:rPr lang="en-US" sz="3600" dirty="0" err="1" smtClean="0"/>
              <a:t>thức</a:t>
            </a:r>
            <a:r>
              <a:rPr lang="en-US" sz="3600" dirty="0" smtClean="0"/>
              <a:t> </a:t>
            </a:r>
            <a:r>
              <a:rPr lang="en-US" sz="3600" dirty="0" err="1" smtClean="0"/>
              <a:t>giám</a:t>
            </a:r>
            <a:r>
              <a:rPr lang="en-US" sz="3600" dirty="0" smtClean="0"/>
              <a:t> </a:t>
            </a:r>
            <a:r>
              <a:rPr lang="en-US" sz="3600" dirty="0" err="1" smtClean="0"/>
              <a:t>sát</a:t>
            </a:r>
            <a:r>
              <a:rPr lang="en-US" sz="3600" dirty="0" smtClean="0"/>
              <a:t> </a:t>
            </a:r>
            <a:r>
              <a:rPr lang="en-US" sz="3600" dirty="0" err="1" smtClean="0"/>
              <a:t>m</a:t>
            </a:r>
            <a:r>
              <a:rPr lang="en-US" sz="3600" dirty="0" err="1" smtClean="0"/>
              <a:t>à</a:t>
            </a:r>
            <a:r>
              <a:rPr lang="en-US" sz="3600" dirty="0" smtClean="0"/>
              <a:t> </a:t>
            </a:r>
            <a:r>
              <a:rPr lang="en-US" sz="3600" dirty="0" err="1" smtClean="0"/>
              <a:t>các</a:t>
            </a:r>
            <a:r>
              <a:rPr lang="en-US" sz="3600" dirty="0" smtClean="0"/>
              <a:t> </a:t>
            </a:r>
            <a:r>
              <a:rPr lang="en-US" sz="3600" dirty="0" err="1" smtClean="0"/>
              <a:t>nhà</a:t>
            </a:r>
            <a:r>
              <a:rPr lang="en-US" sz="3600" dirty="0" smtClean="0"/>
              <a:t> </a:t>
            </a:r>
            <a:r>
              <a:rPr lang="en-US" sz="3600" dirty="0" err="1" smtClean="0"/>
              <a:t>quản</a:t>
            </a:r>
            <a:r>
              <a:rPr lang="en-US" sz="3600" dirty="0" smtClean="0"/>
              <a:t> </a:t>
            </a:r>
            <a:r>
              <a:rPr lang="en-US" sz="3600" dirty="0" err="1" smtClean="0"/>
              <a:t>lý</a:t>
            </a:r>
            <a:r>
              <a:rPr lang="en-US" sz="3600" dirty="0" smtClean="0"/>
              <a:t> </a:t>
            </a:r>
            <a:r>
              <a:rPr lang="en-US" sz="3600" dirty="0" err="1" smtClean="0"/>
              <a:t>đưa</a:t>
            </a:r>
            <a:r>
              <a:rPr lang="en-US" sz="3600" dirty="0" smtClean="0"/>
              <a:t> </a:t>
            </a:r>
            <a:r>
              <a:rPr lang="en-US" sz="3600" dirty="0" err="1" smtClean="0"/>
              <a:t>ra</a:t>
            </a:r>
            <a:r>
              <a:rPr lang="en-US" sz="3600" dirty="0" smtClean="0"/>
              <a:t> </a:t>
            </a:r>
            <a:r>
              <a:rPr lang="en-US" sz="3600" dirty="0" err="1" smtClean="0"/>
              <a:t>các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dirty="0" err="1" smtClean="0"/>
              <a:t>điều</a:t>
            </a:r>
            <a:r>
              <a:rPr lang="en-US" sz="3600" dirty="0" smtClean="0"/>
              <a:t> </a:t>
            </a:r>
            <a:r>
              <a:rPr lang="en-US" sz="3600" dirty="0" err="1" smtClean="0"/>
              <a:t>chỉnh</a:t>
            </a:r>
            <a:r>
              <a:rPr lang="en-US" sz="3600" dirty="0" smtClean="0"/>
              <a:t> </a:t>
            </a:r>
            <a:r>
              <a:rPr lang="en-US" sz="3600" dirty="0" err="1" smtClean="0"/>
              <a:t>ngay</a:t>
            </a:r>
            <a:r>
              <a:rPr lang="en-US" sz="3600" dirty="0" smtClean="0"/>
              <a:t> </a:t>
            </a:r>
            <a:r>
              <a:rPr lang="en-US" sz="3600" dirty="0" err="1" smtClean="0"/>
              <a:t>khi</a:t>
            </a:r>
            <a:r>
              <a:rPr lang="en-US" sz="3600" dirty="0" smtClean="0"/>
              <a:t> </a:t>
            </a:r>
            <a:r>
              <a:rPr lang="en-US" sz="3600" dirty="0" err="1" smtClean="0"/>
              <a:t>giám</a:t>
            </a:r>
            <a:r>
              <a:rPr lang="en-US" sz="3600" dirty="0" smtClean="0"/>
              <a:t> </a:t>
            </a:r>
            <a:r>
              <a:rPr lang="en-US" sz="3600" dirty="0" err="1" smtClean="0"/>
              <a:t>sát</a:t>
            </a:r>
            <a:r>
              <a:rPr lang="en-US" sz="3600" dirty="0" smtClean="0"/>
              <a:t>.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 err="1" smtClean="0"/>
              <a:t>Được</a:t>
            </a:r>
            <a:r>
              <a:rPr lang="en-US" sz="3600" dirty="0" smtClean="0"/>
              <a:t> </a:t>
            </a:r>
            <a:r>
              <a:rPr lang="en-US" sz="3600" dirty="0" err="1" smtClean="0"/>
              <a:t>tiến</a:t>
            </a:r>
            <a:r>
              <a:rPr lang="en-US" sz="3600" dirty="0" smtClean="0"/>
              <a:t> </a:t>
            </a:r>
            <a:r>
              <a:rPr lang="en-US" sz="3600" dirty="0" err="1" smtClean="0"/>
              <a:t>hành</a:t>
            </a:r>
            <a:r>
              <a:rPr lang="en-US" sz="3600" dirty="0" smtClean="0"/>
              <a:t> </a:t>
            </a:r>
            <a:r>
              <a:rPr lang="en-US" sz="3600" dirty="0" err="1" smtClean="0"/>
              <a:t>để</a:t>
            </a:r>
            <a:r>
              <a:rPr lang="en-US" sz="3600" dirty="0" smtClean="0"/>
              <a:t> </a:t>
            </a:r>
            <a:r>
              <a:rPr lang="en-US" sz="3600" dirty="0" err="1" smtClean="0"/>
              <a:t>có</a:t>
            </a:r>
            <a:r>
              <a:rPr lang="en-US" sz="3600" dirty="0" smtClean="0"/>
              <a:t> </a:t>
            </a:r>
            <a:r>
              <a:rPr lang="en-US" sz="3600" dirty="0" err="1" smtClean="0"/>
              <a:t>thể</a:t>
            </a:r>
            <a:r>
              <a:rPr lang="en-US" sz="3600" dirty="0" smtClean="0"/>
              <a:t> </a:t>
            </a:r>
            <a:r>
              <a:rPr lang="en-US" sz="3600" dirty="0" err="1" smtClean="0"/>
              <a:t>điều</a:t>
            </a:r>
            <a:r>
              <a:rPr lang="en-US" sz="3600" dirty="0" smtClean="0"/>
              <a:t> </a:t>
            </a:r>
            <a:r>
              <a:rPr lang="en-US" sz="3600" dirty="0" err="1" smtClean="0"/>
              <a:t>chỉnh</a:t>
            </a:r>
            <a:r>
              <a:rPr lang="en-US" sz="3600" dirty="0" smtClean="0"/>
              <a:t> </a:t>
            </a:r>
            <a:r>
              <a:rPr lang="en-US" sz="3600" dirty="0" err="1" smtClean="0"/>
              <a:t>kịp</a:t>
            </a:r>
            <a:r>
              <a:rPr lang="en-US" sz="3600" dirty="0" smtClean="0"/>
              <a:t> </a:t>
            </a:r>
            <a:r>
              <a:rPr lang="en-US" sz="3600" dirty="0" err="1" smtClean="0"/>
              <a:t>thời</a:t>
            </a:r>
            <a:r>
              <a:rPr lang="en-US" sz="3600" dirty="0" smtClean="0"/>
              <a:t> </a:t>
            </a:r>
            <a:r>
              <a:rPr lang="en-US" sz="3600" dirty="0" err="1" smtClean="0"/>
              <a:t>trước</a:t>
            </a:r>
            <a:r>
              <a:rPr lang="en-US" sz="3600" dirty="0" smtClean="0"/>
              <a:t> </a:t>
            </a:r>
            <a:r>
              <a:rPr lang="en-US" sz="3600" dirty="0" err="1" smtClean="0"/>
              <a:t>khi</a:t>
            </a:r>
            <a:r>
              <a:rPr lang="en-US" sz="3600" dirty="0" smtClean="0"/>
              <a:t> </a:t>
            </a:r>
            <a:r>
              <a:rPr lang="en-US" sz="3600" dirty="0" err="1" smtClean="0"/>
              <a:t>xảy</a:t>
            </a:r>
            <a:r>
              <a:rPr lang="en-US" sz="3600" dirty="0" smtClean="0"/>
              <a:t> </a:t>
            </a:r>
            <a:r>
              <a:rPr lang="en-US" sz="3600" dirty="0" err="1" smtClean="0"/>
              <a:t>ra</a:t>
            </a:r>
            <a:r>
              <a:rPr lang="en-US" sz="3600" dirty="0" smtClean="0"/>
              <a:t> </a:t>
            </a:r>
            <a:r>
              <a:rPr lang="en-US" sz="3600" dirty="0" err="1" smtClean="0"/>
              <a:t>hậu</a:t>
            </a:r>
            <a:r>
              <a:rPr lang="en-US" sz="3600" dirty="0" smtClean="0"/>
              <a:t> </a:t>
            </a:r>
            <a:r>
              <a:rPr lang="en-US" sz="3600" dirty="0" err="1" smtClean="0"/>
              <a:t>quả</a:t>
            </a:r>
            <a:r>
              <a:rPr lang="en-US" sz="3600" dirty="0" smtClean="0"/>
              <a:t> </a:t>
            </a:r>
            <a:r>
              <a:rPr lang="en-US" sz="3600" dirty="0" err="1" smtClean="0"/>
              <a:t>nghiêm</a:t>
            </a:r>
            <a:r>
              <a:rPr lang="en-US" sz="3600" dirty="0" smtClean="0"/>
              <a:t> </a:t>
            </a:r>
            <a:r>
              <a:rPr lang="en-US" sz="3600" dirty="0" err="1" smtClean="0"/>
              <a:t>trọng</a:t>
            </a:r>
            <a:r>
              <a:rPr lang="en-US" sz="3600" dirty="0" smtClean="0"/>
              <a:t>. </a:t>
            </a:r>
          </a:p>
          <a:p>
            <a:pPr algn="just"/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3165205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5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c. </a:t>
            </a:r>
            <a:r>
              <a:rPr lang="en-US" sz="4000" dirty="0" err="1" smtClean="0"/>
              <a:t>Kiểm</a:t>
            </a:r>
            <a:r>
              <a:rPr lang="en-US" sz="4000" dirty="0" smtClean="0"/>
              <a:t> </a:t>
            </a:r>
            <a:r>
              <a:rPr lang="en-US" sz="4000" dirty="0" err="1" smtClean="0"/>
              <a:t>soát</a:t>
            </a:r>
            <a:r>
              <a:rPr lang="en-US" sz="4000" dirty="0" smtClean="0"/>
              <a:t> </a:t>
            </a:r>
            <a:r>
              <a:rPr lang="en-US" sz="4000" dirty="0" err="1" smtClean="0"/>
              <a:t>sau</a:t>
            </a:r>
            <a:r>
              <a:rPr lang="en-US" sz="4000" dirty="0" smtClean="0"/>
              <a:t> </a:t>
            </a:r>
            <a:r>
              <a:rPr lang="en-US" sz="4000" dirty="0" err="1" smtClean="0"/>
              <a:t>hoạt</a:t>
            </a:r>
            <a:r>
              <a:rPr lang="en-US" sz="4000" dirty="0" smtClean="0"/>
              <a:t> </a:t>
            </a:r>
            <a:r>
              <a:rPr lang="en-US" sz="4000" dirty="0" err="1" smtClean="0"/>
              <a:t>động</a:t>
            </a:r>
            <a:r>
              <a:rPr lang="en-US" sz="40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 err="1" smtClean="0"/>
              <a:t>Hình</a:t>
            </a:r>
            <a:r>
              <a:rPr lang="en-US" sz="3600" dirty="0" smtClean="0"/>
              <a:t> </a:t>
            </a:r>
            <a:r>
              <a:rPr lang="en-US" sz="3600" dirty="0" err="1" smtClean="0"/>
              <a:t>thức</a:t>
            </a:r>
            <a:r>
              <a:rPr lang="en-US" sz="3600" dirty="0" smtClean="0"/>
              <a:t> </a:t>
            </a:r>
            <a:r>
              <a:rPr lang="en-US" sz="3600" dirty="0" err="1" smtClean="0"/>
              <a:t>đo</a:t>
            </a:r>
            <a:r>
              <a:rPr lang="en-US" sz="3600" dirty="0" smtClean="0"/>
              <a:t> </a:t>
            </a:r>
            <a:r>
              <a:rPr lang="en-US" sz="3600" dirty="0" err="1" smtClean="0"/>
              <a:t>lường</a:t>
            </a:r>
            <a:r>
              <a:rPr lang="en-US" sz="3600" dirty="0" smtClean="0"/>
              <a:t> </a:t>
            </a:r>
            <a:r>
              <a:rPr lang="en-US" sz="3600" dirty="0" err="1" smtClean="0"/>
              <a:t>kết</a:t>
            </a:r>
            <a:r>
              <a:rPr lang="en-US" sz="3600" dirty="0" smtClean="0"/>
              <a:t> </a:t>
            </a:r>
            <a:r>
              <a:rPr lang="en-US" sz="3600" dirty="0" err="1" smtClean="0"/>
              <a:t>quả</a:t>
            </a:r>
            <a:r>
              <a:rPr lang="en-US" sz="3600" dirty="0" smtClean="0"/>
              <a:t> </a:t>
            </a:r>
            <a:r>
              <a:rPr lang="en-US" sz="3600" dirty="0" err="1" smtClean="0"/>
              <a:t>cuối</a:t>
            </a:r>
            <a:r>
              <a:rPr lang="en-US" sz="3600" dirty="0" smtClean="0"/>
              <a:t> </a:t>
            </a:r>
            <a:r>
              <a:rPr lang="en-US" sz="3600" dirty="0" err="1" smtClean="0"/>
              <a:t>cùng</a:t>
            </a:r>
            <a:r>
              <a:rPr lang="en-US" sz="3600" dirty="0" smtClean="0"/>
              <a:t> </a:t>
            </a:r>
            <a:r>
              <a:rPr lang="en-US" sz="3600" dirty="0" err="1" smtClean="0"/>
              <a:t>của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, </a:t>
            </a:r>
            <a:r>
              <a:rPr lang="en-US" sz="3600" dirty="0" err="1" smtClean="0"/>
              <a:t>nguyên</a:t>
            </a:r>
            <a:r>
              <a:rPr lang="en-US" sz="3600" dirty="0" smtClean="0"/>
              <a:t> </a:t>
            </a:r>
            <a:r>
              <a:rPr lang="en-US" sz="3600" dirty="0" err="1" smtClean="0"/>
              <a:t>nhân</a:t>
            </a:r>
            <a:r>
              <a:rPr lang="en-US" sz="3600" dirty="0" smtClean="0"/>
              <a:t> </a:t>
            </a:r>
            <a:r>
              <a:rPr lang="en-US" sz="3600" dirty="0" err="1" smtClean="0"/>
              <a:t>và</a:t>
            </a:r>
            <a:r>
              <a:rPr lang="en-US" sz="3600" dirty="0" smtClean="0"/>
              <a:t> </a:t>
            </a:r>
            <a:r>
              <a:rPr lang="en-US" sz="3600" dirty="0" err="1" smtClean="0"/>
              <a:t>sai</a:t>
            </a:r>
            <a:r>
              <a:rPr lang="en-US" sz="3600" dirty="0" smtClean="0"/>
              <a:t> </a:t>
            </a:r>
            <a:r>
              <a:rPr lang="en-US" sz="3600" dirty="0" err="1" smtClean="0"/>
              <a:t>lệch</a:t>
            </a:r>
            <a:r>
              <a:rPr lang="en-US" sz="3600" dirty="0" smtClean="0"/>
              <a:t> so </a:t>
            </a:r>
            <a:r>
              <a:rPr lang="en-US" sz="3600" dirty="0" err="1" smtClean="0"/>
              <a:t>với</a:t>
            </a:r>
            <a:r>
              <a:rPr lang="en-US" sz="3600" dirty="0" smtClean="0"/>
              <a:t> </a:t>
            </a:r>
            <a:r>
              <a:rPr lang="en-US" sz="3600" dirty="0" err="1" smtClean="0"/>
              <a:t>các</a:t>
            </a:r>
            <a:r>
              <a:rPr lang="en-US" sz="3600" dirty="0" smtClean="0"/>
              <a:t> </a:t>
            </a:r>
            <a:r>
              <a:rPr lang="en-US" sz="3600" dirty="0" err="1" smtClean="0"/>
              <a:t>tiêu</a:t>
            </a:r>
            <a:r>
              <a:rPr lang="en-US" sz="3600" dirty="0" smtClean="0"/>
              <a:t> </a:t>
            </a:r>
            <a:r>
              <a:rPr lang="en-US" sz="3600" dirty="0" err="1" smtClean="0"/>
              <a:t>chuẩn</a:t>
            </a:r>
            <a:r>
              <a:rPr lang="en-US" sz="3600" dirty="0" smtClean="0"/>
              <a:t> </a:t>
            </a:r>
            <a:r>
              <a:rPr lang="en-US" sz="3600" dirty="0" err="1" smtClean="0"/>
              <a:t>và</a:t>
            </a:r>
            <a:r>
              <a:rPr lang="en-US" sz="3600" dirty="0" smtClean="0"/>
              <a:t> </a:t>
            </a:r>
            <a:r>
              <a:rPr lang="en-US" sz="3600" dirty="0" err="1" smtClean="0"/>
              <a:t>kế</a:t>
            </a:r>
            <a:r>
              <a:rPr lang="en-US" sz="3600" dirty="0" smtClean="0"/>
              <a:t> </a:t>
            </a:r>
            <a:r>
              <a:rPr lang="en-US" sz="3600" dirty="0" err="1" smtClean="0"/>
              <a:t>hoạch</a:t>
            </a:r>
            <a:r>
              <a:rPr lang="en-US" sz="3600" dirty="0"/>
              <a:t> </a:t>
            </a:r>
            <a:r>
              <a:rPr lang="en-US" sz="3600" dirty="0" err="1" smtClean="0"/>
              <a:t>được</a:t>
            </a:r>
            <a:r>
              <a:rPr lang="en-US" sz="3600" dirty="0" smtClean="0"/>
              <a:t> </a:t>
            </a:r>
            <a:r>
              <a:rPr lang="en-US" sz="3600" dirty="0" err="1" smtClean="0"/>
              <a:t>xác</a:t>
            </a:r>
            <a:r>
              <a:rPr lang="en-US" sz="3600" dirty="0" smtClean="0"/>
              <a:t> </a:t>
            </a:r>
            <a:r>
              <a:rPr lang="en-US" sz="3600" dirty="0" err="1" smtClean="0"/>
              <a:t>định</a:t>
            </a:r>
            <a:r>
              <a:rPr lang="en-US" sz="3600" dirty="0" smtClean="0"/>
              <a:t> </a:t>
            </a:r>
            <a:r>
              <a:rPr lang="en-US" sz="3600" dirty="0" err="1" smtClean="0"/>
              <a:t>và</a:t>
            </a:r>
            <a:r>
              <a:rPr lang="en-US" sz="3600" dirty="0" smtClean="0"/>
              <a:t> </a:t>
            </a:r>
            <a:r>
              <a:rPr lang="en-US" sz="3600" dirty="0" err="1" smtClean="0"/>
              <a:t>điều</a:t>
            </a:r>
            <a:r>
              <a:rPr lang="en-US" sz="3600" dirty="0" smtClean="0"/>
              <a:t> </a:t>
            </a:r>
            <a:r>
              <a:rPr lang="en-US" sz="3600" dirty="0" err="1" smtClean="0"/>
              <a:t>chỉnh</a:t>
            </a:r>
            <a:r>
              <a:rPr lang="en-US" sz="3600" dirty="0" smtClean="0"/>
              <a:t> </a:t>
            </a:r>
            <a:r>
              <a:rPr lang="en-US" sz="3600" dirty="0" err="1" smtClean="0"/>
              <a:t>cho</a:t>
            </a:r>
            <a:r>
              <a:rPr lang="en-US" sz="3600" dirty="0" smtClean="0"/>
              <a:t> </a:t>
            </a:r>
            <a:r>
              <a:rPr lang="en-US" sz="3600" dirty="0" err="1" smtClean="0"/>
              <a:t>những</a:t>
            </a:r>
            <a:r>
              <a:rPr lang="en-US" sz="3600" dirty="0" smtClean="0"/>
              <a:t> </a:t>
            </a:r>
            <a:r>
              <a:rPr lang="en-US" sz="3600" dirty="0" err="1" smtClean="0"/>
              <a:t>hoạt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dirty="0" err="1" smtClean="0"/>
              <a:t>tương</a:t>
            </a:r>
            <a:r>
              <a:rPr lang="en-US" sz="3600" dirty="0" smtClean="0"/>
              <a:t> </a:t>
            </a:r>
            <a:r>
              <a:rPr lang="en-US" sz="3600" dirty="0" err="1" smtClean="0"/>
              <a:t>tự</a:t>
            </a:r>
            <a:r>
              <a:rPr lang="en-US" sz="3600" dirty="0" smtClean="0"/>
              <a:t> </a:t>
            </a:r>
            <a:r>
              <a:rPr lang="en-US" sz="3600" dirty="0" err="1" smtClean="0"/>
              <a:t>trong</a:t>
            </a:r>
            <a:r>
              <a:rPr lang="en-US" sz="3600" dirty="0" smtClean="0"/>
              <a:t> </a:t>
            </a:r>
            <a:r>
              <a:rPr lang="en-US" sz="3600" dirty="0" err="1" smtClean="0"/>
              <a:t>tương</a:t>
            </a:r>
            <a:r>
              <a:rPr lang="en-US" sz="3600" dirty="0" smtClean="0"/>
              <a:t> </a:t>
            </a:r>
            <a:r>
              <a:rPr lang="en-US" sz="3600" dirty="0" err="1" smtClean="0"/>
              <a:t>lai</a:t>
            </a:r>
            <a:r>
              <a:rPr lang="en-US" sz="3600" dirty="0" smtClean="0"/>
              <a:t>.</a:t>
            </a:r>
          </a:p>
          <a:p>
            <a:pPr algn="just"/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3165205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3.4</a:t>
            </a:r>
            <a:r>
              <a:rPr lang="en-US" sz="3600" dirty="0" smtClean="0"/>
              <a:t>. XÉT THEO TẦN SUẤT CỦA</a:t>
            </a:r>
            <a:br>
              <a:rPr lang="en-US" sz="3600" dirty="0" smtClean="0"/>
            </a:br>
            <a:r>
              <a:rPr lang="en-US" sz="3600" dirty="0" smtClean="0"/>
              <a:t> QUÁ TRÌNH HOẠT ĐỘNG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2216"/>
            <a:ext cx="8229600" cy="1413057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lphaLcPeriod"/>
            </a:pPr>
            <a:r>
              <a:rPr lang="en-US" b="1" i="1" dirty="0" err="1" smtClean="0"/>
              <a:t>Kiểm</a:t>
            </a:r>
            <a:r>
              <a:rPr lang="en-US" b="1" i="1" dirty="0" smtClean="0"/>
              <a:t> </a:t>
            </a:r>
            <a:r>
              <a:rPr lang="en-US" b="1" i="1" dirty="0" err="1" smtClean="0"/>
              <a:t>soát</a:t>
            </a:r>
            <a:r>
              <a:rPr lang="en-US" b="1" i="1" dirty="0" smtClean="0"/>
              <a:t> </a:t>
            </a:r>
            <a:r>
              <a:rPr lang="en-US" b="1" i="1" dirty="0" err="1" smtClean="0"/>
              <a:t>định</a:t>
            </a:r>
            <a:r>
              <a:rPr lang="en-US" b="1" i="1" dirty="0" smtClean="0"/>
              <a:t> </a:t>
            </a:r>
            <a:r>
              <a:rPr lang="en-US" b="1" i="1" dirty="0" err="1" smtClean="0"/>
              <a:t>kỳ</a:t>
            </a:r>
            <a:r>
              <a:rPr lang="en-US" dirty="0" smtClean="0"/>
              <a:t>: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,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phê</a:t>
            </a:r>
            <a:r>
              <a:rPr lang="en-US" dirty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.</a:t>
            </a:r>
          </a:p>
          <a:p>
            <a:pPr marL="514350" indent="-514350" algn="just">
              <a:buFont typeface="+mj-lt"/>
              <a:buAutoNum type="alphaLcPeriod"/>
            </a:pPr>
            <a:endParaRPr lang="en-US" dirty="0" smtClean="0"/>
          </a:p>
          <a:p>
            <a:pPr marL="514350" indent="-514350" algn="just">
              <a:buFont typeface="+mj-lt"/>
              <a:buAutoNum type="alphaLcPeriod"/>
            </a:pPr>
            <a:r>
              <a:rPr lang="en-US" b="1" i="1" dirty="0" err="1" smtClean="0"/>
              <a:t>Kiểm</a:t>
            </a:r>
            <a:r>
              <a:rPr lang="en-US" b="1" i="1" dirty="0" smtClean="0"/>
              <a:t> </a:t>
            </a:r>
            <a:r>
              <a:rPr lang="en-US" b="1" i="1" dirty="0" err="1" smtClean="0"/>
              <a:t>soát</a:t>
            </a:r>
            <a:r>
              <a:rPr lang="en-US" b="1" i="1" dirty="0" smtClean="0"/>
              <a:t> </a:t>
            </a:r>
            <a:r>
              <a:rPr lang="en-US" b="1" i="1" dirty="0" err="1" smtClean="0"/>
              <a:t>đột</a:t>
            </a:r>
            <a:r>
              <a:rPr lang="en-US" b="1" i="1" dirty="0" smtClean="0"/>
              <a:t> </a:t>
            </a:r>
            <a:r>
              <a:rPr lang="en-US" b="1" i="1" dirty="0" err="1" smtClean="0"/>
              <a:t>xuất</a:t>
            </a:r>
            <a:r>
              <a:rPr lang="en-US" dirty="0" smtClean="0"/>
              <a:t>: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, </a:t>
            </a:r>
            <a:r>
              <a:rPr lang="en-US" dirty="0" err="1"/>
              <a:t>bức</a:t>
            </a:r>
            <a:r>
              <a:rPr lang="en-US" dirty="0"/>
              <a:t> </a:t>
            </a:r>
            <a:r>
              <a:rPr lang="en-US" dirty="0" err="1"/>
              <a:t>xúc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kịp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, </a:t>
            </a:r>
            <a:r>
              <a:rPr lang="en-US" dirty="0" err="1"/>
              <a:t>chấn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. </a:t>
            </a:r>
            <a:endParaRPr lang="en-US" dirty="0" smtClean="0"/>
          </a:p>
          <a:p>
            <a:pPr marL="514350" indent="-514350" algn="just">
              <a:buFont typeface="+mj-lt"/>
              <a:buAutoNum type="alphaLcPeriod"/>
            </a:pPr>
            <a:endParaRPr lang="en-US" dirty="0"/>
          </a:p>
          <a:p>
            <a:pPr marL="514350" indent="-514350" algn="just">
              <a:buFont typeface="+mj-lt"/>
              <a:buAutoNum type="alphaLcPeriod"/>
            </a:pPr>
            <a:r>
              <a:rPr lang="en-US" b="1" i="1" dirty="0" err="1" smtClean="0"/>
              <a:t>Kiểm</a:t>
            </a:r>
            <a:r>
              <a:rPr lang="en-US" b="1" i="1" dirty="0" smtClean="0"/>
              <a:t> </a:t>
            </a:r>
            <a:r>
              <a:rPr lang="en-US" b="1" i="1" dirty="0" err="1" smtClean="0"/>
              <a:t>soát</a:t>
            </a:r>
            <a:r>
              <a:rPr lang="en-US" b="1" i="1" dirty="0" smtClean="0"/>
              <a:t> </a:t>
            </a:r>
            <a:r>
              <a:rPr lang="en-US" b="1" i="1" dirty="0" err="1" smtClean="0"/>
              <a:t>thường</a:t>
            </a:r>
            <a:r>
              <a:rPr lang="en-US" b="1" i="1" dirty="0" smtClean="0"/>
              <a:t> </a:t>
            </a:r>
            <a:r>
              <a:rPr lang="en-US" b="1" i="1" dirty="0" err="1" smtClean="0"/>
              <a:t>xuyên</a:t>
            </a:r>
            <a:r>
              <a:rPr lang="en-US" dirty="0" smtClean="0"/>
              <a:t>: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giám</a:t>
            </a:r>
            <a:r>
              <a:rPr lang="en-US" dirty="0" smtClean="0"/>
              <a:t> </a:t>
            </a:r>
            <a:r>
              <a:rPr lang="en-US" dirty="0" err="1" smtClean="0"/>
              <a:t>sát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xuyên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soát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12345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80268" y="2738782"/>
            <a:ext cx="5862592" cy="3003827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3316" y="3494018"/>
            <a:ext cx="5270400" cy="1362075"/>
          </a:xfrm>
        </p:spPr>
        <p:txBody>
          <a:bodyPr anchor="b">
            <a:normAutofit/>
          </a:bodyPr>
          <a:lstStyle/>
          <a:p>
            <a:pPr algn="r"/>
            <a:r>
              <a:rPr lang="en-US" sz="3800" dirty="0" smtClean="0"/>
              <a:t>4</a:t>
            </a:r>
            <a:r>
              <a:rPr lang="en-US" sz="3800" dirty="0" smtClean="0"/>
              <a:t>. QUY TRÌNH</a:t>
            </a:r>
            <a:br>
              <a:rPr lang="en-US" sz="3800" dirty="0" smtClean="0"/>
            </a:br>
            <a:r>
              <a:rPr lang="en-US" sz="3800" dirty="0" smtClean="0"/>
              <a:t>KIỂM SOÁT</a:t>
            </a:r>
            <a:endParaRPr lang="en-US" sz="3800" dirty="0"/>
          </a:p>
        </p:txBody>
      </p:sp>
      <p:pic>
        <p:nvPicPr>
          <p:cNvPr id="3" name="Picture 2" descr="Ảnh chụp Màn hình 2021-03-17 lúc 14.46.39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292" r="11195"/>
          <a:stretch/>
        </p:blipFill>
        <p:spPr>
          <a:xfrm>
            <a:off x="382120" y="747030"/>
            <a:ext cx="4271617" cy="3353850"/>
          </a:xfrm>
          <a:prstGeom prst="rect">
            <a:avLst/>
          </a:prstGeom>
          <a:ln>
            <a:solidFill>
              <a:srgbClr val="4F81BD"/>
            </a:solidFill>
          </a:ln>
        </p:spPr>
      </p:pic>
    </p:spTree>
    <p:extLst>
      <p:ext uri="{BB962C8B-B14F-4D97-AF65-F5344CB8AC3E}">
        <p14:creationId xmlns="" xmlns:p14="http://schemas.microsoft.com/office/powerpoint/2010/main" val="238840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4.1</a:t>
            </a:r>
            <a:r>
              <a:rPr lang="en-US" sz="3600" dirty="0" smtClean="0"/>
              <a:t>. </a:t>
            </a:r>
            <a:r>
              <a:rPr lang="en-US" sz="3600" dirty="0" err="1" smtClean="0"/>
              <a:t>Xác</a:t>
            </a:r>
            <a:r>
              <a:rPr lang="en-US" sz="3600" dirty="0" smtClean="0"/>
              <a:t> </a:t>
            </a:r>
            <a:r>
              <a:rPr lang="en-US" sz="3600" dirty="0" err="1" smtClean="0"/>
              <a:t>định</a:t>
            </a:r>
            <a:r>
              <a:rPr lang="en-US" sz="3600" dirty="0" smtClean="0"/>
              <a:t> </a:t>
            </a:r>
            <a:r>
              <a:rPr lang="en-US" sz="3600" dirty="0" err="1" smtClean="0"/>
              <a:t>mục</a:t>
            </a:r>
            <a:r>
              <a:rPr lang="en-US" sz="3600" dirty="0" smtClean="0"/>
              <a:t> </a:t>
            </a:r>
            <a:r>
              <a:rPr lang="en-US" sz="3600" dirty="0" err="1" smtClean="0"/>
              <a:t>tiêu</a:t>
            </a:r>
            <a:r>
              <a:rPr lang="en-US" sz="3600" dirty="0" smtClean="0"/>
              <a:t> </a:t>
            </a:r>
            <a:r>
              <a:rPr lang="en-US" sz="3600" dirty="0" err="1" smtClean="0"/>
              <a:t>và</a:t>
            </a:r>
            <a:r>
              <a:rPr lang="en-US" sz="3600" dirty="0" smtClean="0"/>
              <a:t> </a:t>
            </a:r>
            <a:r>
              <a:rPr lang="en-US" sz="3600" dirty="0" err="1" smtClean="0"/>
              <a:t>nội</a:t>
            </a:r>
            <a:r>
              <a:rPr lang="en-US" sz="3600" dirty="0" smtClean="0"/>
              <a:t> dung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r>
              <a:rPr lang="en-US" sz="3600" dirty="0" smtClean="0"/>
              <a:t>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9027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 err="1" smtClean="0"/>
              <a:t>Mục</a:t>
            </a:r>
            <a:r>
              <a:rPr lang="en-US" sz="2800" dirty="0" smtClean="0"/>
              <a:t> </a:t>
            </a:r>
            <a:r>
              <a:rPr lang="en-US" sz="2800" dirty="0" err="1" smtClean="0"/>
              <a:t>tiêu</a:t>
            </a:r>
            <a:r>
              <a:rPr lang="en-US" sz="2800" dirty="0" smtClean="0"/>
              <a:t>: </a:t>
            </a:r>
            <a:r>
              <a:rPr lang="en-US" sz="2800" dirty="0" err="1" smtClean="0"/>
              <a:t>Phát</a:t>
            </a:r>
            <a:r>
              <a:rPr lang="en-US" sz="2800" dirty="0" smtClean="0"/>
              <a:t> </a:t>
            </a:r>
            <a:r>
              <a:rPr lang="en-US" sz="2800" dirty="0" err="1" smtClean="0"/>
              <a:t>hiện</a:t>
            </a:r>
            <a:r>
              <a:rPr lang="en-US" sz="2800" dirty="0" smtClean="0"/>
              <a:t>, </a:t>
            </a:r>
            <a:r>
              <a:rPr lang="en-US" sz="2800" dirty="0" err="1" smtClean="0"/>
              <a:t>sửa</a:t>
            </a:r>
            <a:r>
              <a:rPr lang="en-US" sz="2800" dirty="0" smtClean="0"/>
              <a:t> </a:t>
            </a:r>
            <a:r>
              <a:rPr lang="en-US" sz="2800" dirty="0" err="1" smtClean="0"/>
              <a:t>chữa</a:t>
            </a:r>
            <a:r>
              <a:rPr lang="en-US" sz="2800" dirty="0" smtClean="0"/>
              <a:t> </a:t>
            </a:r>
            <a:r>
              <a:rPr lang="en-US" sz="2800" dirty="0" err="1" smtClean="0"/>
              <a:t>những</a:t>
            </a:r>
            <a:r>
              <a:rPr lang="en-US" sz="2800" dirty="0" smtClean="0"/>
              <a:t> </a:t>
            </a:r>
            <a:r>
              <a:rPr lang="en-US" sz="2800" dirty="0" err="1" smtClean="0"/>
              <a:t>sai</a:t>
            </a:r>
            <a:r>
              <a:rPr lang="en-US" sz="2800" dirty="0" smtClean="0"/>
              <a:t> </a:t>
            </a:r>
            <a:r>
              <a:rPr lang="en-US" sz="2800" dirty="0" err="1" smtClean="0"/>
              <a:t>lệch</a:t>
            </a:r>
            <a:r>
              <a:rPr lang="en-US" sz="2800" dirty="0" smtClean="0"/>
              <a:t> </a:t>
            </a:r>
            <a:r>
              <a:rPr lang="en-US" sz="2800" dirty="0" err="1" smtClean="0"/>
              <a:t>trong</a:t>
            </a:r>
            <a:r>
              <a:rPr lang="en-US" sz="2800" dirty="0" smtClean="0"/>
              <a:t> </a:t>
            </a:r>
            <a:r>
              <a:rPr lang="en-US" sz="2800" dirty="0" err="1" smtClean="0"/>
              <a:t>hoạt</a:t>
            </a:r>
            <a:r>
              <a:rPr lang="en-US" sz="2800" dirty="0" smtClean="0"/>
              <a:t> </a:t>
            </a:r>
            <a:r>
              <a:rPr lang="en-US" sz="2800" dirty="0" err="1" smtClean="0"/>
              <a:t>động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err="1" smtClean="0"/>
              <a:t>tổ</a:t>
            </a:r>
            <a:r>
              <a:rPr lang="en-US" sz="2800" dirty="0" smtClean="0"/>
              <a:t> </a:t>
            </a:r>
            <a:r>
              <a:rPr lang="en-US" sz="2800" dirty="0" err="1" smtClean="0"/>
              <a:t>chức</a:t>
            </a:r>
            <a:r>
              <a:rPr lang="en-US" sz="2800" dirty="0" smtClean="0"/>
              <a:t> so </a:t>
            </a:r>
            <a:r>
              <a:rPr lang="en-US" sz="2800" dirty="0" err="1" smtClean="0"/>
              <a:t>với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kế</a:t>
            </a:r>
            <a:r>
              <a:rPr lang="en-US" sz="2800" dirty="0" smtClean="0"/>
              <a:t> </a:t>
            </a:r>
            <a:r>
              <a:rPr lang="en-US" sz="2800" dirty="0" err="1" smtClean="0"/>
              <a:t>hoạch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tìm</a:t>
            </a:r>
            <a:r>
              <a:rPr lang="en-US" sz="2800" dirty="0" smtClean="0"/>
              <a:t> </a:t>
            </a:r>
            <a:r>
              <a:rPr lang="en-US" sz="2800" dirty="0" err="1" smtClean="0"/>
              <a:t>kiếm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cơ</a:t>
            </a:r>
            <a:r>
              <a:rPr lang="en-US" sz="2800" dirty="0" smtClean="0"/>
              <a:t> </a:t>
            </a:r>
            <a:r>
              <a:rPr lang="en-US" sz="2800" dirty="0" err="1" smtClean="0"/>
              <a:t>hội</a:t>
            </a:r>
            <a:r>
              <a:rPr lang="en-US" sz="2800" dirty="0" smtClean="0"/>
              <a:t>, </a:t>
            </a:r>
            <a:r>
              <a:rPr lang="en-US" sz="2800" dirty="0" err="1" smtClean="0"/>
              <a:t>tiềm</a:t>
            </a:r>
            <a:r>
              <a:rPr lang="en-US" sz="2800" dirty="0" smtClean="0"/>
              <a:t> </a:t>
            </a:r>
            <a:r>
              <a:rPr lang="en-US" sz="2800" dirty="0" err="1" smtClean="0"/>
              <a:t>năng</a:t>
            </a:r>
            <a:r>
              <a:rPr lang="en-US" sz="2800" dirty="0" smtClean="0"/>
              <a:t> </a:t>
            </a:r>
            <a:r>
              <a:rPr lang="en-US" sz="2800" dirty="0" err="1" smtClean="0"/>
              <a:t>có</a:t>
            </a:r>
            <a:r>
              <a:rPr lang="en-US" sz="2800" dirty="0" smtClean="0"/>
              <a:t> </a:t>
            </a:r>
            <a:r>
              <a:rPr lang="en-US" sz="2800" dirty="0" err="1" smtClean="0"/>
              <a:t>thể</a:t>
            </a:r>
            <a:r>
              <a:rPr lang="en-US" sz="2800" dirty="0" smtClean="0"/>
              <a:t> </a:t>
            </a:r>
            <a:r>
              <a:rPr lang="en-US" sz="2800" dirty="0" err="1" smtClean="0"/>
              <a:t>khai</a:t>
            </a:r>
            <a:r>
              <a:rPr lang="en-US" sz="2800" dirty="0" smtClean="0"/>
              <a:t> </a:t>
            </a:r>
            <a:r>
              <a:rPr lang="en-US" sz="2800" dirty="0" err="1" smtClean="0"/>
              <a:t>thác</a:t>
            </a:r>
            <a:r>
              <a:rPr lang="en-US" sz="2800" dirty="0" smtClean="0"/>
              <a:t> </a:t>
            </a:r>
            <a:r>
              <a:rPr lang="en-US" sz="2800" dirty="0" err="1" smtClean="0"/>
              <a:t>để</a:t>
            </a:r>
            <a:r>
              <a:rPr lang="en-US" sz="2800" dirty="0" smtClean="0"/>
              <a:t> </a:t>
            </a:r>
            <a:r>
              <a:rPr lang="en-US" sz="2800" dirty="0" err="1" smtClean="0"/>
              <a:t>hoàn</a:t>
            </a:r>
            <a:r>
              <a:rPr lang="en-US" sz="2800" dirty="0" smtClean="0"/>
              <a:t> </a:t>
            </a:r>
            <a:r>
              <a:rPr lang="en-US" sz="2800" dirty="0" err="1" smtClean="0"/>
              <a:t>thiện</a:t>
            </a:r>
            <a:r>
              <a:rPr lang="en-US" sz="2800" dirty="0" smtClean="0"/>
              <a:t>, </a:t>
            </a:r>
            <a:r>
              <a:rPr lang="en-US" sz="2800" dirty="0" err="1" smtClean="0"/>
              <a:t>cải</a:t>
            </a:r>
            <a:r>
              <a:rPr lang="en-US" sz="2800" dirty="0" smtClean="0"/>
              <a:t> </a:t>
            </a:r>
            <a:r>
              <a:rPr lang="en-US" sz="2800" dirty="0" err="1" smtClean="0"/>
              <a:t>tiến</a:t>
            </a:r>
            <a:r>
              <a:rPr lang="en-US" sz="2800" dirty="0" smtClean="0"/>
              <a:t>, </a:t>
            </a:r>
            <a:r>
              <a:rPr lang="en-US" sz="2800" dirty="0" err="1" smtClean="0"/>
              <a:t>đổi</a:t>
            </a:r>
            <a:r>
              <a:rPr lang="en-US" sz="2800" dirty="0" smtClean="0"/>
              <a:t> </a:t>
            </a:r>
            <a:r>
              <a:rPr lang="en-US" sz="2800" dirty="0" err="1" smtClean="0"/>
              <a:t>mới</a:t>
            </a:r>
            <a:r>
              <a:rPr lang="en-US" sz="2800" dirty="0" smtClean="0"/>
              <a:t> </a:t>
            </a:r>
            <a:r>
              <a:rPr lang="en-US" sz="2800" dirty="0" err="1" smtClean="0"/>
              <a:t>không</a:t>
            </a:r>
            <a:r>
              <a:rPr lang="en-US" sz="2800" dirty="0" smtClean="0"/>
              <a:t> </a:t>
            </a:r>
            <a:r>
              <a:rPr lang="en-US" sz="2800" dirty="0" err="1" smtClean="0"/>
              <a:t>ngừng</a:t>
            </a:r>
            <a:r>
              <a:rPr lang="en-US" sz="2800" dirty="0" smtClean="0"/>
              <a:t> </a:t>
            </a:r>
            <a:r>
              <a:rPr lang="en-US" sz="2800" dirty="0" err="1" smtClean="0"/>
              <a:t>mọi</a:t>
            </a:r>
            <a:r>
              <a:rPr lang="en-US" sz="2800" dirty="0" smtClean="0"/>
              <a:t> </a:t>
            </a:r>
            <a:r>
              <a:rPr lang="en-US" sz="2800" dirty="0" err="1" smtClean="0"/>
              <a:t>yếu</a:t>
            </a:r>
            <a:r>
              <a:rPr lang="en-US" sz="2800" dirty="0" smtClean="0"/>
              <a:t> </a:t>
            </a:r>
            <a:r>
              <a:rPr lang="en-US" sz="2800" dirty="0" err="1" smtClean="0"/>
              <a:t>tố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err="1" smtClean="0"/>
              <a:t>hệ</a:t>
            </a:r>
            <a:r>
              <a:rPr lang="en-US" sz="2800" dirty="0" smtClean="0"/>
              <a:t> </a:t>
            </a:r>
            <a:r>
              <a:rPr lang="en-US" sz="2800" dirty="0" err="1" smtClean="0"/>
              <a:t>thống</a:t>
            </a:r>
            <a:r>
              <a:rPr lang="en-US" sz="2800" dirty="0" smtClean="0"/>
              <a:t>. </a:t>
            </a:r>
            <a:endParaRPr lang="en-US" sz="2800" dirty="0" smtClean="0"/>
          </a:p>
          <a:p>
            <a:pPr marL="0" indent="0" algn="just">
              <a:buNone/>
            </a:pP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dung. </a:t>
            </a:r>
          </a:p>
          <a:p>
            <a:pPr marL="0" indent="0" algn="just">
              <a:buNone/>
            </a:pPr>
            <a:r>
              <a:rPr lang="en-US" sz="2800" dirty="0" err="1" smtClean="0"/>
              <a:t>Xác</a:t>
            </a:r>
            <a:r>
              <a:rPr lang="en-US" sz="2800" dirty="0" smtClean="0"/>
              <a:t> </a:t>
            </a:r>
            <a:r>
              <a:rPr lang="en-US" sz="2800" dirty="0" err="1" smtClean="0"/>
              <a:t>định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khu</a:t>
            </a:r>
            <a:r>
              <a:rPr lang="en-US" sz="2800" dirty="0" smtClean="0"/>
              <a:t> </a:t>
            </a:r>
            <a:r>
              <a:rPr lang="en-US" sz="2800" dirty="0" err="1" smtClean="0"/>
              <a:t>vực</a:t>
            </a:r>
            <a:r>
              <a:rPr lang="en-US" sz="2800" dirty="0" smtClean="0"/>
              <a:t> </a:t>
            </a:r>
            <a:r>
              <a:rPr lang="en-US" sz="2800" dirty="0" err="1" smtClean="0"/>
              <a:t>hoạt</a:t>
            </a:r>
            <a:r>
              <a:rPr lang="en-US" sz="2800" dirty="0" smtClean="0"/>
              <a:t> </a:t>
            </a:r>
            <a:r>
              <a:rPr lang="en-US" sz="2800" dirty="0" err="1" smtClean="0"/>
              <a:t>động</a:t>
            </a:r>
            <a:r>
              <a:rPr lang="en-US" sz="2800" dirty="0" smtClean="0"/>
              <a:t> </a:t>
            </a:r>
            <a:r>
              <a:rPr lang="en-US" sz="2800" dirty="0" err="1" smtClean="0"/>
              <a:t>thiết</a:t>
            </a:r>
            <a:r>
              <a:rPr lang="en-US" sz="2800" dirty="0" smtClean="0"/>
              <a:t> </a:t>
            </a:r>
            <a:r>
              <a:rPr lang="en-US" sz="2800" dirty="0" err="1" smtClean="0"/>
              <a:t>yếu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soát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yếu</a:t>
            </a:r>
            <a:r>
              <a:rPr lang="en-US" dirty="0" smtClean="0"/>
              <a:t>. 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1805959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4.2. </a:t>
            </a:r>
            <a:r>
              <a:rPr lang="en-US" sz="3600" dirty="0" err="1" smtClean="0"/>
              <a:t>Xác</a:t>
            </a:r>
            <a:r>
              <a:rPr lang="en-US" sz="3600" dirty="0" smtClean="0"/>
              <a:t> </a:t>
            </a:r>
            <a:r>
              <a:rPr lang="en-US" sz="3600" dirty="0" err="1" smtClean="0"/>
              <a:t>định</a:t>
            </a:r>
            <a:r>
              <a:rPr lang="en-US" sz="3600" dirty="0" smtClean="0"/>
              <a:t> </a:t>
            </a:r>
            <a:r>
              <a:rPr lang="en-US" sz="3600" dirty="0" err="1" smtClean="0"/>
              <a:t>các</a:t>
            </a:r>
            <a:r>
              <a:rPr lang="en-US" sz="3600" dirty="0" smtClean="0"/>
              <a:t> </a:t>
            </a:r>
            <a:br>
              <a:rPr lang="en-US" sz="3600" dirty="0" smtClean="0"/>
            </a:br>
            <a:r>
              <a:rPr lang="en-US" sz="3600" dirty="0" err="1" smtClean="0"/>
              <a:t>tiêu</a:t>
            </a:r>
            <a:r>
              <a:rPr lang="en-US" sz="3600" dirty="0" smtClean="0"/>
              <a:t> </a:t>
            </a:r>
            <a:r>
              <a:rPr lang="en-US" sz="3600" dirty="0" err="1" smtClean="0"/>
              <a:t>chuẩn</a:t>
            </a:r>
            <a:r>
              <a:rPr lang="en-US" sz="3600" dirty="0" smtClean="0"/>
              <a:t>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9027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 err="1" smtClean="0"/>
              <a:t>Tiêu</a:t>
            </a:r>
            <a:r>
              <a:rPr lang="en-US" sz="2800" dirty="0" smtClean="0"/>
              <a:t> </a:t>
            </a:r>
            <a:r>
              <a:rPr lang="en-US" sz="2800" dirty="0" err="1" smtClean="0"/>
              <a:t>chuẩn</a:t>
            </a:r>
            <a:r>
              <a:rPr lang="en-US" sz="2800" dirty="0" smtClean="0"/>
              <a:t> </a:t>
            </a:r>
            <a:r>
              <a:rPr lang="en-US" sz="2800" dirty="0" err="1" smtClean="0"/>
              <a:t>kiểm</a:t>
            </a:r>
            <a:r>
              <a:rPr lang="en-US" sz="2800" dirty="0" smtClean="0"/>
              <a:t> </a:t>
            </a:r>
            <a:r>
              <a:rPr lang="en-US" sz="2800" dirty="0" err="1" smtClean="0"/>
              <a:t>soát</a:t>
            </a:r>
            <a:r>
              <a:rPr lang="en-US" sz="2800" dirty="0" smtClean="0"/>
              <a:t>: </a:t>
            </a:r>
          </a:p>
          <a:p>
            <a:pPr marL="0" indent="0" algn="just">
              <a:buNone/>
            </a:pPr>
            <a:endParaRPr lang="en-US" sz="2800" dirty="0" smtClean="0"/>
          </a:p>
          <a:p>
            <a:pPr marL="0" indent="0" algn="just"/>
            <a:r>
              <a:rPr lang="en-US" sz="2800" dirty="0" err="1" smtClean="0"/>
              <a:t>Những</a:t>
            </a:r>
            <a:r>
              <a:rPr lang="en-US" sz="2800" dirty="0" smtClean="0"/>
              <a:t> </a:t>
            </a:r>
            <a:r>
              <a:rPr lang="en-US" sz="2800" dirty="0" err="1" smtClean="0"/>
              <a:t>chuẩn</a:t>
            </a:r>
            <a:r>
              <a:rPr lang="en-US" sz="2800" dirty="0" smtClean="0"/>
              <a:t> </a:t>
            </a:r>
            <a:r>
              <a:rPr lang="en-US" sz="2800" dirty="0" err="1" smtClean="0"/>
              <a:t>mực</a:t>
            </a:r>
            <a:r>
              <a:rPr lang="en-US" sz="2800" dirty="0" smtClean="0"/>
              <a:t> </a:t>
            </a:r>
            <a:r>
              <a:rPr lang="en-US" sz="2800" dirty="0" err="1" smtClean="0"/>
              <a:t>mà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cá</a:t>
            </a:r>
            <a:r>
              <a:rPr lang="en-US" sz="2800" dirty="0" smtClean="0"/>
              <a:t> </a:t>
            </a:r>
            <a:r>
              <a:rPr lang="en-US" sz="2800" dirty="0" err="1" smtClean="0"/>
              <a:t>nhân</a:t>
            </a:r>
            <a:r>
              <a:rPr lang="en-US" sz="2800" dirty="0" smtClean="0"/>
              <a:t>, </a:t>
            </a:r>
            <a:r>
              <a:rPr lang="en-US" sz="2800" dirty="0" err="1" smtClean="0"/>
              <a:t>tập</a:t>
            </a:r>
            <a:r>
              <a:rPr lang="en-US" sz="2800" dirty="0" smtClean="0"/>
              <a:t> </a:t>
            </a:r>
            <a:r>
              <a:rPr lang="en-US" sz="2800" dirty="0" err="1" smtClean="0"/>
              <a:t>thể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tổ</a:t>
            </a:r>
            <a:r>
              <a:rPr lang="en-US" sz="2800" dirty="0" smtClean="0"/>
              <a:t> </a:t>
            </a:r>
            <a:r>
              <a:rPr lang="en-US" sz="2800" dirty="0" err="1" smtClean="0"/>
              <a:t>chức</a:t>
            </a:r>
            <a:r>
              <a:rPr lang="en-US" sz="2800" dirty="0" smtClean="0"/>
              <a:t> </a:t>
            </a:r>
            <a:r>
              <a:rPr lang="en-US" sz="2800" dirty="0" err="1" smtClean="0"/>
              <a:t>phải</a:t>
            </a:r>
            <a:r>
              <a:rPr lang="en-US" sz="2800" dirty="0" smtClean="0"/>
              <a:t> </a:t>
            </a:r>
            <a:r>
              <a:rPr lang="en-US" sz="2800" dirty="0" err="1" smtClean="0"/>
              <a:t>thực</a:t>
            </a:r>
            <a:r>
              <a:rPr lang="en-US" sz="2800" dirty="0" smtClean="0"/>
              <a:t> </a:t>
            </a:r>
            <a:r>
              <a:rPr lang="en-US" sz="2800" dirty="0" err="1" smtClean="0"/>
              <a:t>hiện</a:t>
            </a:r>
            <a:r>
              <a:rPr lang="en-US" sz="2800" dirty="0" smtClean="0"/>
              <a:t> </a:t>
            </a:r>
            <a:r>
              <a:rPr lang="en-US" sz="2800" dirty="0" err="1" smtClean="0"/>
              <a:t>để</a:t>
            </a:r>
            <a:r>
              <a:rPr lang="en-US" sz="2800" dirty="0" smtClean="0"/>
              <a:t> </a:t>
            </a:r>
            <a:r>
              <a:rPr lang="en-US" sz="2800" dirty="0" err="1" smtClean="0"/>
              <a:t>đảm</a:t>
            </a:r>
            <a:r>
              <a:rPr lang="en-US" sz="2800" dirty="0" smtClean="0"/>
              <a:t> </a:t>
            </a:r>
            <a:r>
              <a:rPr lang="en-US" sz="2800" dirty="0" err="1" smtClean="0"/>
              <a:t>bảo</a:t>
            </a:r>
            <a:r>
              <a:rPr lang="en-US" sz="2800" dirty="0" smtClean="0"/>
              <a:t> </a:t>
            </a:r>
            <a:r>
              <a:rPr lang="en-US" sz="2800" dirty="0" err="1" smtClean="0"/>
              <a:t>cho</a:t>
            </a:r>
            <a:r>
              <a:rPr lang="en-US" sz="2800" dirty="0" smtClean="0"/>
              <a:t> </a:t>
            </a:r>
            <a:r>
              <a:rPr lang="en-US" sz="2800" dirty="0" err="1" smtClean="0"/>
              <a:t>toàn</a:t>
            </a:r>
            <a:r>
              <a:rPr lang="en-US" sz="2800" dirty="0" smtClean="0"/>
              <a:t> </a:t>
            </a:r>
            <a:r>
              <a:rPr lang="en-US" sz="2800" dirty="0" err="1" smtClean="0"/>
              <a:t>bộ</a:t>
            </a:r>
            <a:r>
              <a:rPr lang="en-US" sz="2800" dirty="0" smtClean="0"/>
              <a:t> </a:t>
            </a:r>
            <a:r>
              <a:rPr lang="en-US" sz="2800" dirty="0" err="1" smtClean="0"/>
              <a:t>tổ</a:t>
            </a:r>
            <a:r>
              <a:rPr lang="en-US" sz="2800" dirty="0" smtClean="0"/>
              <a:t> </a:t>
            </a:r>
            <a:r>
              <a:rPr lang="en-US" sz="2800" dirty="0" err="1" smtClean="0"/>
              <a:t>chức</a:t>
            </a:r>
            <a:r>
              <a:rPr lang="en-US" sz="2800" dirty="0" smtClean="0"/>
              <a:t> </a:t>
            </a:r>
            <a:r>
              <a:rPr lang="en-US" sz="2800" dirty="0" err="1" smtClean="0"/>
              <a:t>có</a:t>
            </a:r>
            <a:r>
              <a:rPr lang="en-US" sz="2800" dirty="0" smtClean="0"/>
              <a:t> </a:t>
            </a:r>
            <a:r>
              <a:rPr lang="en-US" sz="2800" dirty="0" err="1" smtClean="0"/>
              <a:t>hiệu</a:t>
            </a:r>
            <a:r>
              <a:rPr lang="en-US" sz="2800" dirty="0" smtClean="0"/>
              <a:t> </a:t>
            </a:r>
            <a:r>
              <a:rPr lang="en-US" sz="2800" dirty="0" err="1" smtClean="0"/>
              <a:t>quả</a:t>
            </a:r>
            <a:r>
              <a:rPr lang="en-US" sz="2800" dirty="0" smtClean="0"/>
              <a:t>. </a:t>
            </a:r>
          </a:p>
          <a:p>
            <a:pPr marL="0" indent="0" algn="just"/>
            <a:endParaRPr lang="en-US" dirty="0" smtClean="0"/>
          </a:p>
          <a:p>
            <a:pPr marL="0" indent="0" algn="just"/>
            <a:r>
              <a:rPr lang="en-US" dirty="0" err="1" smtClean="0"/>
              <a:t>N</a:t>
            </a:r>
            <a:r>
              <a:rPr lang="en-US" sz="2800" dirty="0" err="1" smtClean="0"/>
              <a:t>hững</a:t>
            </a:r>
            <a:r>
              <a:rPr lang="en-US" sz="2800" dirty="0" smtClean="0"/>
              <a:t> </a:t>
            </a:r>
            <a:r>
              <a:rPr lang="en-US" sz="2800" dirty="0" err="1" smtClean="0"/>
              <a:t>thước</a:t>
            </a:r>
            <a:r>
              <a:rPr lang="en-US" sz="2800" dirty="0" smtClean="0"/>
              <a:t> </a:t>
            </a:r>
            <a:r>
              <a:rPr lang="en-US" sz="2800" dirty="0" err="1" smtClean="0"/>
              <a:t>đo</a:t>
            </a:r>
            <a:r>
              <a:rPr lang="en-US" sz="2800" dirty="0" smtClean="0"/>
              <a:t> </a:t>
            </a:r>
            <a:r>
              <a:rPr lang="en-US" sz="2800" dirty="0" err="1" smtClean="0"/>
              <a:t>đối</a:t>
            </a:r>
            <a:r>
              <a:rPr lang="en-US" sz="2800" dirty="0" smtClean="0"/>
              <a:t> </a:t>
            </a:r>
            <a:r>
              <a:rPr lang="en-US" sz="2800" dirty="0" err="1" smtClean="0"/>
              <a:t>với</a:t>
            </a:r>
            <a:r>
              <a:rPr lang="en-US" sz="2800" dirty="0" smtClean="0"/>
              <a:t> </a:t>
            </a:r>
            <a:r>
              <a:rPr lang="en-US" sz="2800" dirty="0" err="1" smtClean="0"/>
              <a:t>kết</a:t>
            </a:r>
            <a:r>
              <a:rPr lang="en-US" sz="2800" dirty="0" smtClean="0"/>
              <a:t> </a:t>
            </a:r>
            <a:r>
              <a:rPr lang="en-US" sz="2800" dirty="0" err="1" smtClean="0"/>
              <a:t>quả</a:t>
            </a:r>
            <a:r>
              <a:rPr lang="en-US" sz="2800" dirty="0" smtClean="0"/>
              <a:t> </a:t>
            </a:r>
            <a:r>
              <a:rPr lang="en-US" sz="2800" dirty="0" err="1" smtClean="0"/>
              <a:t>thực</a:t>
            </a:r>
            <a:r>
              <a:rPr lang="en-US" sz="2800" dirty="0" smtClean="0"/>
              <a:t> </a:t>
            </a:r>
            <a:r>
              <a:rPr lang="en-US" sz="2800" dirty="0" err="1" smtClean="0"/>
              <a:t>hiện</a:t>
            </a:r>
            <a:r>
              <a:rPr lang="en-US" sz="2800" dirty="0" smtClean="0"/>
              <a:t> </a:t>
            </a:r>
            <a:r>
              <a:rPr lang="en-US" sz="2800" dirty="0" err="1" smtClean="0"/>
              <a:t>thực</a:t>
            </a:r>
            <a:r>
              <a:rPr lang="en-US" sz="2800" dirty="0" smtClean="0"/>
              <a:t> </a:t>
            </a:r>
            <a:r>
              <a:rPr lang="en-US" sz="2800" dirty="0" err="1" smtClean="0"/>
              <a:t>tế</a:t>
            </a:r>
            <a:r>
              <a:rPr lang="en-US" sz="2800" dirty="0" smtClean="0"/>
              <a:t> </a:t>
            </a:r>
            <a:r>
              <a:rPr lang="en-US" sz="2800" dirty="0" err="1" smtClean="0"/>
              <a:t>hoặc</a:t>
            </a:r>
            <a:r>
              <a:rPr lang="en-US" sz="2800" dirty="0" smtClean="0"/>
              <a:t> </a:t>
            </a:r>
            <a:r>
              <a:rPr lang="en-US" sz="2800" dirty="0" err="1" smtClean="0"/>
              <a:t>mong</a:t>
            </a:r>
            <a:r>
              <a:rPr lang="en-US" sz="2800" dirty="0" smtClean="0"/>
              <a:t> </a:t>
            </a:r>
            <a:r>
              <a:rPr lang="en-US" sz="2800" dirty="0" err="1" smtClean="0"/>
              <a:t>muốn</a:t>
            </a:r>
            <a:r>
              <a:rPr lang="en-US" sz="2800" dirty="0" smtClean="0"/>
              <a:t> </a:t>
            </a:r>
            <a:r>
              <a:rPr lang="en-US" sz="2800" dirty="0" err="1" smtClean="0"/>
              <a:t>mà</a:t>
            </a:r>
            <a:r>
              <a:rPr lang="en-US" sz="2800" dirty="0" smtClean="0"/>
              <a:t> </a:t>
            </a:r>
            <a:r>
              <a:rPr lang="en-US" sz="2800" dirty="0" err="1" smtClean="0"/>
              <a:t>có</a:t>
            </a:r>
            <a:r>
              <a:rPr lang="en-US" sz="2800" dirty="0" smtClean="0"/>
              <a:t> </a:t>
            </a:r>
            <a:r>
              <a:rPr lang="en-US" sz="2800" dirty="0" err="1" smtClean="0"/>
              <a:t>thể</a:t>
            </a:r>
            <a:r>
              <a:rPr lang="en-US" sz="2800" dirty="0" smtClean="0"/>
              <a:t> </a:t>
            </a:r>
            <a:r>
              <a:rPr lang="en-US" sz="2800" dirty="0" err="1" smtClean="0"/>
              <a:t>đo</a:t>
            </a:r>
            <a:r>
              <a:rPr lang="en-US" sz="2800" dirty="0" smtClean="0"/>
              <a:t> </a:t>
            </a:r>
            <a:r>
              <a:rPr lang="en-US" sz="2800" dirty="0" err="1" smtClean="0"/>
              <a:t>được</a:t>
            </a:r>
            <a:r>
              <a:rPr lang="en-US" sz="2800" dirty="0" smtClean="0"/>
              <a:t>. 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1805959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4.2. </a:t>
            </a:r>
            <a:r>
              <a:rPr lang="en-US" sz="3600" dirty="0" err="1" smtClean="0"/>
              <a:t>Xác</a:t>
            </a:r>
            <a:r>
              <a:rPr lang="en-US" sz="3600" dirty="0" smtClean="0"/>
              <a:t> </a:t>
            </a:r>
            <a:r>
              <a:rPr lang="en-US" sz="3600" dirty="0" err="1" smtClean="0"/>
              <a:t>định</a:t>
            </a:r>
            <a:r>
              <a:rPr lang="en-US" sz="3600" dirty="0" smtClean="0"/>
              <a:t> </a:t>
            </a:r>
            <a:r>
              <a:rPr lang="en-US" sz="3600" dirty="0" err="1" smtClean="0"/>
              <a:t>các</a:t>
            </a:r>
            <a:r>
              <a:rPr lang="en-US" sz="3600" dirty="0" smtClean="0"/>
              <a:t> </a:t>
            </a:r>
            <a:br>
              <a:rPr lang="en-US" sz="3600" dirty="0" smtClean="0"/>
            </a:br>
            <a:r>
              <a:rPr lang="en-US" sz="3600" dirty="0" err="1" smtClean="0"/>
              <a:t>tiêu</a:t>
            </a:r>
            <a:r>
              <a:rPr lang="en-US" sz="3600" dirty="0" smtClean="0"/>
              <a:t> </a:t>
            </a:r>
            <a:r>
              <a:rPr lang="en-US" sz="3600" dirty="0" err="1" smtClean="0"/>
              <a:t>chuẩn</a:t>
            </a:r>
            <a:r>
              <a:rPr lang="en-US" sz="3600" dirty="0" smtClean="0"/>
              <a:t> </a:t>
            </a:r>
            <a:r>
              <a:rPr lang="en-US" sz="3600" dirty="0" err="1" smtClean="0"/>
              <a:t>kiểm</a:t>
            </a:r>
            <a:r>
              <a:rPr lang="en-US" sz="3600" dirty="0" smtClean="0"/>
              <a:t> </a:t>
            </a:r>
            <a:r>
              <a:rPr lang="en-US" sz="3600" dirty="0" err="1" smtClean="0"/>
              <a:t>soát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9027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loại</a:t>
            </a:r>
            <a:r>
              <a:rPr lang="en-US" sz="2800" dirty="0" smtClean="0"/>
              <a:t> </a:t>
            </a:r>
            <a:r>
              <a:rPr lang="en-US" sz="2800" dirty="0" err="1" smtClean="0"/>
              <a:t>tiêu</a:t>
            </a:r>
            <a:r>
              <a:rPr lang="en-US" sz="2800" dirty="0" smtClean="0"/>
              <a:t> </a:t>
            </a:r>
            <a:r>
              <a:rPr lang="en-US" sz="2800" dirty="0" err="1" smtClean="0"/>
              <a:t>chuẩn</a:t>
            </a:r>
            <a:r>
              <a:rPr lang="en-US" sz="2800" dirty="0" smtClean="0"/>
              <a:t>: 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/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mục</a:t>
            </a:r>
            <a:r>
              <a:rPr lang="en-US" sz="2800" dirty="0" smtClean="0"/>
              <a:t> </a:t>
            </a:r>
            <a:r>
              <a:rPr lang="en-US" sz="2800" dirty="0" err="1" smtClean="0"/>
              <a:t>tiêu</a:t>
            </a:r>
            <a:r>
              <a:rPr lang="en-US" sz="2800" dirty="0" smtClean="0"/>
              <a:t> </a:t>
            </a:r>
            <a:r>
              <a:rPr lang="en-US" sz="2800" dirty="0" err="1" smtClean="0"/>
              <a:t>với</a:t>
            </a:r>
            <a:r>
              <a:rPr lang="en-US" sz="2800" dirty="0" smtClean="0"/>
              <a:t> </a:t>
            </a:r>
            <a:r>
              <a:rPr lang="en-US" sz="2800" dirty="0" err="1" smtClean="0"/>
              <a:t>tư</a:t>
            </a:r>
            <a:r>
              <a:rPr lang="en-US" sz="2800" dirty="0" smtClean="0"/>
              <a:t> </a:t>
            </a:r>
            <a:r>
              <a:rPr lang="en-US" sz="2800" dirty="0" err="1" smtClean="0"/>
              <a:t>cách</a:t>
            </a:r>
            <a:r>
              <a:rPr lang="en-US" sz="2800" dirty="0" smtClean="0"/>
              <a:t> </a:t>
            </a:r>
            <a:r>
              <a:rPr lang="en-US" sz="2800" dirty="0" err="1" smtClean="0"/>
              <a:t>là</a:t>
            </a:r>
            <a:r>
              <a:rPr lang="en-US" sz="2800" dirty="0" smtClean="0"/>
              <a:t> </a:t>
            </a:r>
            <a:r>
              <a:rPr lang="en-US" sz="2800" dirty="0" err="1" smtClean="0"/>
              <a:t>tiêu</a:t>
            </a:r>
            <a:r>
              <a:rPr lang="en-US" sz="2800" dirty="0" smtClean="0"/>
              <a:t> </a:t>
            </a:r>
            <a:r>
              <a:rPr lang="en-US" sz="2800" dirty="0" err="1" smtClean="0"/>
              <a:t>chuẩn</a:t>
            </a:r>
            <a:r>
              <a:rPr lang="en-US" sz="2800" dirty="0" smtClean="0"/>
              <a:t>. </a:t>
            </a:r>
          </a:p>
          <a:p>
            <a:pPr marL="0" indent="0" algn="just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.</a:t>
            </a:r>
          </a:p>
          <a:p>
            <a:pPr marL="0" indent="0" algn="just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chi </a:t>
            </a:r>
            <a:r>
              <a:rPr lang="en-US" dirty="0" err="1" smtClean="0"/>
              <a:t>phí</a:t>
            </a:r>
            <a:r>
              <a:rPr lang="en-US" dirty="0" smtClean="0"/>
              <a:t>. </a:t>
            </a:r>
          </a:p>
          <a:p>
            <a:pPr marL="0" indent="0" algn="just"/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tiêu</a:t>
            </a:r>
            <a:r>
              <a:rPr lang="en-US" sz="2800" dirty="0" smtClean="0"/>
              <a:t> </a:t>
            </a:r>
            <a:r>
              <a:rPr lang="en-US" sz="2800" dirty="0" err="1" smtClean="0"/>
              <a:t>chuẩn</a:t>
            </a:r>
            <a:r>
              <a:rPr lang="en-US" sz="2800" dirty="0" smtClean="0"/>
              <a:t> </a:t>
            </a:r>
            <a:r>
              <a:rPr lang="en-US" sz="2800" dirty="0" err="1" smtClean="0"/>
              <a:t>về</a:t>
            </a:r>
            <a:r>
              <a:rPr lang="en-US" sz="2800" dirty="0" smtClean="0"/>
              <a:t> </a:t>
            </a:r>
            <a:r>
              <a:rPr lang="en-US" sz="2800" dirty="0" err="1" smtClean="0"/>
              <a:t>vốn</a:t>
            </a:r>
            <a:r>
              <a:rPr lang="en-US" sz="2800" dirty="0" smtClean="0"/>
              <a:t>.</a:t>
            </a:r>
          </a:p>
          <a:p>
            <a:pPr marL="0" indent="0" algn="just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sz="2800" dirty="0" smtClean="0"/>
              <a:t>……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1805959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4.3. </a:t>
            </a:r>
            <a:r>
              <a:rPr lang="en-US" sz="3600" dirty="0" err="1" smtClean="0"/>
              <a:t>Giám</a:t>
            </a:r>
            <a:r>
              <a:rPr lang="en-US" sz="3600" dirty="0" smtClean="0"/>
              <a:t> </a:t>
            </a:r>
            <a:r>
              <a:rPr lang="en-US" sz="3600" dirty="0" err="1" smtClean="0"/>
              <a:t>sát</a:t>
            </a:r>
            <a:r>
              <a:rPr lang="en-US" sz="3600" dirty="0" smtClean="0"/>
              <a:t> </a:t>
            </a:r>
            <a:r>
              <a:rPr lang="en-US" sz="3600" dirty="0" err="1" smtClean="0"/>
              <a:t>và</a:t>
            </a:r>
            <a:r>
              <a:rPr lang="en-US" sz="3600" dirty="0" smtClean="0"/>
              <a:t> </a:t>
            </a:r>
            <a:r>
              <a:rPr lang="en-US" sz="3600" dirty="0" err="1" smtClean="0"/>
              <a:t>đo</a:t>
            </a:r>
            <a:r>
              <a:rPr lang="en-US" sz="3600" dirty="0" smtClean="0"/>
              <a:t> </a:t>
            </a:r>
            <a:r>
              <a:rPr lang="en-US" sz="3600" dirty="0" err="1" smtClean="0"/>
              <a:t>lường</a:t>
            </a:r>
            <a:r>
              <a:rPr lang="en-US" sz="3600" dirty="0" smtClean="0"/>
              <a:t> </a:t>
            </a:r>
            <a:br>
              <a:rPr lang="en-US" sz="3600" dirty="0" smtClean="0"/>
            </a:br>
            <a:r>
              <a:rPr lang="en-US" sz="3600" dirty="0" err="1" smtClean="0"/>
              <a:t>việc</a:t>
            </a:r>
            <a:r>
              <a:rPr lang="en-US" sz="3600" dirty="0" smtClean="0"/>
              <a:t> </a:t>
            </a:r>
            <a:r>
              <a:rPr lang="en-US" sz="3600" dirty="0" err="1" smtClean="0"/>
              <a:t>thực</a:t>
            </a:r>
            <a:r>
              <a:rPr lang="en-US" sz="3600" dirty="0" smtClean="0"/>
              <a:t> </a:t>
            </a:r>
            <a:r>
              <a:rPr lang="en-US" sz="3600" dirty="0" err="1" smtClean="0"/>
              <a:t>hiện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7236"/>
            <a:ext cx="8229600" cy="45259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sz="3600" dirty="0" err="1" smtClean="0"/>
              <a:t>Đo</a:t>
            </a:r>
            <a:r>
              <a:rPr lang="en-US" sz="3600" dirty="0" smtClean="0"/>
              <a:t> </a:t>
            </a:r>
            <a:r>
              <a:rPr lang="en-US" sz="3600" dirty="0" err="1" smtClean="0"/>
              <a:t>cái</a:t>
            </a:r>
            <a:r>
              <a:rPr lang="en-US" sz="3600" dirty="0" smtClean="0"/>
              <a:t> </a:t>
            </a:r>
            <a:r>
              <a:rPr lang="en-US" sz="3600" dirty="0" err="1" smtClean="0"/>
              <a:t>gì</a:t>
            </a:r>
            <a:r>
              <a:rPr lang="en-US" sz="3600" dirty="0" smtClean="0"/>
              <a:t>?</a:t>
            </a:r>
            <a:endParaRPr lang="en-US" sz="3600" dirty="0" smtClean="0"/>
          </a:p>
          <a:p>
            <a:pPr marL="0" indent="0" algn="just"/>
            <a:r>
              <a:rPr lang="en-US" sz="3600" dirty="0" err="1" smtClean="0"/>
              <a:t>Đo</a:t>
            </a:r>
            <a:r>
              <a:rPr lang="en-US" sz="3600" dirty="0" smtClean="0"/>
              <a:t> </a:t>
            </a:r>
            <a:r>
              <a:rPr lang="en-US" sz="3600" dirty="0" err="1" smtClean="0"/>
              <a:t>như</a:t>
            </a:r>
            <a:r>
              <a:rPr lang="en-US" sz="3600" dirty="0" smtClean="0"/>
              <a:t> </a:t>
            </a:r>
            <a:r>
              <a:rPr lang="en-US" sz="3600" dirty="0" err="1" smtClean="0"/>
              <a:t>thế</a:t>
            </a:r>
            <a:r>
              <a:rPr lang="en-US" sz="3600" dirty="0" smtClean="0"/>
              <a:t> </a:t>
            </a:r>
            <a:r>
              <a:rPr lang="en-US" sz="3600" dirty="0" err="1" smtClean="0"/>
              <a:t>nào</a:t>
            </a:r>
            <a:r>
              <a:rPr lang="en-US" sz="3600" dirty="0" smtClean="0"/>
              <a:t>? 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1805959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4.4. </a:t>
            </a:r>
            <a:r>
              <a:rPr lang="en-US" sz="4000" dirty="0" err="1" smtClean="0"/>
              <a:t>Đánh</a:t>
            </a:r>
            <a:r>
              <a:rPr lang="en-US" sz="4000" dirty="0" smtClean="0"/>
              <a:t> </a:t>
            </a:r>
            <a:r>
              <a:rPr lang="en-US" sz="4000" dirty="0" err="1" smtClean="0"/>
              <a:t>giá</a:t>
            </a:r>
            <a:r>
              <a:rPr lang="en-US" sz="4000" dirty="0" smtClean="0"/>
              <a:t> </a:t>
            </a:r>
            <a:r>
              <a:rPr lang="en-US" sz="4000" dirty="0" err="1" smtClean="0"/>
              <a:t>kết</a:t>
            </a:r>
            <a:r>
              <a:rPr lang="en-US" sz="4000" dirty="0" smtClean="0"/>
              <a:t> </a:t>
            </a:r>
            <a:r>
              <a:rPr lang="en-US" sz="4000" dirty="0" err="1" smtClean="0"/>
              <a:t>quả</a:t>
            </a:r>
            <a:r>
              <a:rPr lang="en-US" sz="4000" dirty="0" smtClean="0"/>
              <a:t> </a:t>
            </a:r>
            <a:r>
              <a:rPr lang="en-US" sz="4000" dirty="0" err="1" smtClean="0"/>
              <a:t>hoạt</a:t>
            </a:r>
            <a:r>
              <a:rPr lang="en-US" sz="4000" dirty="0" smtClean="0"/>
              <a:t> </a:t>
            </a:r>
            <a:r>
              <a:rPr lang="en-US" sz="4000" dirty="0" err="1" smtClean="0"/>
              <a:t>động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9027"/>
            <a:ext cx="8229600" cy="45259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sz="3200" dirty="0" err="1" smtClean="0"/>
              <a:t>Mục</a:t>
            </a:r>
            <a:r>
              <a:rPr lang="en-US" sz="3200" dirty="0" smtClean="0"/>
              <a:t> </a:t>
            </a:r>
            <a:r>
              <a:rPr lang="en-US" sz="3200" dirty="0" err="1" smtClean="0"/>
              <a:t>tiêu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kết</a:t>
            </a:r>
            <a:r>
              <a:rPr lang="en-US" sz="3200" dirty="0" smtClean="0"/>
              <a:t> </a:t>
            </a:r>
            <a:r>
              <a:rPr lang="en-US" sz="3200" dirty="0" err="1" smtClean="0"/>
              <a:t>quả</a:t>
            </a:r>
            <a:r>
              <a:rPr lang="en-US" sz="3200" dirty="0" smtClean="0"/>
              <a:t> </a:t>
            </a:r>
            <a:r>
              <a:rPr lang="en-US" sz="3200" dirty="0" err="1" smtClean="0"/>
              <a:t>hướng</a:t>
            </a:r>
            <a:r>
              <a:rPr lang="en-US" sz="3200" dirty="0" smtClean="0"/>
              <a:t> </a:t>
            </a:r>
            <a:r>
              <a:rPr lang="en-US" sz="3200" dirty="0" err="1" smtClean="0"/>
              <a:t>đến</a:t>
            </a:r>
            <a:r>
              <a:rPr lang="en-US" sz="3200" dirty="0" smtClean="0"/>
              <a:t> </a:t>
            </a:r>
            <a:r>
              <a:rPr lang="en-US" sz="3200" dirty="0" err="1" smtClean="0"/>
              <a:t>có</a:t>
            </a:r>
            <a:r>
              <a:rPr lang="en-US" sz="3200" dirty="0" smtClean="0"/>
              <a:t> </a:t>
            </a:r>
            <a:r>
              <a:rPr lang="en-US" sz="3200" dirty="0" err="1" smtClean="0"/>
              <a:t>phù</a:t>
            </a:r>
            <a:r>
              <a:rPr lang="en-US" sz="3200" dirty="0" smtClean="0"/>
              <a:t> </a:t>
            </a:r>
            <a:r>
              <a:rPr lang="en-US" sz="3200" dirty="0" err="1" smtClean="0"/>
              <a:t>hợp</a:t>
            </a:r>
            <a:r>
              <a:rPr lang="en-US" sz="3200" dirty="0" smtClean="0"/>
              <a:t> hay </a:t>
            </a:r>
            <a:r>
              <a:rPr lang="en-US" sz="3200" dirty="0" err="1" smtClean="0"/>
              <a:t>không</a:t>
            </a:r>
            <a:r>
              <a:rPr lang="en-US" sz="3200" dirty="0" smtClean="0"/>
              <a:t>? </a:t>
            </a:r>
          </a:p>
          <a:p>
            <a:pPr marL="0" indent="0" algn="just"/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mục</a:t>
            </a:r>
            <a:r>
              <a:rPr lang="en-US" sz="3200" dirty="0" smtClean="0"/>
              <a:t> </a:t>
            </a:r>
            <a:r>
              <a:rPr lang="en-US" sz="3200" dirty="0" err="1" smtClean="0"/>
              <a:t>tiêu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kết</a:t>
            </a:r>
            <a:r>
              <a:rPr lang="en-US" sz="3200" dirty="0" smtClean="0"/>
              <a:t> </a:t>
            </a:r>
            <a:r>
              <a:rPr lang="en-US" sz="3200" dirty="0" err="1" smtClean="0"/>
              <a:t>quả</a:t>
            </a:r>
            <a:r>
              <a:rPr lang="en-US" sz="3200" dirty="0" smtClean="0"/>
              <a:t> </a:t>
            </a:r>
            <a:r>
              <a:rPr lang="en-US" sz="3200" dirty="0" err="1" smtClean="0"/>
              <a:t>này</a:t>
            </a:r>
            <a:r>
              <a:rPr lang="en-US" sz="3200" dirty="0" smtClean="0"/>
              <a:t> </a:t>
            </a:r>
            <a:r>
              <a:rPr lang="en-US" sz="3200" dirty="0" err="1" smtClean="0"/>
              <a:t>đang</a:t>
            </a:r>
            <a:r>
              <a:rPr lang="en-US" sz="3200" dirty="0" smtClean="0"/>
              <a:t> </a:t>
            </a:r>
            <a:r>
              <a:rPr lang="en-US" sz="3200" dirty="0" err="1" smtClean="0"/>
              <a:t>được</a:t>
            </a:r>
            <a:r>
              <a:rPr lang="en-US" sz="3200" dirty="0" smtClean="0"/>
              <a:t> </a:t>
            </a:r>
            <a:r>
              <a:rPr lang="en-US" sz="3200" dirty="0" err="1" smtClean="0"/>
              <a:t>thực</a:t>
            </a:r>
            <a:r>
              <a:rPr lang="en-US" sz="3200" dirty="0" smtClean="0"/>
              <a:t> </a:t>
            </a:r>
            <a:r>
              <a:rPr lang="en-US" sz="3200" dirty="0" err="1" smtClean="0"/>
              <a:t>hiện</a:t>
            </a:r>
            <a:r>
              <a:rPr lang="en-US" sz="3200" dirty="0" smtClean="0"/>
              <a:t> </a:t>
            </a:r>
            <a:r>
              <a:rPr lang="en-US" sz="3200" dirty="0" err="1" smtClean="0"/>
              <a:t>hữu</a:t>
            </a:r>
            <a:r>
              <a:rPr lang="en-US" sz="3200" dirty="0" smtClean="0"/>
              <a:t> </a:t>
            </a:r>
            <a:r>
              <a:rPr lang="en-US" sz="3200" dirty="0" err="1" smtClean="0"/>
              <a:t>hiệu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hiệu</a:t>
            </a:r>
            <a:r>
              <a:rPr lang="en-US" sz="3200" dirty="0" smtClean="0"/>
              <a:t> </a:t>
            </a:r>
            <a:r>
              <a:rPr lang="en-US" sz="3200" dirty="0" err="1" smtClean="0"/>
              <a:t>quả</a:t>
            </a:r>
            <a:r>
              <a:rPr lang="en-US" sz="3200" dirty="0" smtClean="0"/>
              <a:t> </a:t>
            </a:r>
            <a:r>
              <a:rPr lang="en-US" sz="3200" dirty="0" err="1" smtClean="0"/>
              <a:t>như</a:t>
            </a:r>
            <a:r>
              <a:rPr lang="en-US" sz="3200" dirty="0" smtClean="0"/>
              <a:t> </a:t>
            </a:r>
            <a:r>
              <a:rPr lang="en-US" sz="3200" dirty="0" err="1" smtClean="0"/>
              <a:t>thế</a:t>
            </a:r>
            <a:r>
              <a:rPr lang="en-US" sz="3200" dirty="0" smtClean="0"/>
              <a:t> </a:t>
            </a:r>
            <a:r>
              <a:rPr lang="en-US" sz="3200" dirty="0" err="1" smtClean="0"/>
              <a:t>nào</a:t>
            </a:r>
            <a:r>
              <a:rPr lang="en-US" sz="3200" dirty="0" smtClean="0"/>
              <a:t>? </a:t>
            </a:r>
          </a:p>
          <a:p>
            <a:pPr marL="0" indent="0" algn="just"/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tác</a:t>
            </a:r>
            <a:r>
              <a:rPr lang="en-US" sz="3200" dirty="0" smtClean="0"/>
              <a:t> </a:t>
            </a:r>
            <a:r>
              <a:rPr lang="en-US" sz="3200" dirty="0" err="1" smtClean="0"/>
              <a:t>động</a:t>
            </a:r>
            <a:r>
              <a:rPr lang="en-US" sz="3200" dirty="0" smtClean="0"/>
              <a:t> </a:t>
            </a:r>
            <a:r>
              <a:rPr lang="en-US" sz="3200" dirty="0" err="1" smtClean="0"/>
              <a:t>nào</a:t>
            </a:r>
            <a:r>
              <a:rPr lang="en-US" sz="3200" dirty="0" smtClean="0"/>
              <a:t> </a:t>
            </a:r>
            <a:r>
              <a:rPr lang="en-US" sz="3200" dirty="0" err="1" smtClean="0"/>
              <a:t>chưa</a:t>
            </a:r>
            <a:r>
              <a:rPr lang="en-US" sz="3200" dirty="0" smtClean="0"/>
              <a:t> </a:t>
            </a:r>
            <a:r>
              <a:rPr lang="en-US" sz="3200" dirty="0" err="1" smtClean="0"/>
              <a:t>được</a:t>
            </a:r>
            <a:r>
              <a:rPr lang="en-US" sz="3200" dirty="0" smtClean="0"/>
              <a:t> </a:t>
            </a:r>
            <a:r>
              <a:rPr lang="en-US" sz="3200" dirty="0" err="1" smtClean="0"/>
              <a:t>lường</a:t>
            </a:r>
            <a:r>
              <a:rPr lang="en-US" sz="3200" dirty="0" smtClean="0"/>
              <a:t> </a:t>
            </a:r>
            <a:r>
              <a:rPr lang="en-US" sz="3200" dirty="0" err="1" smtClean="0"/>
              <a:t>trước</a:t>
            </a:r>
            <a:r>
              <a:rPr lang="en-US" sz="3200" dirty="0" smtClean="0"/>
              <a:t>?</a:t>
            </a:r>
          </a:p>
          <a:p>
            <a:pPr marL="0" indent="0" algn="just"/>
            <a:r>
              <a:rPr lang="en-US" sz="3200" dirty="0" err="1" smtClean="0"/>
              <a:t>Chiến</a:t>
            </a:r>
            <a:r>
              <a:rPr lang="en-US" sz="3200" dirty="0" smtClean="0"/>
              <a:t> </a:t>
            </a:r>
            <a:r>
              <a:rPr lang="en-US" sz="3200" dirty="0" err="1" smtClean="0"/>
              <a:t>lược</a:t>
            </a:r>
            <a:r>
              <a:rPr lang="en-US" sz="3200" dirty="0" smtClean="0"/>
              <a:t> </a:t>
            </a:r>
            <a:r>
              <a:rPr lang="en-US" sz="3200" dirty="0" err="1" smtClean="0"/>
              <a:t>thực</a:t>
            </a:r>
            <a:r>
              <a:rPr lang="en-US" sz="3200" dirty="0" smtClean="0"/>
              <a:t> </a:t>
            </a:r>
            <a:r>
              <a:rPr lang="en-US" sz="3200" dirty="0" err="1" smtClean="0"/>
              <a:t>hiện</a:t>
            </a:r>
            <a:r>
              <a:rPr lang="en-US" sz="3200" dirty="0" smtClean="0"/>
              <a:t> </a:t>
            </a:r>
            <a:r>
              <a:rPr lang="en-US" sz="3200" dirty="0" err="1" smtClean="0"/>
              <a:t>chương</a:t>
            </a:r>
            <a:r>
              <a:rPr lang="en-US" sz="3200" dirty="0" smtClean="0"/>
              <a:t> </a:t>
            </a:r>
            <a:r>
              <a:rPr lang="en-US" sz="3200" dirty="0" err="1" smtClean="0"/>
              <a:t>trình</a:t>
            </a:r>
            <a:r>
              <a:rPr lang="en-US" sz="3200" dirty="0" smtClean="0"/>
              <a:t> </a:t>
            </a:r>
            <a:r>
              <a:rPr lang="en-US" sz="3200" dirty="0" err="1" smtClean="0"/>
              <a:t>đã</a:t>
            </a:r>
            <a:r>
              <a:rPr lang="en-US" sz="3200" dirty="0" smtClean="0"/>
              <a:t> </a:t>
            </a:r>
            <a:r>
              <a:rPr lang="en-US" sz="3200" dirty="0" err="1" smtClean="0"/>
              <a:t>tối</a:t>
            </a:r>
            <a:r>
              <a:rPr lang="en-US" sz="3200" dirty="0" smtClean="0"/>
              <a:t> </a:t>
            </a:r>
            <a:r>
              <a:rPr lang="en-US" sz="3200" dirty="0" err="1" smtClean="0"/>
              <a:t>ưu</a:t>
            </a:r>
            <a:r>
              <a:rPr lang="en-US" sz="3200" dirty="0" smtClean="0"/>
              <a:t> </a:t>
            </a:r>
            <a:r>
              <a:rPr lang="en-US" sz="3200" dirty="0" err="1" smtClean="0"/>
              <a:t>chưa</a:t>
            </a:r>
            <a:r>
              <a:rPr lang="en-US" sz="3200" dirty="0" smtClean="0"/>
              <a:t>? </a:t>
            </a:r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1805959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4.5. </a:t>
            </a:r>
            <a:r>
              <a:rPr lang="en-US" sz="4000" dirty="0" err="1" smtClean="0"/>
              <a:t>Điều</a:t>
            </a:r>
            <a:r>
              <a:rPr lang="en-US" sz="4000" dirty="0" smtClean="0"/>
              <a:t> </a:t>
            </a:r>
            <a:r>
              <a:rPr lang="en-US" sz="4000" dirty="0" err="1" smtClean="0"/>
              <a:t>chỉnh</a:t>
            </a:r>
            <a:r>
              <a:rPr lang="en-US" sz="4000" dirty="0" smtClean="0"/>
              <a:t> </a:t>
            </a:r>
            <a:r>
              <a:rPr lang="en-US" sz="4000" dirty="0" err="1" smtClean="0"/>
              <a:t>sai</a:t>
            </a:r>
            <a:r>
              <a:rPr lang="en-US" sz="4000" dirty="0" smtClean="0"/>
              <a:t> </a:t>
            </a:r>
            <a:r>
              <a:rPr lang="en-US" sz="4000" dirty="0" err="1" smtClean="0"/>
              <a:t>lệch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9027"/>
            <a:ext cx="8229600" cy="45259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sz="3600" dirty="0" smtClean="0"/>
              <a:t> </a:t>
            </a:r>
            <a:r>
              <a:rPr lang="en-US" sz="3600" dirty="0" err="1" smtClean="0"/>
              <a:t>Có</a:t>
            </a:r>
            <a:r>
              <a:rPr lang="en-US" sz="3600" dirty="0" smtClean="0"/>
              <a:t> </a:t>
            </a:r>
            <a:r>
              <a:rPr lang="en-US" sz="3600" dirty="0" err="1" smtClean="0"/>
              <a:t>thể</a:t>
            </a:r>
            <a:r>
              <a:rPr lang="en-US" sz="3600" dirty="0" smtClean="0"/>
              <a:t> </a:t>
            </a:r>
            <a:r>
              <a:rPr lang="en-US" sz="3600" dirty="0" err="1" smtClean="0"/>
              <a:t>điều</a:t>
            </a:r>
            <a:r>
              <a:rPr lang="en-US" sz="3600" dirty="0" smtClean="0"/>
              <a:t> </a:t>
            </a:r>
            <a:r>
              <a:rPr lang="en-US" sz="3600" dirty="0" err="1" smtClean="0"/>
              <a:t>chỉnh</a:t>
            </a:r>
            <a:r>
              <a:rPr lang="en-US" sz="3600" dirty="0" smtClean="0"/>
              <a:t> </a:t>
            </a:r>
            <a:r>
              <a:rPr lang="en-US" sz="3600" dirty="0" err="1" smtClean="0"/>
              <a:t>lại</a:t>
            </a:r>
            <a:r>
              <a:rPr lang="en-US" sz="3600" dirty="0" smtClean="0"/>
              <a:t> </a:t>
            </a:r>
            <a:r>
              <a:rPr lang="en-US" sz="3600" dirty="0" err="1" smtClean="0"/>
              <a:t>mục</a:t>
            </a:r>
            <a:r>
              <a:rPr lang="en-US" sz="3600" dirty="0" smtClean="0"/>
              <a:t> </a:t>
            </a:r>
            <a:r>
              <a:rPr lang="en-US" sz="3600" dirty="0" err="1" smtClean="0"/>
              <a:t>tiêu</a:t>
            </a:r>
            <a:r>
              <a:rPr lang="en-US" sz="3600" dirty="0" smtClean="0"/>
              <a:t>.</a:t>
            </a:r>
          </a:p>
          <a:p>
            <a:pPr marL="0" indent="0" algn="just"/>
            <a:r>
              <a:rPr lang="en-US" sz="3600" dirty="0" smtClean="0"/>
              <a:t> </a:t>
            </a:r>
            <a:r>
              <a:rPr lang="en-US" sz="3600" dirty="0" err="1" smtClean="0"/>
              <a:t>Phân</a:t>
            </a:r>
            <a:r>
              <a:rPr lang="en-US" sz="3600" dirty="0" smtClean="0"/>
              <a:t> </a:t>
            </a:r>
            <a:r>
              <a:rPr lang="en-US" sz="3600" dirty="0" err="1" smtClean="0"/>
              <a:t>công</a:t>
            </a:r>
            <a:r>
              <a:rPr lang="en-US" sz="3600" dirty="0" smtClean="0"/>
              <a:t> </a:t>
            </a:r>
            <a:r>
              <a:rPr lang="en-US" sz="3600" dirty="0" err="1" smtClean="0"/>
              <a:t>lại</a:t>
            </a:r>
            <a:r>
              <a:rPr lang="en-US" sz="3600" dirty="0" smtClean="0"/>
              <a:t> </a:t>
            </a:r>
            <a:r>
              <a:rPr lang="en-US" sz="3600" dirty="0" err="1" smtClean="0"/>
              <a:t>công</a:t>
            </a:r>
            <a:r>
              <a:rPr lang="en-US" sz="3600" dirty="0" smtClean="0"/>
              <a:t> </a:t>
            </a:r>
            <a:r>
              <a:rPr lang="en-US" sz="3600" dirty="0" err="1" smtClean="0"/>
              <a:t>việc</a:t>
            </a:r>
            <a:r>
              <a:rPr lang="en-US" sz="3600" dirty="0" smtClean="0"/>
              <a:t> </a:t>
            </a:r>
            <a:r>
              <a:rPr lang="en-US" sz="3600" dirty="0" err="1" smtClean="0"/>
              <a:t>hoặc</a:t>
            </a:r>
            <a:r>
              <a:rPr lang="en-US" sz="3600" dirty="0" smtClean="0"/>
              <a:t> </a:t>
            </a:r>
            <a:r>
              <a:rPr lang="en-US" sz="3600" dirty="0" err="1" smtClean="0"/>
              <a:t>làm</a:t>
            </a:r>
            <a:r>
              <a:rPr lang="en-US" sz="3600" dirty="0" smtClean="0"/>
              <a:t> </a:t>
            </a:r>
            <a:r>
              <a:rPr lang="en-US" sz="3600" dirty="0" err="1" smtClean="0"/>
              <a:t>rõ</a:t>
            </a:r>
            <a:r>
              <a:rPr lang="en-US" sz="3600" dirty="0" smtClean="0"/>
              <a:t> </a:t>
            </a:r>
            <a:r>
              <a:rPr lang="en-US" sz="3600" dirty="0" err="1" smtClean="0"/>
              <a:t>nhiệm</a:t>
            </a:r>
            <a:r>
              <a:rPr lang="en-US" sz="3600" dirty="0" smtClean="0"/>
              <a:t> </a:t>
            </a:r>
            <a:r>
              <a:rPr lang="en-US" sz="3600" dirty="0" err="1" smtClean="0"/>
              <a:t>vụ</a:t>
            </a:r>
            <a:r>
              <a:rPr lang="en-US" sz="3600" dirty="0" smtClean="0"/>
              <a:t> </a:t>
            </a:r>
            <a:r>
              <a:rPr lang="en-US" sz="3600" dirty="0" err="1" smtClean="0"/>
              <a:t>được</a:t>
            </a:r>
            <a:r>
              <a:rPr lang="en-US" sz="3600" dirty="0" smtClean="0"/>
              <a:t> </a:t>
            </a:r>
            <a:r>
              <a:rPr lang="en-US" sz="3600" dirty="0" err="1" smtClean="0"/>
              <a:t>giao</a:t>
            </a:r>
            <a:r>
              <a:rPr lang="en-US" sz="3600" dirty="0" smtClean="0"/>
              <a:t>. </a:t>
            </a:r>
          </a:p>
          <a:p>
            <a:pPr marL="0" indent="0" algn="just"/>
            <a:r>
              <a:rPr lang="en-US" sz="3600" dirty="0" smtClean="0"/>
              <a:t> </a:t>
            </a:r>
            <a:r>
              <a:rPr lang="en-US" sz="3600" dirty="0" err="1" smtClean="0"/>
              <a:t>Tuyển</a:t>
            </a:r>
            <a:r>
              <a:rPr lang="en-US" sz="3600" dirty="0" smtClean="0"/>
              <a:t> </a:t>
            </a:r>
            <a:r>
              <a:rPr lang="en-US" sz="3600" dirty="0" err="1" smtClean="0"/>
              <a:t>chọn</a:t>
            </a:r>
            <a:r>
              <a:rPr lang="en-US" sz="3600" dirty="0" smtClean="0"/>
              <a:t>, </a:t>
            </a:r>
            <a:r>
              <a:rPr lang="en-US" sz="3600" dirty="0" err="1" smtClean="0"/>
              <a:t>bổ</a:t>
            </a:r>
            <a:r>
              <a:rPr lang="en-US" sz="3600" dirty="0" smtClean="0"/>
              <a:t> </a:t>
            </a:r>
            <a:r>
              <a:rPr lang="en-US" sz="3600" dirty="0" err="1" smtClean="0"/>
              <a:t>nhiệm</a:t>
            </a:r>
            <a:r>
              <a:rPr lang="en-US" sz="3600" dirty="0" smtClean="0"/>
              <a:t> </a:t>
            </a:r>
            <a:r>
              <a:rPr lang="en-US" sz="3600" dirty="0" err="1" smtClean="0"/>
              <a:t>hoăc</a:t>
            </a:r>
            <a:r>
              <a:rPr lang="en-US" sz="3600" dirty="0" smtClean="0"/>
              <a:t> </a:t>
            </a:r>
            <a:r>
              <a:rPr lang="en-US" sz="3600" dirty="0" err="1" smtClean="0"/>
              <a:t>đào</a:t>
            </a:r>
            <a:r>
              <a:rPr lang="en-US" sz="3600" dirty="0" smtClean="0"/>
              <a:t> </a:t>
            </a:r>
            <a:r>
              <a:rPr lang="en-US" sz="3600" dirty="0" err="1" smtClean="0"/>
              <a:t>tạo</a:t>
            </a:r>
            <a:r>
              <a:rPr lang="en-US" sz="3600" dirty="0" smtClean="0"/>
              <a:t> </a:t>
            </a:r>
            <a:r>
              <a:rPr lang="en-US" sz="3600" dirty="0" err="1" smtClean="0"/>
              <a:t>tốt</a:t>
            </a:r>
            <a:r>
              <a:rPr lang="en-US" sz="3600" dirty="0" smtClean="0"/>
              <a:t> </a:t>
            </a:r>
            <a:r>
              <a:rPr lang="en-US" sz="3600" dirty="0" err="1" smtClean="0"/>
              <a:t>hơn</a:t>
            </a:r>
            <a:r>
              <a:rPr lang="en-US" sz="3600" dirty="0" smtClean="0"/>
              <a:t> </a:t>
            </a:r>
            <a:r>
              <a:rPr lang="en-US" sz="3600" dirty="0" err="1" smtClean="0"/>
              <a:t>cho</a:t>
            </a:r>
            <a:r>
              <a:rPr lang="en-US" sz="3600" dirty="0" smtClean="0"/>
              <a:t> </a:t>
            </a:r>
            <a:r>
              <a:rPr lang="en-US" sz="3600" dirty="0" err="1" smtClean="0"/>
              <a:t>nhân</a:t>
            </a:r>
            <a:r>
              <a:rPr lang="en-US" sz="3600" dirty="0" smtClean="0"/>
              <a:t> </a:t>
            </a:r>
            <a:r>
              <a:rPr lang="en-US" sz="3600" dirty="0" err="1" smtClean="0"/>
              <a:t>viên</a:t>
            </a:r>
            <a:r>
              <a:rPr lang="en-US" sz="3600" dirty="0" smtClean="0"/>
              <a:t>. 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1805959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09" y="0"/>
            <a:ext cx="8506691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4.6. </a:t>
            </a:r>
            <a:r>
              <a:rPr lang="en-US" sz="4000" dirty="0" err="1" smtClean="0"/>
              <a:t>Đưa</a:t>
            </a:r>
            <a:r>
              <a:rPr lang="en-US" sz="4000" dirty="0" smtClean="0"/>
              <a:t> </a:t>
            </a:r>
            <a:r>
              <a:rPr lang="en-US" sz="4000" dirty="0" err="1" smtClean="0"/>
              <a:t>ra</a:t>
            </a:r>
            <a:r>
              <a:rPr lang="en-US" sz="4000" dirty="0" smtClean="0"/>
              <a:t> </a:t>
            </a:r>
            <a:r>
              <a:rPr lang="en-US" sz="4000" dirty="0" err="1" smtClean="0"/>
              <a:t>các</a:t>
            </a:r>
            <a:r>
              <a:rPr lang="en-US" sz="4000" dirty="0" smtClean="0"/>
              <a:t> </a:t>
            </a:r>
            <a:r>
              <a:rPr lang="en-US" sz="4000" dirty="0" err="1" smtClean="0"/>
              <a:t>sáng</a:t>
            </a:r>
            <a:r>
              <a:rPr lang="en-US" sz="4000" dirty="0" smtClean="0"/>
              <a:t> </a:t>
            </a:r>
            <a:r>
              <a:rPr lang="en-US" sz="4000" dirty="0" err="1" smtClean="0"/>
              <a:t>kiến</a:t>
            </a:r>
            <a:r>
              <a:rPr lang="en-US" sz="4000" dirty="0" smtClean="0"/>
              <a:t> </a:t>
            </a:r>
            <a:r>
              <a:rPr lang="en-US" sz="4000" dirty="0" err="1" smtClean="0"/>
              <a:t>đổi</a:t>
            </a:r>
            <a:r>
              <a:rPr lang="en-US" sz="4000" dirty="0" smtClean="0"/>
              <a:t> </a:t>
            </a:r>
            <a:r>
              <a:rPr lang="en-US" sz="4000" dirty="0" err="1" smtClean="0"/>
              <a:t>mới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9027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err="1" smtClean="0"/>
              <a:t>Căn</a:t>
            </a:r>
            <a:r>
              <a:rPr lang="en-US" sz="3600" dirty="0" smtClean="0"/>
              <a:t> </a:t>
            </a:r>
            <a:r>
              <a:rPr lang="en-US" sz="3600" dirty="0" err="1" smtClean="0"/>
              <a:t>cứ</a:t>
            </a:r>
            <a:r>
              <a:rPr lang="en-US" sz="3600" dirty="0" smtClean="0"/>
              <a:t> </a:t>
            </a:r>
            <a:r>
              <a:rPr lang="en-US" sz="3600" dirty="0" err="1" smtClean="0"/>
              <a:t>vào</a:t>
            </a:r>
            <a:r>
              <a:rPr lang="en-US" sz="3600" dirty="0" smtClean="0"/>
              <a:t> </a:t>
            </a:r>
            <a:r>
              <a:rPr lang="en-US" sz="3600" dirty="0" err="1" smtClean="0"/>
              <a:t>quy</a:t>
            </a:r>
            <a:r>
              <a:rPr lang="en-US" sz="3600" dirty="0" smtClean="0"/>
              <a:t> </a:t>
            </a:r>
            <a:r>
              <a:rPr lang="en-US" sz="3600" dirty="0" err="1" smtClean="0"/>
              <a:t>trình</a:t>
            </a:r>
            <a:r>
              <a:rPr lang="en-US" sz="3600" dirty="0" smtClean="0"/>
              <a:t> </a:t>
            </a:r>
            <a:r>
              <a:rPr lang="en-US" sz="3600" dirty="0" err="1" smtClean="0"/>
              <a:t>tổ</a:t>
            </a:r>
            <a:r>
              <a:rPr lang="en-US" sz="3600" dirty="0" smtClean="0"/>
              <a:t> </a:t>
            </a:r>
            <a:r>
              <a:rPr lang="en-US" sz="3600" dirty="0" err="1" smtClean="0"/>
              <a:t>chức</a:t>
            </a:r>
            <a:r>
              <a:rPr lang="en-US" sz="3600" dirty="0" smtClean="0"/>
              <a:t> </a:t>
            </a:r>
            <a:r>
              <a:rPr lang="en-US" sz="3600" dirty="0" err="1" smtClean="0"/>
              <a:t>đã</a:t>
            </a:r>
            <a:r>
              <a:rPr lang="en-US" sz="3600" dirty="0" smtClean="0"/>
              <a:t> </a:t>
            </a:r>
            <a:r>
              <a:rPr lang="en-US" sz="3600" dirty="0" err="1" smtClean="0"/>
              <a:t>diễn</a:t>
            </a:r>
            <a:r>
              <a:rPr lang="en-US" sz="3600" dirty="0" smtClean="0"/>
              <a:t> </a:t>
            </a:r>
            <a:r>
              <a:rPr lang="en-US" sz="3600" dirty="0" err="1" smtClean="0"/>
              <a:t>ra</a:t>
            </a:r>
            <a:r>
              <a:rPr lang="en-US" sz="3600" dirty="0" smtClean="0"/>
              <a:t>, </a:t>
            </a:r>
            <a:r>
              <a:rPr lang="en-US" sz="3600" dirty="0" err="1" smtClean="0"/>
              <a:t>rút</a:t>
            </a:r>
            <a:r>
              <a:rPr lang="en-US" sz="3600" dirty="0" smtClean="0"/>
              <a:t> </a:t>
            </a:r>
            <a:r>
              <a:rPr lang="en-US" sz="3600" dirty="0" err="1" smtClean="0"/>
              <a:t>ra</a:t>
            </a:r>
            <a:r>
              <a:rPr lang="en-US" sz="3600" dirty="0" smtClean="0"/>
              <a:t> </a:t>
            </a:r>
            <a:r>
              <a:rPr lang="en-US" sz="3600" dirty="0" err="1" smtClean="0"/>
              <a:t>những</a:t>
            </a:r>
            <a:r>
              <a:rPr lang="en-US" sz="3600" dirty="0" smtClean="0"/>
              <a:t> </a:t>
            </a:r>
            <a:r>
              <a:rPr lang="en-US" sz="3600" dirty="0" err="1" smtClean="0"/>
              <a:t>bài</a:t>
            </a:r>
            <a:r>
              <a:rPr lang="en-US" sz="3600" dirty="0" smtClean="0"/>
              <a:t> </a:t>
            </a:r>
            <a:r>
              <a:rPr lang="en-US" sz="3600" dirty="0" err="1" smtClean="0"/>
              <a:t>học</a:t>
            </a:r>
            <a:r>
              <a:rPr lang="en-US" sz="3600" dirty="0" smtClean="0"/>
              <a:t> </a:t>
            </a:r>
            <a:r>
              <a:rPr lang="en-US" sz="3600" dirty="0" err="1" smtClean="0"/>
              <a:t>kinh</a:t>
            </a:r>
            <a:r>
              <a:rPr lang="en-US" sz="3600" dirty="0" smtClean="0"/>
              <a:t> </a:t>
            </a:r>
            <a:r>
              <a:rPr lang="en-US" sz="3600" dirty="0" err="1" smtClean="0"/>
              <a:t>nghiệm</a:t>
            </a:r>
            <a:r>
              <a:rPr lang="en-US" sz="3600" dirty="0" smtClean="0"/>
              <a:t> </a:t>
            </a:r>
            <a:r>
              <a:rPr lang="en-US" sz="3600" dirty="0" err="1" smtClean="0"/>
              <a:t>để</a:t>
            </a:r>
            <a:r>
              <a:rPr lang="en-US" sz="3600" dirty="0" smtClean="0"/>
              <a:t> </a:t>
            </a:r>
            <a:r>
              <a:rPr lang="en-US" sz="3600" dirty="0" err="1" smtClean="0"/>
              <a:t>làm</a:t>
            </a:r>
            <a:r>
              <a:rPr lang="en-US" sz="3600" dirty="0" smtClean="0"/>
              <a:t> </a:t>
            </a:r>
            <a:r>
              <a:rPr lang="en-US" sz="3600" dirty="0" err="1" smtClean="0"/>
              <a:t>tốt</a:t>
            </a:r>
            <a:r>
              <a:rPr lang="en-US" sz="3600" dirty="0" smtClean="0"/>
              <a:t> </a:t>
            </a:r>
            <a:r>
              <a:rPr lang="en-US" sz="3600" dirty="0" err="1" smtClean="0"/>
              <a:t>hơn</a:t>
            </a:r>
            <a:r>
              <a:rPr lang="en-US" sz="3600" dirty="0" smtClean="0"/>
              <a:t> </a:t>
            </a:r>
            <a:r>
              <a:rPr lang="en-US" sz="3600" dirty="0" err="1" smtClean="0"/>
              <a:t>những</a:t>
            </a:r>
            <a:r>
              <a:rPr lang="en-US" sz="3600" dirty="0" smtClean="0"/>
              <a:t> </a:t>
            </a:r>
            <a:r>
              <a:rPr lang="en-US" sz="3600" dirty="0" err="1" smtClean="0"/>
              <a:t>kết</a:t>
            </a:r>
            <a:r>
              <a:rPr lang="en-US" sz="3600" dirty="0" smtClean="0"/>
              <a:t> </a:t>
            </a:r>
            <a:r>
              <a:rPr lang="en-US" sz="3600" dirty="0" err="1" smtClean="0"/>
              <a:t>quả</a:t>
            </a:r>
            <a:r>
              <a:rPr lang="en-US" sz="3600" dirty="0" smtClean="0"/>
              <a:t> </a:t>
            </a:r>
            <a:r>
              <a:rPr lang="en-US" sz="3600" dirty="0" err="1" smtClean="0"/>
              <a:t>đạt</a:t>
            </a:r>
            <a:r>
              <a:rPr lang="en-US" sz="3600" dirty="0" smtClean="0"/>
              <a:t> </a:t>
            </a:r>
            <a:r>
              <a:rPr lang="en-US" sz="3600" dirty="0" err="1" smtClean="0"/>
              <a:t>được</a:t>
            </a:r>
            <a:r>
              <a:rPr lang="en-US" sz="3600" dirty="0" smtClean="0"/>
              <a:t> </a:t>
            </a:r>
            <a:r>
              <a:rPr lang="en-US" sz="3600" dirty="0" err="1" smtClean="0"/>
              <a:t>và</a:t>
            </a:r>
            <a:r>
              <a:rPr lang="en-US" sz="3600" dirty="0" smtClean="0"/>
              <a:t> </a:t>
            </a:r>
            <a:r>
              <a:rPr lang="en-US" sz="3600" dirty="0" err="1" smtClean="0"/>
              <a:t>điều</a:t>
            </a:r>
            <a:r>
              <a:rPr lang="en-US" sz="3600" dirty="0" smtClean="0"/>
              <a:t> </a:t>
            </a:r>
            <a:r>
              <a:rPr lang="en-US" sz="3600" dirty="0" err="1" smtClean="0"/>
              <a:t>chỉnh</a:t>
            </a:r>
            <a:r>
              <a:rPr lang="en-US" sz="3600" dirty="0" smtClean="0"/>
              <a:t> </a:t>
            </a:r>
            <a:r>
              <a:rPr lang="en-US" sz="3600" dirty="0" err="1" smtClean="0"/>
              <a:t>những</a:t>
            </a:r>
            <a:r>
              <a:rPr lang="en-US" sz="3600" dirty="0" smtClean="0"/>
              <a:t> </a:t>
            </a:r>
            <a:r>
              <a:rPr lang="en-US" sz="3600" dirty="0" err="1" smtClean="0"/>
              <a:t>khiếm</a:t>
            </a:r>
            <a:r>
              <a:rPr lang="en-US" sz="3600" dirty="0" smtClean="0"/>
              <a:t> </a:t>
            </a:r>
            <a:r>
              <a:rPr lang="en-US" sz="3600" dirty="0" err="1" smtClean="0"/>
              <a:t>khuyết</a:t>
            </a:r>
            <a:r>
              <a:rPr lang="en-US" sz="3600" dirty="0" smtClean="0"/>
              <a:t> </a:t>
            </a:r>
            <a:r>
              <a:rPr lang="en-US" sz="3600" dirty="0" err="1" smtClean="0"/>
              <a:t>để</a:t>
            </a:r>
            <a:r>
              <a:rPr lang="en-US" sz="3600" dirty="0" smtClean="0"/>
              <a:t> </a:t>
            </a:r>
            <a:r>
              <a:rPr lang="en-US" sz="3600" dirty="0" err="1" smtClean="0"/>
              <a:t>cho</a:t>
            </a:r>
            <a:r>
              <a:rPr lang="en-US" sz="3600" dirty="0" smtClean="0"/>
              <a:t> </a:t>
            </a:r>
            <a:r>
              <a:rPr lang="en-US" sz="3600" dirty="0" err="1" smtClean="0"/>
              <a:t>chu</a:t>
            </a:r>
            <a:r>
              <a:rPr lang="en-US" sz="3600" dirty="0" smtClean="0"/>
              <a:t> </a:t>
            </a:r>
            <a:r>
              <a:rPr lang="en-US" sz="3600" dirty="0" err="1" smtClean="0"/>
              <a:t>kỳ</a:t>
            </a:r>
            <a:r>
              <a:rPr lang="en-US" sz="3600" dirty="0" smtClean="0"/>
              <a:t> </a:t>
            </a:r>
            <a:r>
              <a:rPr lang="en-US" sz="3600" dirty="0" err="1" smtClean="0"/>
              <a:t>quản</a:t>
            </a:r>
            <a:r>
              <a:rPr lang="en-US" sz="3600" dirty="0" smtClean="0"/>
              <a:t> </a:t>
            </a:r>
            <a:r>
              <a:rPr lang="en-US" sz="3600" dirty="0" err="1" smtClean="0"/>
              <a:t>lý</a:t>
            </a:r>
            <a:r>
              <a:rPr lang="en-US" sz="3600" dirty="0" smtClean="0"/>
              <a:t> </a:t>
            </a:r>
            <a:r>
              <a:rPr lang="en-US" sz="3600" dirty="0" err="1" smtClean="0"/>
              <a:t>mới</a:t>
            </a:r>
            <a:r>
              <a:rPr lang="en-US" sz="3600" dirty="0" smtClean="0"/>
              <a:t> </a:t>
            </a:r>
            <a:r>
              <a:rPr lang="en-US" sz="3600" dirty="0" err="1" smtClean="0"/>
              <a:t>được</a:t>
            </a:r>
            <a:r>
              <a:rPr lang="en-US" sz="3600" dirty="0" smtClean="0"/>
              <a:t> </a:t>
            </a:r>
            <a:r>
              <a:rPr lang="en-US" sz="3600" dirty="0" err="1" smtClean="0"/>
              <a:t>tốt</a:t>
            </a:r>
            <a:r>
              <a:rPr lang="en-US" sz="3600" dirty="0" smtClean="0"/>
              <a:t> </a:t>
            </a:r>
            <a:r>
              <a:rPr lang="en-US" sz="3600" dirty="0" err="1" smtClean="0"/>
              <a:t>hơn</a:t>
            </a:r>
            <a:r>
              <a:rPr lang="en-US" sz="3600" dirty="0" smtClean="0"/>
              <a:t>.  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18059591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Thank you » #1. Tadu's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Thank you » #1. Tadu's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Thank you » #1. Tadu's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Thank you » #1. Tadu's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Thank you » #1. Tadu's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6" name="AutoShape 12" descr="Thank you » #1. Tadu's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Thank you » #1. Tadu's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Thank you » #1. Tadu's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2" name="AutoShape 18" descr="https://blog.tadu.vn/wp-content/themes/blog-tadu/assets/thank-you-min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4" name="AutoShape 20" descr="https://blog.tadu.vn/wp-content/themes/blog-tadu/assets/thank-you-min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thank-you-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706582"/>
            <a:ext cx="8755417" cy="49322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713AC4972CE1704E8AF5CAE1A5A1DE57" ma:contentTypeVersion="2" ma:contentTypeDescription="Tạo tài liệu mới." ma:contentTypeScope="" ma:versionID="3ae91b02285482ce3670b0920176e69c">
  <xsd:schema xmlns:xsd="http://www.w3.org/2001/XMLSchema" xmlns:xs="http://www.w3.org/2001/XMLSchema" xmlns:p="http://schemas.microsoft.com/office/2006/metadata/properties" xmlns:ns2="fe20f3b0-f6fd-4817-a829-1e591d709341" targetNamespace="http://schemas.microsoft.com/office/2006/metadata/properties" ma:root="true" ma:fieldsID="2db489109ce29cec87c1ab70a7df57d9" ns2:_="">
    <xsd:import namespace="fe20f3b0-f6fd-4817-a829-1e591d709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20f3b0-f6fd-4817-a829-1e591d7093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798F3E-60C8-466B-BB81-F53C7955E3A6}"/>
</file>

<file path=customXml/itemProps2.xml><?xml version="1.0" encoding="utf-8"?>
<ds:datastoreItem xmlns:ds="http://schemas.openxmlformats.org/officeDocument/2006/customXml" ds:itemID="{29C29B6E-6EA7-4116-A7B5-BCA493D99755}"/>
</file>

<file path=customXml/itemProps3.xml><?xml version="1.0" encoding="utf-8"?>
<ds:datastoreItem xmlns:ds="http://schemas.openxmlformats.org/officeDocument/2006/customXml" ds:itemID="{747FB8CB-23DC-45CC-9E90-BE0F644AB079}"/>
</file>

<file path=docProps/app.xml><?xml version="1.0" encoding="utf-8"?>
<Properties xmlns="http://schemas.openxmlformats.org/officeDocument/2006/extended-properties" xmlns:vt="http://schemas.openxmlformats.org/officeDocument/2006/docPropsVTypes">
  <TotalTime>6330</TotalTime>
  <Words>1812</Words>
  <Application>Microsoft Macintosh PowerPoint</Application>
  <PresentationFormat>On-screen Show (4:3)</PresentationFormat>
  <Paragraphs>175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CHỨC NĂNG KIỂM SOÁT </vt:lpstr>
      <vt:lpstr>NỘI DUNG</vt:lpstr>
      <vt:lpstr> 1.Tổng quan về kiểm soát</vt:lpstr>
      <vt:lpstr>1.1. Khái niệm kiểm soát</vt:lpstr>
      <vt:lpstr>1.2. Bản chất của kiểm soát</vt:lpstr>
      <vt:lpstr>Slide 6</vt:lpstr>
      <vt:lpstr>Slide 7</vt:lpstr>
      <vt:lpstr>1.2.2. Kiểm soát là hệ thống phản hồi dự báo</vt:lpstr>
      <vt:lpstr>Slide 9</vt:lpstr>
      <vt:lpstr>Slide 10</vt:lpstr>
      <vt:lpstr>Slide 11</vt:lpstr>
      <vt:lpstr>Hệ thống kiểm soát có hiệu quả phải là sự kết hợp KS cả đầu vào, quá trình và đầu ra</vt:lpstr>
      <vt:lpstr>Slide 13</vt:lpstr>
      <vt:lpstr>Slide 14</vt:lpstr>
      <vt:lpstr>Slide 15</vt:lpstr>
      <vt:lpstr>Slide 16</vt:lpstr>
      <vt:lpstr>2 HỆ THỐNG KIỂM SOÁT</vt:lpstr>
      <vt:lpstr>2.1. Chủ thể kiểm soát </vt:lpstr>
      <vt:lpstr>Slide 19</vt:lpstr>
      <vt:lpstr>Slide 20</vt:lpstr>
      <vt:lpstr>2.2. Công cụ và kỹ thuật kiểm soát</vt:lpstr>
      <vt:lpstr>Slide 22</vt:lpstr>
      <vt:lpstr>3. HÌNH THỨC KIỂM SOÁT</vt:lpstr>
      <vt:lpstr>3.1. XÉT THEO CẤP ĐỘ CỦA  HỆ THỐNG KIỂM SOÁT</vt:lpstr>
      <vt:lpstr>Slide 25</vt:lpstr>
      <vt:lpstr>3.2. XÉT THEO QUÁ TRÌNH HOẠT ĐỘNG </vt:lpstr>
      <vt:lpstr>a. Kiểm soát trước hoạt động </vt:lpstr>
      <vt:lpstr>b. Kiểm soát trong hoạt động </vt:lpstr>
      <vt:lpstr>c. Kiểm soát sau hoạt động </vt:lpstr>
      <vt:lpstr>3.4. XÉT THEO TẦN SUẤT CỦA  QUÁ TRÌNH HOẠT ĐỘNG </vt:lpstr>
      <vt:lpstr>4. QUY TRÌNH KIỂM SOÁT</vt:lpstr>
      <vt:lpstr>4.1. Xác định mục tiêu và nội dung kiểm soát </vt:lpstr>
      <vt:lpstr>4.2. Xác định các  tiêu chuẩn kiểm soát</vt:lpstr>
      <vt:lpstr>4.2. Xác định các  tiêu chuẩn kiểm soát</vt:lpstr>
      <vt:lpstr>4.3. Giám sát và đo lường  việc thực hiện</vt:lpstr>
      <vt:lpstr>4.4. Đánh giá kết quả hoạt động</vt:lpstr>
      <vt:lpstr>4.5. Điều chỉnh sai lệch</vt:lpstr>
      <vt:lpstr>4.6. Đưa ra các sáng kiến đổi mới</vt:lpstr>
      <vt:lpstr>Slide 39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19  CHỨC NĂNG KIỂM SOÁT</dc:title>
  <dc:creator>Macbook</dc:creator>
  <cp:lastModifiedBy>Sony</cp:lastModifiedBy>
  <cp:revision>84</cp:revision>
  <dcterms:created xsi:type="dcterms:W3CDTF">2021-03-14T03:08:16Z</dcterms:created>
  <dcterms:modified xsi:type="dcterms:W3CDTF">2021-03-19T01:26:21Z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0x010100713AC4972CE1704E8AF5CAE1A5A1DE57</vt:lpwstr>
  </property>
</Properties>
</file>